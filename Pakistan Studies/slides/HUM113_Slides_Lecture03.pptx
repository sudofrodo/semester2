
<file path=[Content_Types].xml><?xml version="1.0" encoding="utf-8"?>
<Types xmlns="http://schemas.openxmlformats.org/package/2006/content-types">
  <Override PartName="/ppt/slides/slide29.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notesSlides/notesSlide18.xml" ContentType="application/vnd.openxmlformats-officedocument.presentationml.notesSlide+xml"/>
  <Override PartName="/ppt/notesSlides/notesSlide27.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notesSlides/notesSlide16.xml" ContentType="application/vnd.openxmlformats-officedocument.presentationml.notesSlide+xml"/>
  <Override PartName="/ppt/notesSlides/notesSlide25.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notesSlides/notesSlide14.xml" ContentType="application/vnd.openxmlformats-officedocument.presentationml.notesSlide+xml"/>
  <Override PartName="/ppt/notesSlides/notesSlide23.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revisionInfo.xml" ContentType="application/vnd.ms-powerpoint.revisioninfo+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Default Extension="jpeg" ContentType="image/jpeg"/>
  <Override PartName="/ppt/notesSlides/notesSlide17.xml" ContentType="application/vnd.openxmlformats-officedocument.presentationml.notesSlide+xml"/>
  <Override PartName="/ppt/notesSlides/notesSlide28.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notesSlides/notesSlide13.xml" ContentType="application/vnd.openxmlformats-officedocument.presentationml.notesSlide+xml"/>
  <Override PartName="/ppt/notesSlides/notesSlide22.xml" ContentType="application/vnd.openxmlformats-officedocument.presentationml.notesSlide+xml"/>
  <Default Extension="wdp" ContentType="image/vnd.ms-photo"/>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notesSlides/notesSlide29.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3" r:id="rId1"/>
    <p:sldMasterId id="2147483725" r:id="rId2"/>
  </p:sldMasterIdLst>
  <p:notesMasterIdLst>
    <p:notesMasterId r:id="rId36"/>
  </p:notesMasterIdLst>
  <p:sldIdLst>
    <p:sldId id="508" r:id="rId3"/>
    <p:sldId id="370" r:id="rId4"/>
    <p:sldId id="456" r:id="rId5"/>
    <p:sldId id="497" r:id="rId6"/>
    <p:sldId id="498" r:id="rId7"/>
    <p:sldId id="499" r:id="rId8"/>
    <p:sldId id="500" r:id="rId9"/>
    <p:sldId id="501" r:id="rId10"/>
    <p:sldId id="502" r:id="rId11"/>
    <p:sldId id="503" r:id="rId12"/>
    <p:sldId id="504" r:id="rId13"/>
    <p:sldId id="507" r:id="rId14"/>
    <p:sldId id="471" r:id="rId15"/>
    <p:sldId id="482" r:id="rId16"/>
    <p:sldId id="473" r:id="rId17"/>
    <p:sldId id="474" r:id="rId18"/>
    <p:sldId id="475" r:id="rId19"/>
    <p:sldId id="476" r:id="rId20"/>
    <p:sldId id="477" r:id="rId21"/>
    <p:sldId id="478" r:id="rId22"/>
    <p:sldId id="479" r:id="rId23"/>
    <p:sldId id="480" r:id="rId24"/>
    <p:sldId id="481" r:id="rId25"/>
    <p:sldId id="483" r:id="rId26"/>
    <p:sldId id="484" r:id="rId27"/>
    <p:sldId id="485" r:id="rId28"/>
    <p:sldId id="486" r:id="rId29"/>
    <p:sldId id="487" r:id="rId30"/>
    <p:sldId id="488" r:id="rId31"/>
    <p:sldId id="489" r:id="rId32"/>
    <p:sldId id="490" r:id="rId33"/>
    <p:sldId id="491" r:id="rId34"/>
    <p:sldId id="492" r:id="rId35"/>
  </p:sldIdLst>
  <p:sldSz cx="9144000" cy="6858000" type="screen4x3"/>
  <p:notesSz cx="6954838"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clrMru>
    <a:srgbClr val="E8E8E8"/>
    <a:srgbClr val="2F5395"/>
    <a:srgbClr val="FFFFB3"/>
    <a:srgbClr val="7F9ED7"/>
    <a:srgbClr val="FAE9E2"/>
    <a:srgbClr val="FFFFCC"/>
    <a:srgbClr val="FDF1ED"/>
    <a:srgbClr val="FBDFD5"/>
    <a:srgbClr val="FFFF99"/>
    <a:srgbClr val="B9D9A3"/>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515" autoAdjust="0"/>
    <p:restoredTop sz="94660"/>
  </p:normalViewPr>
  <p:slideViewPr>
    <p:cSldViewPr>
      <p:cViewPr varScale="1">
        <p:scale>
          <a:sx n="78" d="100"/>
          <a:sy n="78" d="100"/>
        </p:scale>
        <p:origin x="-278" y="-6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075" cy="4667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40175" y="0"/>
            <a:ext cx="3013075" cy="466725"/>
          </a:xfrm>
          <a:prstGeom prst="rect">
            <a:avLst/>
          </a:prstGeom>
        </p:spPr>
        <p:txBody>
          <a:bodyPr vert="horz" lIns="91440" tIns="45720" rIns="91440" bIns="45720" rtlCol="0"/>
          <a:lstStyle>
            <a:lvl1pPr algn="r">
              <a:defRPr sz="1200"/>
            </a:lvl1pPr>
          </a:lstStyle>
          <a:p>
            <a:fld id="{5838515F-6EC2-437A-BB7E-FAEE704D1F72}" type="datetimeFigureOut">
              <a:rPr lang="en-US" smtClean="0"/>
              <a:pPr/>
              <a:t>9/11/2023</a:t>
            </a:fld>
            <a:endParaRPr lang="en-US"/>
          </a:p>
        </p:txBody>
      </p:sp>
      <p:sp>
        <p:nvSpPr>
          <p:cNvPr id="4" name="Slide Image Placeholder 3"/>
          <p:cNvSpPr>
            <a:spLocks noGrp="1" noRot="1" noChangeAspect="1"/>
          </p:cNvSpPr>
          <p:nvPr>
            <p:ph type="sldImg" idx="2"/>
          </p:nvPr>
        </p:nvSpPr>
        <p:spPr>
          <a:xfrm>
            <a:off x="1382713" y="1163638"/>
            <a:ext cx="4189412" cy="3141662"/>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95325" y="4479925"/>
            <a:ext cx="5564188" cy="3665538"/>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42375"/>
            <a:ext cx="3013075" cy="46672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40175" y="8842375"/>
            <a:ext cx="3013075" cy="466725"/>
          </a:xfrm>
          <a:prstGeom prst="rect">
            <a:avLst/>
          </a:prstGeom>
        </p:spPr>
        <p:txBody>
          <a:bodyPr vert="horz" lIns="91440" tIns="45720" rIns="91440" bIns="45720" rtlCol="0" anchor="b"/>
          <a:lstStyle>
            <a:lvl1pPr algn="r">
              <a:defRPr sz="1200"/>
            </a:lvl1pPr>
          </a:lstStyle>
          <a:p>
            <a:fld id="{F0448D81-7B12-46D2-AC3D-02B3D3820BAF}" type="slidenum">
              <a:rPr lang="en-US" smtClean="0"/>
              <a:pPr/>
              <a:t>‹#›</a:t>
            </a:fld>
            <a:endParaRPr lang="en-US"/>
          </a:p>
        </p:txBody>
      </p:sp>
    </p:spTree>
    <p:extLst>
      <p:ext uri="{BB962C8B-B14F-4D97-AF65-F5344CB8AC3E}">
        <p14:creationId xmlns="" xmlns:p14="http://schemas.microsoft.com/office/powerpoint/2010/main" val="23139356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0448D81-7B12-46D2-AC3D-02B3D3820BAF}" type="slidenum">
              <a:rPr lang="en-US" smtClean="0"/>
              <a:pPr/>
              <a:t>3</a:t>
            </a:fld>
            <a:endParaRPr lang="en-US"/>
          </a:p>
        </p:txBody>
      </p:sp>
    </p:spTree>
    <p:extLst>
      <p:ext uri="{BB962C8B-B14F-4D97-AF65-F5344CB8AC3E}">
        <p14:creationId xmlns="" xmlns:p14="http://schemas.microsoft.com/office/powerpoint/2010/main" val="33821551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0448D81-7B12-46D2-AC3D-02B3D3820BAF}" type="slidenum">
              <a:rPr lang="en-US" smtClean="0"/>
              <a:pPr/>
              <a:t>4</a:t>
            </a:fld>
            <a:endParaRPr lang="en-US"/>
          </a:p>
        </p:txBody>
      </p:sp>
    </p:spTree>
    <p:extLst>
      <p:ext uri="{BB962C8B-B14F-4D97-AF65-F5344CB8AC3E}">
        <p14:creationId xmlns="" xmlns:p14="http://schemas.microsoft.com/office/powerpoint/2010/main" val="33821551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0448D81-7B12-46D2-AC3D-02B3D3820BAF}" type="slidenum">
              <a:rPr lang="en-US" smtClean="0"/>
              <a:pPr/>
              <a:t>5</a:t>
            </a:fld>
            <a:endParaRPr lang="en-US"/>
          </a:p>
        </p:txBody>
      </p:sp>
    </p:spTree>
    <p:extLst>
      <p:ext uri="{BB962C8B-B14F-4D97-AF65-F5344CB8AC3E}">
        <p14:creationId xmlns="" xmlns:p14="http://schemas.microsoft.com/office/powerpoint/2010/main" val="33821551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0448D81-7B12-46D2-AC3D-02B3D3820BAF}" type="slidenum">
              <a:rPr lang="en-US" smtClean="0"/>
              <a:pPr/>
              <a:t>6</a:t>
            </a:fld>
            <a:endParaRPr lang="en-US"/>
          </a:p>
        </p:txBody>
      </p:sp>
    </p:spTree>
    <p:extLst>
      <p:ext uri="{BB962C8B-B14F-4D97-AF65-F5344CB8AC3E}">
        <p14:creationId xmlns="" xmlns:p14="http://schemas.microsoft.com/office/powerpoint/2010/main" val="33821551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0448D81-7B12-46D2-AC3D-02B3D3820BAF}" type="slidenum">
              <a:rPr lang="en-US" smtClean="0"/>
              <a:pPr/>
              <a:t>7</a:t>
            </a:fld>
            <a:endParaRPr lang="en-US"/>
          </a:p>
        </p:txBody>
      </p:sp>
    </p:spTree>
    <p:extLst>
      <p:ext uri="{BB962C8B-B14F-4D97-AF65-F5344CB8AC3E}">
        <p14:creationId xmlns="" xmlns:p14="http://schemas.microsoft.com/office/powerpoint/2010/main" val="33821551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0448D81-7B12-46D2-AC3D-02B3D3820BAF}" type="slidenum">
              <a:rPr lang="en-US" smtClean="0"/>
              <a:pPr/>
              <a:t>8</a:t>
            </a:fld>
            <a:endParaRPr lang="en-US"/>
          </a:p>
        </p:txBody>
      </p:sp>
    </p:spTree>
    <p:extLst>
      <p:ext uri="{BB962C8B-B14F-4D97-AF65-F5344CB8AC3E}">
        <p14:creationId xmlns="" xmlns:p14="http://schemas.microsoft.com/office/powerpoint/2010/main" val="33821551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0448D81-7B12-46D2-AC3D-02B3D3820BAF}" type="slidenum">
              <a:rPr lang="en-US" smtClean="0"/>
              <a:pPr/>
              <a:t>9</a:t>
            </a:fld>
            <a:endParaRPr lang="en-US"/>
          </a:p>
        </p:txBody>
      </p:sp>
    </p:spTree>
    <p:extLst>
      <p:ext uri="{BB962C8B-B14F-4D97-AF65-F5344CB8AC3E}">
        <p14:creationId xmlns="" xmlns:p14="http://schemas.microsoft.com/office/powerpoint/2010/main" val="33821551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0448D81-7B12-46D2-AC3D-02B3D3820BAF}" type="slidenum">
              <a:rPr lang="en-US" smtClean="0"/>
              <a:pPr/>
              <a:t>10</a:t>
            </a:fld>
            <a:endParaRPr lang="en-US"/>
          </a:p>
        </p:txBody>
      </p:sp>
    </p:spTree>
    <p:extLst>
      <p:ext uri="{BB962C8B-B14F-4D97-AF65-F5344CB8AC3E}">
        <p14:creationId xmlns="" xmlns:p14="http://schemas.microsoft.com/office/powerpoint/2010/main" val="33821551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0448D81-7B12-46D2-AC3D-02B3D3820BAF}" type="slidenum">
              <a:rPr lang="en-US" smtClean="0"/>
              <a:pPr/>
              <a:t>11</a:t>
            </a:fld>
            <a:endParaRPr lang="en-US"/>
          </a:p>
        </p:txBody>
      </p:sp>
    </p:spTree>
    <p:extLst>
      <p:ext uri="{BB962C8B-B14F-4D97-AF65-F5344CB8AC3E}">
        <p14:creationId xmlns="" xmlns:p14="http://schemas.microsoft.com/office/powerpoint/2010/main" val="33821551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0448D81-7B12-46D2-AC3D-02B3D3820BAF}" type="slidenum">
              <a:rPr lang="en-US" smtClean="0"/>
              <a:pPr/>
              <a:t>12</a:t>
            </a:fld>
            <a:endParaRPr lang="en-US"/>
          </a:p>
        </p:txBody>
      </p:sp>
    </p:spTree>
    <p:extLst>
      <p:ext uri="{BB962C8B-B14F-4D97-AF65-F5344CB8AC3E}">
        <p14:creationId xmlns="" xmlns:p14="http://schemas.microsoft.com/office/powerpoint/2010/main" val="33821551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0448D81-7B12-46D2-AC3D-02B3D3820BAF}" type="slidenum">
              <a:rPr lang="en-US" smtClean="0"/>
              <a:pPr/>
              <a:t>13</a:t>
            </a:fld>
            <a:endParaRPr lang="en-US"/>
          </a:p>
        </p:txBody>
      </p:sp>
    </p:spTree>
    <p:extLst>
      <p:ext uri="{BB962C8B-B14F-4D97-AF65-F5344CB8AC3E}">
        <p14:creationId xmlns="" xmlns:p14="http://schemas.microsoft.com/office/powerpoint/2010/main" val="26633725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0448D81-7B12-46D2-AC3D-02B3D3820BAF}" type="slidenum">
              <a:rPr lang="en-US" smtClean="0"/>
              <a:pPr/>
              <a:t>14</a:t>
            </a:fld>
            <a:endParaRPr lang="en-US"/>
          </a:p>
        </p:txBody>
      </p:sp>
    </p:spTree>
    <p:extLst>
      <p:ext uri="{BB962C8B-B14F-4D97-AF65-F5344CB8AC3E}">
        <p14:creationId xmlns="" xmlns:p14="http://schemas.microsoft.com/office/powerpoint/2010/main" val="7448651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0448D81-7B12-46D2-AC3D-02B3D3820BAF}" type="slidenum">
              <a:rPr lang="en-US" smtClean="0"/>
              <a:pPr/>
              <a:t>15</a:t>
            </a:fld>
            <a:endParaRPr lang="en-US"/>
          </a:p>
        </p:txBody>
      </p:sp>
    </p:spTree>
    <p:extLst>
      <p:ext uri="{BB962C8B-B14F-4D97-AF65-F5344CB8AC3E}">
        <p14:creationId xmlns="" xmlns:p14="http://schemas.microsoft.com/office/powerpoint/2010/main" val="15472227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0448D81-7B12-46D2-AC3D-02B3D3820BAF}" type="slidenum">
              <a:rPr lang="en-US" smtClean="0"/>
              <a:pPr/>
              <a:t>16</a:t>
            </a:fld>
            <a:endParaRPr lang="en-US"/>
          </a:p>
        </p:txBody>
      </p:sp>
    </p:spTree>
    <p:extLst>
      <p:ext uri="{BB962C8B-B14F-4D97-AF65-F5344CB8AC3E}">
        <p14:creationId xmlns="" xmlns:p14="http://schemas.microsoft.com/office/powerpoint/2010/main" val="665304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0448D81-7B12-46D2-AC3D-02B3D3820BAF}" type="slidenum">
              <a:rPr lang="en-US" smtClean="0"/>
              <a:pPr/>
              <a:t>17</a:t>
            </a:fld>
            <a:endParaRPr lang="en-US"/>
          </a:p>
        </p:txBody>
      </p:sp>
    </p:spTree>
    <p:extLst>
      <p:ext uri="{BB962C8B-B14F-4D97-AF65-F5344CB8AC3E}">
        <p14:creationId xmlns="" xmlns:p14="http://schemas.microsoft.com/office/powerpoint/2010/main" val="28702518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0448D81-7B12-46D2-AC3D-02B3D3820BAF}" type="slidenum">
              <a:rPr lang="en-US" smtClean="0"/>
              <a:pPr/>
              <a:t>18</a:t>
            </a:fld>
            <a:endParaRPr lang="en-US"/>
          </a:p>
        </p:txBody>
      </p:sp>
    </p:spTree>
    <p:extLst>
      <p:ext uri="{BB962C8B-B14F-4D97-AF65-F5344CB8AC3E}">
        <p14:creationId xmlns="" xmlns:p14="http://schemas.microsoft.com/office/powerpoint/2010/main" val="24280773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0448D81-7B12-46D2-AC3D-02B3D3820BAF}" type="slidenum">
              <a:rPr lang="en-US" smtClean="0"/>
              <a:pPr/>
              <a:t>19</a:t>
            </a:fld>
            <a:endParaRPr lang="en-US"/>
          </a:p>
        </p:txBody>
      </p:sp>
    </p:spTree>
    <p:extLst>
      <p:ext uri="{BB962C8B-B14F-4D97-AF65-F5344CB8AC3E}">
        <p14:creationId xmlns="" xmlns:p14="http://schemas.microsoft.com/office/powerpoint/2010/main" val="11324429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0448D81-7B12-46D2-AC3D-02B3D3820BAF}" type="slidenum">
              <a:rPr lang="en-US" smtClean="0"/>
              <a:pPr/>
              <a:t>20</a:t>
            </a:fld>
            <a:endParaRPr lang="en-US"/>
          </a:p>
        </p:txBody>
      </p:sp>
    </p:spTree>
    <p:extLst>
      <p:ext uri="{BB962C8B-B14F-4D97-AF65-F5344CB8AC3E}">
        <p14:creationId xmlns="" xmlns:p14="http://schemas.microsoft.com/office/powerpoint/2010/main" val="4224018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0448D81-7B12-46D2-AC3D-02B3D3820BAF}" type="slidenum">
              <a:rPr lang="en-US" smtClean="0"/>
              <a:pPr/>
              <a:t>21</a:t>
            </a:fld>
            <a:endParaRPr lang="en-US"/>
          </a:p>
        </p:txBody>
      </p:sp>
    </p:spTree>
    <p:extLst>
      <p:ext uri="{BB962C8B-B14F-4D97-AF65-F5344CB8AC3E}">
        <p14:creationId xmlns="" xmlns:p14="http://schemas.microsoft.com/office/powerpoint/2010/main" val="11822264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0448D81-7B12-46D2-AC3D-02B3D3820BAF}" type="slidenum">
              <a:rPr lang="en-US" smtClean="0"/>
              <a:pPr/>
              <a:t>22</a:t>
            </a:fld>
            <a:endParaRPr lang="en-US"/>
          </a:p>
        </p:txBody>
      </p:sp>
    </p:spTree>
    <p:extLst>
      <p:ext uri="{BB962C8B-B14F-4D97-AF65-F5344CB8AC3E}">
        <p14:creationId xmlns="" xmlns:p14="http://schemas.microsoft.com/office/powerpoint/2010/main" val="215447008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0448D81-7B12-46D2-AC3D-02B3D3820BAF}" type="slidenum">
              <a:rPr lang="en-US" smtClean="0"/>
              <a:pPr/>
              <a:t>23</a:t>
            </a:fld>
            <a:endParaRPr lang="en-US"/>
          </a:p>
        </p:txBody>
      </p:sp>
    </p:spTree>
    <p:extLst>
      <p:ext uri="{BB962C8B-B14F-4D97-AF65-F5344CB8AC3E}">
        <p14:creationId xmlns="" xmlns:p14="http://schemas.microsoft.com/office/powerpoint/2010/main" val="225943769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0448D81-7B12-46D2-AC3D-02B3D3820BAF}" type="slidenum">
              <a:rPr lang="en-US" smtClean="0"/>
              <a:pPr/>
              <a:t>24</a:t>
            </a:fld>
            <a:endParaRPr lang="en-US"/>
          </a:p>
        </p:txBody>
      </p:sp>
    </p:spTree>
    <p:extLst>
      <p:ext uri="{BB962C8B-B14F-4D97-AF65-F5344CB8AC3E}">
        <p14:creationId xmlns="" xmlns:p14="http://schemas.microsoft.com/office/powerpoint/2010/main" val="384434368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0448D81-7B12-46D2-AC3D-02B3D3820BAF}" type="slidenum">
              <a:rPr lang="en-US" smtClean="0"/>
              <a:pPr/>
              <a:t>25</a:t>
            </a:fld>
            <a:endParaRPr lang="en-US"/>
          </a:p>
        </p:txBody>
      </p:sp>
    </p:spTree>
    <p:extLst>
      <p:ext uri="{BB962C8B-B14F-4D97-AF65-F5344CB8AC3E}">
        <p14:creationId xmlns="" xmlns:p14="http://schemas.microsoft.com/office/powerpoint/2010/main" val="246958914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0448D81-7B12-46D2-AC3D-02B3D3820BAF}" type="slidenum">
              <a:rPr lang="en-US" smtClean="0"/>
              <a:pPr/>
              <a:t>26</a:t>
            </a:fld>
            <a:endParaRPr lang="en-US"/>
          </a:p>
        </p:txBody>
      </p:sp>
    </p:spTree>
    <p:extLst>
      <p:ext uri="{BB962C8B-B14F-4D97-AF65-F5344CB8AC3E}">
        <p14:creationId xmlns="" xmlns:p14="http://schemas.microsoft.com/office/powerpoint/2010/main" val="368896921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0448D81-7B12-46D2-AC3D-02B3D3820BAF}" type="slidenum">
              <a:rPr lang="en-US" smtClean="0"/>
              <a:pPr/>
              <a:t>27</a:t>
            </a:fld>
            <a:endParaRPr lang="en-US"/>
          </a:p>
        </p:txBody>
      </p:sp>
    </p:spTree>
    <p:extLst>
      <p:ext uri="{BB962C8B-B14F-4D97-AF65-F5344CB8AC3E}">
        <p14:creationId xmlns="" xmlns:p14="http://schemas.microsoft.com/office/powerpoint/2010/main" val="260645652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0448D81-7B12-46D2-AC3D-02B3D3820BAF}" type="slidenum">
              <a:rPr lang="en-US" smtClean="0"/>
              <a:pPr/>
              <a:t>28</a:t>
            </a:fld>
            <a:endParaRPr lang="en-US"/>
          </a:p>
        </p:txBody>
      </p:sp>
    </p:spTree>
    <p:extLst>
      <p:ext uri="{BB962C8B-B14F-4D97-AF65-F5344CB8AC3E}">
        <p14:creationId xmlns="" xmlns:p14="http://schemas.microsoft.com/office/powerpoint/2010/main" val="64897743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0448D81-7B12-46D2-AC3D-02B3D3820BAF}" type="slidenum">
              <a:rPr lang="en-US" smtClean="0"/>
              <a:pPr/>
              <a:t>29</a:t>
            </a:fld>
            <a:endParaRPr lang="en-US"/>
          </a:p>
        </p:txBody>
      </p:sp>
    </p:spTree>
    <p:extLst>
      <p:ext uri="{BB962C8B-B14F-4D97-AF65-F5344CB8AC3E}">
        <p14:creationId xmlns="" xmlns:p14="http://schemas.microsoft.com/office/powerpoint/2010/main" val="375067629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0448D81-7B12-46D2-AC3D-02B3D3820BAF}" type="slidenum">
              <a:rPr lang="en-US" smtClean="0"/>
              <a:pPr/>
              <a:t>30</a:t>
            </a:fld>
            <a:endParaRPr lang="en-US"/>
          </a:p>
        </p:txBody>
      </p:sp>
    </p:spTree>
    <p:extLst>
      <p:ext uri="{BB962C8B-B14F-4D97-AF65-F5344CB8AC3E}">
        <p14:creationId xmlns="" xmlns:p14="http://schemas.microsoft.com/office/powerpoint/2010/main" val="108221111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0448D81-7B12-46D2-AC3D-02B3D3820BAF}" type="slidenum">
              <a:rPr lang="en-US" smtClean="0"/>
              <a:pPr/>
              <a:t>31</a:t>
            </a:fld>
            <a:endParaRPr lang="en-US"/>
          </a:p>
        </p:txBody>
      </p:sp>
    </p:spTree>
    <p:extLst>
      <p:ext uri="{BB962C8B-B14F-4D97-AF65-F5344CB8AC3E}">
        <p14:creationId xmlns="" xmlns:p14="http://schemas.microsoft.com/office/powerpoint/2010/main" val="163245350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0448D81-7B12-46D2-AC3D-02B3D3820BAF}" type="slidenum">
              <a:rPr lang="en-US" smtClean="0"/>
              <a:pPr/>
              <a:t>32</a:t>
            </a:fld>
            <a:endParaRPr lang="en-US"/>
          </a:p>
        </p:txBody>
      </p:sp>
    </p:spTree>
    <p:extLst>
      <p:ext uri="{BB962C8B-B14F-4D97-AF65-F5344CB8AC3E}">
        <p14:creationId xmlns="" xmlns:p14="http://schemas.microsoft.com/office/powerpoint/2010/main" val="225759086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0448D81-7B12-46D2-AC3D-02B3D3820BAF}" type="slidenum">
              <a:rPr lang="en-US" smtClean="0"/>
              <a:pPr/>
              <a:t>33</a:t>
            </a:fld>
            <a:endParaRPr lang="en-US"/>
          </a:p>
        </p:txBody>
      </p:sp>
    </p:spTree>
    <p:extLst>
      <p:ext uri="{BB962C8B-B14F-4D97-AF65-F5344CB8AC3E}">
        <p14:creationId xmlns="" xmlns:p14="http://schemas.microsoft.com/office/powerpoint/2010/main" val="15771234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4530"/>
            <a:ext cx="6858000" cy="2387600"/>
          </a:xfrm>
        </p:spPr>
        <p:txBody>
          <a:bodyPr anchor="b">
            <a:normAutofit/>
          </a:bodyPr>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normAutofit/>
          </a:bodyPr>
          <a:lstStyle>
            <a:lvl1pPr marL="0" indent="0" algn="ctr">
              <a:buNone/>
              <a:defRPr sz="1800">
                <a:solidFill>
                  <a:schemeClr val="tx1">
                    <a:lumMod val="75000"/>
                    <a:lumOff val="25000"/>
                  </a:schemeClr>
                </a:solidFill>
              </a:defRPr>
            </a:lvl1pPr>
            <a:lvl2pPr marL="342900" indent="0" algn="ctr">
              <a:buNone/>
              <a:defRPr sz="2100"/>
            </a:lvl2pPr>
            <a:lvl3pPr marL="685800" indent="0" algn="ctr">
              <a:buNone/>
              <a:defRPr sz="18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9998C63-7EF5-4E93-A65B-C78132FF7261}" type="datetime1">
              <a:rPr lang="en-US" smtClean="0"/>
              <a:pPr/>
              <a:t>9/11/2023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A8661F-1CDE-4F7E-AE93-7F9785FD6839}" type="slidenum">
              <a:rPr lang="en-US" smtClean="0"/>
              <a:pPr/>
              <a:t>‹#›</a:t>
            </a:fld>
            <a:endParaRPr lang="en-US"/>
          </a:p>
        </p:txBody>
      </p:sp>
    </p:spTree>
    <p:extLst>
      <p:ext uri="{BB962C8B-B14F-4D97-AF65-F5344CB8AC3E}">
        <p14:creationId xmlns="" xmlns:p14="http://schemas.microsoft.com/office/powerpoint/2010/main" val="3015078376"/>
      </p:ext>
    </p:extLst>
  </p:cSld>
  <p:clrMapOvr>
    <a:masterClrMapping/>
  </p:clrMapOvr>
  <p:transition spd="med">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FDDB1F9-1374-419F-9DDD-95962F948791}" type="datetime1">
              <a:rPr lang="en-US" smtClean="0"/>
              <a:pPr/>
              <a:t>9/11/2023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A8661F-1CDE-4F7E-AE93-7F9785FD6839}" type="slidenum">
              <a:rPr lang="en-US" smtClean="0"/>
              <a:pPr/>
              <a:t>‹#›</a:t>
            </a:fld>
            <a:endParaRPr lang="en-US"/>
          </a:p>
        </p:txBody>
      </p:sp>
      <p:pic>
        <p:nvPicPr>
          <p:cNvPr id="7" name="Picture 6" descr="300px-COMSATS_Logo.svg.png"/>
          <p:cNvPicPr>
            <a:picLocks noChangeAspect="1"/>
          </p:cNvPicPr>
          <p:nvPr userDrawn="1"/>
        </p:nvPicPr>
        <p:blipFill>
          <a:blip r:embed="rId2" cstate="print"/>
          <a:stretch>
            <a:fillRect/>
          </a:stretch>
        </p:blipFill>
        <p:spPr>
          <a:xfrm>
            <a:off x="7922419" y="736201"/>
            <a:ext cx="584679" cy="584679"/>
          </a:xfrm>
          <a:prstGeom prst="rect">
            <a:avLst/>
          </a:prstGeom>
        </p:spPr>
      </p:pic>
    </p:spTree>
    <p:extLst>
      <p:ext uri="{BB962C8B-B14F-4D97-AF65-F5344CB8AC3E}">
        <p14:creationId xmlns="" xmlns:p14="http://schemas.microsoft.com/office/powerpoint/2010/main" val="2097386994"/>
      </p:ext>
    </p:extLst>
  </p:cSld>
  <p:clrMapOvr>
    <a:masterClrMapping/>
  </p:clrMapOvr>
  <p:transition spd="med">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12423"/>
            <a:ext cx="7886700" cy="2851208"/>
          </a:xfrm>
        </p:spPr>
        <p:txBody>
          <a:bodyPr anchor="b">
            <a:normAutofit/>
          </a:bodyPr>
          <a:lstStyle>
            <a:lvl1pPr>
              <a:defRPr sz="4500" b="0"/>
            </a:lvl1pPr>
          </a:lstStyle>
          <a:p>
            <a:r>
              <a:rPr lang="en-US"/>
              <a:t>Click to edit Master title style</a:t>
            </a:r>
            <a:endParaRPr lang="en-US" dirty="0"/>
          </a:p>
        </p:txBody>
      </p:sp>
      <p:sp>
        <p:nvSpPr>
          <p:cNvPr id="3" name="Text Placeholder 2"/>
          <p:cNvSpPr>
            <a:spLocks noGrp="1"/>
          </p:cNvSpPr>
          <p:nvPr>
            <p:ph type="body" idx="1"/>
          </p:nvPr>
        </p:nvSpPr>
        <p:spPr>
          <a:xfrm>
            <a:off x="623888" y="4552634"/>
            <a:ext cx="7886700" cy="1500187"/>
          </a:xfrm>
        </p:spPr>
        <p:txBody>
          <a:bodyPr anchor="t">
            <a:normAutofit/>
          </a:bodyPr>
          <a:lstStyle>
            <a:lvl1pPr marL="0" indent="0">
              <a:buNone/>
              <a:defRPr sz="180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4DF8EC2-A2AC-4FF8-837E-5D6FBE928369}" type="datetime1">
              <a:rPr lang="en-US" smtClean="0"/>
              <a:pPr/>
              <a:t>9/11/2023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A8661F-1CDE-4F7E-AE93-7F9785FD6839}" type="slidenum">
              <a:rPr lang="en-US" smtClean="0"/>
              <a:pPr/>
              <a:t>‹#›</a:t>
            </a:fld>
            <a:endParaRPr lang="en-US"/>
          </a:p>
        </p:txBody>
      </p:sp>
    </p:spTree>
    <p:extLst>
      <p:ext uri="{BB962C8B-B14F-4D97-AF65-F5344CB8AC3E}">
        <p14:creationId xmlns="" xmlns:p14="http://schemas.microsoft.com/office/powerpoint/2010/main" val="3506220032"/>
      </p:ext>
    </p:extLst>
  </p:cSld>
  <p:clrMapOvr>
    <a:masterClrMapping/>
  </p:clrMapOvr>
  <p:transition spd="med">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33845" y="1828801"/>
            <a:ext cx="3886200" cy="435133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8801"/>
            <a:ext cx="3886200" cy="435133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843C164-B37F-43D9-AB74-69EA2AB9F858}" type="datetime1">
              <a:rPr lang="en-US" smtClean="0"/>
              <a:pPr/>
              <a:t>9/11/2023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A8661F-1CDE-4F7E-AE93-7F9785FD6839}" type="slidenum">
              <a:rPr lang="en-US" smtClean="0"/>
              <a:pPr/>
              <a:t>‹#›</a:t>
            </a:fld>
            <a:endParaRPr lang="en-US"/>
          </a:p>
        </p:txBody>
      </p:sp>
      <p:pic>
        <p:nvPicPr>
          <p:cNvPr id="8" name="Picture 7" descr="300px-COMSATS_Logo.svg.png"/>
          <p:cNvPicPr>
            <a:picLocks noChangeAspect="1"/>
          </p:cNvPicPr>
          <p:nvPr userDrawn="1"/>
        </p:nvPicPr>
        <p:blipFill>
          <a:blip r:embed="rId2" cstate="print"/>
          <a:stretch>
            <a:fillRect/>
          </a:stretch>
        </p:blipFill>
        <p:spPr>
          <a:xfrm>
            <a:off x="7930671" y="736201"/>
            <a:ext cx="584679" cy="584679"/>
          </a:xfrm>
          <a:prstGeom prst="rect">
            <a:avLst/>
          </a:prstGeom>
        </p:spPr>
      </p:pic>
    </p:spTree>
    <p:extLst>
      <p:ext uri="{BB962C8B-B14F-4D97-AF65-F5344CB8AC3E}">
        <p14:creationId xmlns="" xmlns:p14="http://schemas.microsoft.com/office/powerpoint/2010/main" val="3172967613"/>
      </p:ext>
    </p:extLst>
  </p:cSld>
  <p:clrMapOvr>
    <a:masterClrMapping/>
  </p:clrMapOvr>
  <p:transition spd="med">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33845" y="1681851"/>
            <a:ext cx="3867150" cy="825699"/>
          </a:xfrm>
        </p:spPr>
        <p:txBody>
          <a:bodyPr anchor="b">
            <a:normAutofit/>
          </a:bodyPr>
          <a:lstStyle>
            <a:lvl1pPr marL="0" indent="0">
              <a:spcBef>
                <a:spcPts val="0"/>
              </a:spcBef>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33845" y="2507551"/>
            <a:ext cx="3867150" cy="36805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851"/>
            <a:ext cx="3886201" cy="825698"/>
          </a:xfrm>
        </p:spPr>
        <p:txBody>
          <a:bodyPr anchor="b"/>
          <a:lstStyle>
            <a:lvl1pPr marL="0" indent="0">
              <a:spcBef>
                <a:spcPts val="0"/>
              </a:spcBef>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29150" y="2507551"/>
            <a:ext cx="3886201" cy="36805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9F00C5A-346C-426D-A36B-CF1D9A4B45A9}" type="datetime1">
              <a:rPr lang="en-US" smtClean="0"/>
              <a:pPr/>
              <a:t>9/11/2023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8A8661F-1CDE-4F7E-AE93-7F9785FD6839}" type="slidenum">
              <a:rPr lang="en-US" smtClean="0"/>
              <a:pPr/>
              <a:t>‹#›</a:t>
            </a:fld>
            <a:endParaRPr lang="en-US"/>
          </a:p>
        </p:txBody>
      </p:sp>
      <p:sp>
        <p:nvSpPr>
          <p:cNvPr id="10" name="Title 9"/>
          <p:cNvSpPr>
            <a:spLocks noGrp="1"/>
          </p:cNvSpPr>
          <p:nvPr>
            <p:ph type="title"/>
          </p:nvPr>
        </p:nvSpPr>
        <p:spPr/>
        <p:txBody>
          <a:bodyPr/>
          <a:lstStyle/>
          <a:p>
            <a:r>
              <a:rPr lang="en-US"/>
              <a:t>Click to edit Master title style</a:t>
            </a:r>
            <a:endParaRPr lang="en-US" dirty="0"/>
          </a:p>
        </p:txBody>
      </p:sp>
      <p:pic>
        <p:nvPicPr>
          <p:cNvPr id="11" name="Picture 10" descr="300px-COMSATS_Logo.svg.png"/>
          <p:cNvPicPr>
            <a:picLocks noChangeAspect="1"/>
          </p:cNvPicPr>
          <p:nvPr userDrawn="1"/>
        </p:nvPicPr>
        <p:blipFill>
          <a:blip r:embed="rId2" cstate="print"/>
          <a:stretch>
            <a:fillRect/>
          </a:stretch>
        </p:blipFill>
        <p:spPr>
          <a:xfrm>
            <a:off x="7935866" y="762000"/>
            <a:ext cx="584679" cy="584679"/>
          </a:xfrm>
          <a:prstGeom prst="rect">
            <a:avLst/>
          </a:prstGeom>
        </p:spPr>
      </p:pic>
    </p:spTree>
    <p:extLst>
      <p:ext uri="{BB962C8B-B14F-4D97-AF65-F5344CB8AC3E}">
        <p14:creationId xmlns="" xmlns:p14="http://schemas.microsoft.com/office/powerpoint/2010/main" val="4007886393"/>
      </p:ext>
    </p:extLst>
  </p:cSld>
  <p:clrMapOvr>
    <a:masterClrMapping/>
  </p:clrMapOvr>
  <p:transition spd="med">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CF382330-909A-4825-8060-D099714B09D3}" type="datetime1">
              <a:rPr lang="en-US" smtClean="0"/>
              <a:pPr/>
              <a:t>9/11/2023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8A8661F-1CDE-4F7E-AE93-7F9785FD6839}" type="slidenum">
              <a:rPr lang="en-US" smtClean="0"/>
              <a:pPr/>
              <a:t>‹#›</a:t>
            </a:fld>
            <a:endParaRPr lang="en-US"/>
          </a:p>
        </p:txBody>
      </p:sp>
      <p:sp>
        <p:nvSpPr>
          <p:cNvPr id="6" name="Title 5"/>
          <p:cNvSpPr>
            <a:spLocks noGrp="1"/>
          </p:cNvSpPr>
          <p:nvPr>
            <p:ph type="title"/>
          </p:nvPr>
        </p:nvSpPr>
        <p:spPr/>
        <p:txBody>
          <a:bodyPr/>
          <a:lstStyle/>
          <a:p>
            <a:r>
              <a:rPr lang="en-US"/>
              <a:t>Click to edit Master title style</a:t>
            </a:r>
          </a:p>
        </p:txBody>
      </p:sp>
      <p:pic>
        <p:nvPicPr>
          <p:cNvPr id="7" name="Picture 6" descr="300px-COMSATS_Logo.svg.png"/>
          <p:cNvPicPr>
            <a:picLocks noChangeAspect="1"/>
          </p:cNvPicPr>
          <p:nvPr userDrawn="1"/>
        </p:nvPicPr>
        <p:blipFill>
          <a:blip r:embed="rId2" cstate="print"/>
          <a:stretch>
            <a:fillRect/>
          </a:stretch>
        </p:blipFill>
        <p:spPr>
          <a:xfrm>
            <a:off x="7935866" y="762000"/>
            <a:ext cx="584679" cy="584679"/>
          </a:xfrm>
          <a:prstGeom prst="rect">
            <a:avLst/>
          </a:prstGeom>
        </p:spPr>
      </p:pic>
    </p:spTree>
    <p:extLst>
      <p:ext uri="{BB962C8B-B14F-4D97-AF65-F5344CB8AC3E}">
        <p14:creationId xmlns="" xmlns:p14="http://schemas.microsoft.com/office/powerpoint/2010/main" val="1642985965"/>
      </p:ext>
    </p:extLst>
  </p:cSld>
  <p:clrMapOvr>
    <a:masterClrMapping/>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5609E5A-0DE5-4C9E-93A2-EE2AC05638A1}" type="datetime1">
              <a:rPr lang="en-US" smtClean="0"/>
              <a:pPr/>
              <a:t>9/11/2023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8A8661F-1CDE-4F7E-AE93-7F9785FD6839}" type="slidenum">
              <a:rPr lang="en-US" smtClean="0"/>
              <a:pPr/>
              <a:t>‹#›</a:t>
            </a:fld>
            <a:endParaRPr lang="en-US"/>
          </a:p>
        </p:txBody>
      </p:sp>
      <p:pic>
        <p:nvPicPr>
          <p:cNvPr id="5" name="Picture 4" descr="300px-COMSATS_Logo.svg.png"/>
          <p:cNvPicPr>
            <a:picLocks noChangeAspect="1"/>
          </p:cNvPicPr>
          <p:nvPr userDrawn="1"/>
        </p:nvPicPr>
        <p:blipFill>
          <a:blip r:embed="rId2" cstate="print"/>
          <a:stretch>
            <a:fillRect/>
          </a:stretch>
        </p:blipFill>
        <p:spPr>
          <a:xfrm>
            <a:off x="7935866" y="762000"/>
            <a:ext cx="584679" cy="584679"/>
          </a:xfrm>
          <a:prstGeom prst="rect">
            <a:avLst/>
          </a:prstGeom>
        </p:spPr>
      </p:pic>
    </p:spTree>
    <p:extLst>
      <p:ext uri="{BB962C8B-B14F-4D97-AF65-F5344CB8AC3E}">
        <p14:creationId xmlns="" xmlns:p14="http://schemas.microsoft.com/office/powerpoint/2010/main" val="807296366"/>
      </p:ext>
    </p:extLst>
  </p:cSld>
  <p:clrMapOvr>
    <a:masterClrMapping/>
  </p:clrMapOvr>
  <p:transition spd="med">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936" y="457201"/>
            <a:ext cx="2948940" cy="1600197"/>
          </a:xfrm>
        </p:spPr>
        <p:txBody>
          <a:bodyPr anchor="b">
            <a:normAutofit/>
          </a:bodyPr>
          <a:lstStyle>
            <a:lvl1pPr>
              <a:defRPr sz="2400" b="0"/>
            </a:lvl1pPr>
          </a:lstStyle>
          <a:p>
            <a:r>
              <a:rPr lang="en-US"/>
              <a:t>Click to edit Master title style</a:t>
            </a:r>
            <a:endParaRPr lang="en-US" dirty="0"/>
          </a:p>
        </p:txBody>
      </p:sp>
      <p:sp>
        <p:nvSpPr>
          <p:cNvPr id="3" name="Content Placeholder 2"/>
          <p:cNvSpPr>
            <a:spLocks noGrp="1"/>
          </p:cNvSpPr>
          <p:nvPr>
            <p:ph idx="1"/>
          </p:nvPr>
        </p:nvSpPr>
        <p:spPr>
          <a:xfrm>
            <a:off x="3886200" y="990600"/>
            <a:ext cx="4629150" cy="4876800"/>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30936" y="2057399"/>
            <a:ext cx="2948940" cy="3810001"/>
          </a:xfrm>
        </p:spPr>
        <p:txBody>
          <a:bodyPr>
            <a:normAutofit/>
          </a:bodyPr>
          <a:lstStyle>
            <a:lvl1pPr marL="0" indent="0">
              <a:lnSpc>
                <a:spcPct val="90000"/>
              </a:lnSpc>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5" name="Date Placeholder 4"/>
          <p:cNvSpPr>
            <a:spLocks noGrp="1"/>
          </p:cNvSpPr>
          <p:nvPr>
            <p:ph type="dt" sz="half" idx="10"/>
          </p:nvPr>
        </p:nvSpPr>
        <p:spPr/>
        <p:txBody>
          <a:bodyPr/>
          <a:lstStyle/>
          <a:p>
            <a:fld id="{8EE68A25-EC3E-4226-A3FA-98680C84E2EB}" type="datetime1">
              <a:rPr lang="en-US" smtClean="0"/>
              <a:pPr/>
              <a:t>9/11/2023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A8661F-1CDE-4F7E-AE93-7F9785FD6839}" type="slidenum">
              <a:rPr lang="en-US" smtClean="0"/>
              <a:pPr/>
              <a:t>‹#›</a:t>
            </a:fld>
            <a:endParaRPr lang="en-US"/>
          </a:p>
        </p:txBody>
      </p:sp>
      <p:pic>
        <p:nvPicPr>
          <p:cNvPr id="8" name="Picture 7" descr="300px-COMSATS_Logo.svg.png"/>
          <p:cNvPicPr>
            <a:picLocks noChangeAspect="1"/>
          </p:cNvPicPr>
          <p:nvPr userDrawn="1"/>
        </p:nvPicPr>
        <p:blipFill>
          <a:blip r:embed="rId2" cstate="print"/>
          <a:stretch>
            <a:fillRect/>
          </a:stretch>
        </p:blipFill>
        <p:spPr>
          <a:xfrm>
            <a:off x="7935153" y="304800"/>
            <a:ext cx="584679" cy="584679"/>
          </a:xfrm>
          <a:prstGeom prst="rect">
            <a:avLst/>
          </a:prstGeom>
        </p:spPr>
      </p:pic>
    </p:spTree>
    <p:extLst>
      <p:ext uri="{BB962C8B-B14F-4D97-AF65-F5344CB8AC3E}">
        <p14:creationId xmlns="" xmlns:p14="http://schemas.microsoft.com/office/powerpoint/2010/main" val="1798697985"/>
      </p:ext>
    </p:extLst>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936" y="457200"/>
            <a:ext cx="2948940" cy="1600200"/>
          </a:xfrm>
        </p:spPr>
        <p:txBody>
          <a:bodyPr anchor="b">
            <a:normAutofit/>
          </a:bodyPr>
          <a:lstStyle>
            <a:lvl1pPr>
              <a:defRPr sz="2400" b="0"/>
            </a:lvl1pPr>
          </a:lstStyle>
          <a:p>
            <a:r>
              <a:rPr lang="en-US"/>
              <a:t>Click to edit Master title style</a:t>
            </a:r>
            <a:endParaRPr lang="en-US" dirty="0"/>
          </a:p>
        </p:txBody>
      </p:sp>
      <p:sp>
        <p:nvSpPr>
          <p:cNvPr id="3" name="Picture Placeholder 2"/>
          <p:cNvSpPr>
            <a:spLocks noGrp="1"/>
          </p:cNvSpPr>
          <p:nvPr>
            <p:ph type="pic" idx="1"/>
          </p:nvPr>
        </p:nvSpPr>
        <p:spPr>
          <a:xfrm>
            <a:off x="3886200" y="990600"/>
            <a:ext cx="4629150" cy="4876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30936" y="2057400"/>
            <a:ext cx="2948940" cy="3810000"/>
          </a:xfrm>
        </p:spPr>
        <p:txBody>
          <a:bodyPr>
            <a:normAutofit/>
          </a:bodyPr>
          <a:lstStyle>
            <a:lvl1pPr marL="0" indent="0">
              <a:lnSpc>
                <a:spcPct val="90000"/>
              </a:lnSpc>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5" name="Date Placeholder 4"/>
          <p:cNvSpPr>
            <a:spLocks noGrp="1"/>
          </p:cNvSpPr>
          <p:nvPr>
            <p:ph type="dt" sz="half" idx="10"/>
          </p:nvPr>
        </p:nvSpPr>
        <p:spPr/>
        <p:txBody>
          <a:bodyPr/>
          <a:lstStyle/>
          <a:p>
            <a:fld id="{76B24A65-52B1-47A4-AD01-B308322F826E}" type="datetime1">
              <a:rPr lang="en-US" smtClean="0"/>
              <a:pPr/>
              <a:t>9/11/2023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A8661F-1CDE-4F7E-AE93-7F9785FD6839}" type="slidenum">
              <a:rPr lang="en-US" smtClean="0"/>
              <a:pPr/>
              <a:t>‹#›</a:t>
            </a:fld>
            <a:endParaRPr lang="en-US"/>
          </a:p>
        </p:txBody>
      </p:sp>
      <p:pic>
        <p:nvPicPr>
          <p:cNvPr id="8" name="Picture 7" descr="300px-COMSATS_Logo.svg.png"/>
          <p:cNvPicPr>
            <a:picLocks noChangeAspect="1"/>
          </p:cNvPicPr>
          <p:nvPr userDrawn="1"/>
        </p:nvPicPr>
        <p:blipFill>
          <a:blip r:embed="rId2" cstate="print"/>
          <a:stretch>
            <a:fillRect/>
          </a:stretch>
        </p:blipFill>
        <p:spPr>
          <a:xfrm>
            <a:off x="7930671" y="304800"/>
            <a:ext cx="584679" cy="584679"/>
          </a:xfrm>
          <a:prstGeom prst="rect">
            <a:avLst/>
          </a:prstGeom>
        </p:spPr>
      </p:pic>
    </p:spTree>
    <p:extLst>
      <p:ext uri="{BB962C8B-B14F-4D97-AF65-F5344CB8AC3E}">
        <p14:creationId xmlns="" xmlns:p14="http://schemas.microsoft.com/office/powerpoint/2010/main" val="2159231770"/>
      </p:ext>
    </p:extLst>
  </p:cSld>
  <p:clrMapOvr>
    <a:masterClrMapping/>
  </p:clrMapOvr>
  <p:transition spd="med">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374F353-4049-49F8-AD17-54113405838B}" type="datetime1">
              <a:rPr lang="en-US" smtClean="0"/>
              <a:pPr/>
              <a:t>9/11/2023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A8661F-1CDE-4F7E-AE93-7F9785FD6839}" type="slidenum">
              <a:rPr lang="en-US" smtClean="0"/>
              <a:pPr/>
              <a:t>‹#›</a:t>
            </a:fld>
            <a:endParaRPr lang="en-US"/>
          </a:p>
        </p:txBody>
      </p:sp>
    </p:spTree>
    <p:extLst>
      <p:ext uri="{BB962C8B-B14F-4D97-AF65-F5344CB8AC3E}">
        <p14:creationId xmlns="" xmlns:p14="http://schemas.microsoft.com/office/powerpoint/2010/main" val="1633446037"/>
      </p:ext>
    </p:extLst>
  </p:cSld>
  <p:clrMapOvr>
    <a:masterClrMapping/>
  </p:clrMapOvr>
  <p:transition spd="med">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0362"/>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0363"/>
            <a:ext cx="5800725" cy="581183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6AED51-F72C-4B69-8121-E4F746CCB53D}" type="datetime1">
              <a:rPr lang="en-US" smtClean="0"/>
              <a:pPr/>
              <a:t>9/11/2023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A8661F-1CDE-4F7E-AE93-7F9785FD6839}" type="slidenum">
              <a:rPr lang="en-US" smtClean="0"/>
              <a:pPr/>
              <a:t>‹#›</a:t>
            </a:fld>
            <a:endParaRPr lang="en-US"/>
          </a:p>
        </p:txBody>
      </p:sp>
    </p:spTree>
    <p:extLst>
      <p:ext uri="{BB962C8B-B14F-4D97-AF65-F5344CB8AC3E}">
        <p14:creationId xmlns="" xmlns:p14="http://schemas.microsoft.com/office/powerpoint/2010/main" val="410794773"/>
      </p:ext>
    </p:extLst>
  </p:cSld>
  <p:clrMapOvr>
    <a:masterClrMapping/>
  </p:clrMapOvr>
  <p:transition spd="med">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436346" y="1788454"/>
            <a:ext cx="6270922" cy="2098226"/>
          </a:xfrm>
        </p:spPr>
        <p:txBody>
          <a:bodyPr anchor="b">
            <a:noAutofit/>
          </a:bodyPr>
          <a:lstStyle>
            <a:lvl1pPr algn="ctr">
              <a:defRPr sz="60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009930" y="3956280"/>
            <a:ext cx="5123755" cy="1086237"/>
          </a:xfrm>
        </p:spPr>
        <p:txBody>
          <a:bodyPr>
            <a:normAutofit/>
          </a:bodyPr>
          <a:lstStyle>
            <a:lvl1pPr marL="0" indent="0" algn="ctr">
              <a:lnSpc>
                <a:spcPct val="112000"/>
              </a:lnSpc>
              <a:spcBef>
                <a:spcPts val="0"/>
              </a:spcBef>
              <a:spcAft>
                <a:spcPts val="0"/>
              </a:spcAft>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a:xfrm>
            <a:off x="564644" y="6453386"/>
            <a:ext cx="1205958" cy="404614"/>
          </a:xfrm>
        </p:spPr>
        <p:txBody>
          <a:bodyPr/>
          <a:lstStyle>
            <a:lvl1pPr>
              <a:defRPr baseline="0">
                <a:solidFill>
                  <a:schemeClr val="tx2"/>
                </a:solidFill>
              </a:defRPr>
            </a:lvl1pPr>
          </a:lstStyle>
          <a:p>
            <a:fld id="{E0E642A4-CE71-4E7E-86B6-6C29AEAD31BD}" type="datetime1">
              <a:rPr lang="en-US" smtClean="0"/>
              <a:pPr/>
              <a:t>9/11/2023</a:t>
            </a:fld>
            <a:endParaRPr lang="en-US"/>
          </a:p>
        </p:txBody>
      </p:sp>
      <p:sp>
        <p:nvSpPr>
          <p:cNvPr id="5" name="Footer Placeholder 4"/>
          <p:cNvSpPr>
            <a:spLocks noGrp="1"/>
          </p:cNvSpPr>
          <p:nvPr>
            <p:ph type="ftr" sz="quarter" idx="11"/>
          </p:nvPr>
        </p:nvSpPr>
        <p:spPr>
          <a:xfrm>
            <a:off x="1938041" y="6453386"/>
            <a:ext cx="5267533" cy="404614"/>
          </a:xfrm>
        </p:spPr>
        <p:txBody>
          <a:bodyPr/>
          <a:lstStyle>
            <a:lvl1pPr algn="ctr">
              <a:defRPr baseline="0">
                <a:solidFill>
                  <a:schemeClr val="tx2"/>
                </a:solidFill>
              </a:defRPr>
            </a:lvl1pPr>
          </a:lstStyle>
          <a:p>
            <a:endParaRPr lang="en-US"/>
          </a:p>
        </p:txBody>
      </p:sp>
      <p:sp>
        <p:nvSpPr>
          <p:cNvPr id="6" name="Slide Number Placeholder 5"/>
          <p:cNvSpPr>
            <a:spLocks noGrp="1"/>
          </p:cNvSpPr>
          <p:nvPr>
            <p:ph type="sldNum" sz="quarter" idx="12"/>
          </p:nvPr>
        </p:nvSpPr>
        <p:spPr>
          <a:xfrm>
            <a:off x="7373012" y="6453386"/>
            <a:ext cx="1197219" cy="404614"/>
          </a:xfrm>
        </p:spPr>
        <p:txBody>
          <a:bodyPr/>
          <a:lstStyle>
            <a:lvl1pPr>
              <a:defRPr baseline="0">
                <a:solidFill>
                  <a:schemeClr val="tx2"/>
                </a:solidFill>
              </a:defRPr>
            </a:lvl1pPr>
          </a:lstStyle>
          <a:p>
            <a:fld id="{08A8661F-1CDE-4F7E-AE93-7F9785FD6839}" type="slidenum">
              <a:rPr lang="en-US" smtClean="0"/>
              <a:pPr/>
              <a:t>‹#›</a:t>
            </a:fld>
            <a:endParaRPr lang="en-US"/>
          </a:p>
        </p:txBody>
      </p:sp>
      <p:grpSp>
        <p:nvGrpSpPr>
          <p:cNvPr id="8" name="Group 7"/>
          <p:cNvGrpSpPr/>
          <p:nvPr/>
        </p:nvGrpSpPr>
        <p:grpSpPr>
          <a:xfrm>
            <a:off x="564643" y="744469"/>
            <a:ext cx="8005589" cy="5349671"/>
            <a:chOff x="564643" y="744469"/>
            <a:chExt cx="8005589" cy="5349671"/>
          </a:xfrm>
        </p:grpSpPr>
        <p:sp>
          <p:nvSpPr>
            <p:cNvPr id="11" name="Freeform 6"/>
            <p:cNvSpPr/>
            <p:nvPr/>
          </p:nvSpPr>
          <p:spPr bwMode="auto">
            <a:xfrm>
              <a:off x="6113972" y="1685652"/>
              <a:ext cx="2456260" cy="4408488"/>
            </a:xfrm>
            <a:custGeom>
              <a:avLst/>
              <a:gdLst/>
              <a:ahLst/>
              <a:cxnLst/>
              <a:rect l="l" t="t" r="r" b="b"/>
              <a:pathLst>
                <a:path w="10000" h="10000">
                  <a:moveTo>
                    <a:pt x="8761" y="0"/>
                  </a:moveTo>
                  <a:lnTo>
                    <a:pt x="10000" y="0"/>
                  </a:lnTo>
                  <a:lnTo>
                    <a:pt x="10000" y="10000"/>
                  </a:lnTo>
                  <a:lnTo>
                    <a:pt x="0" y="10000"/>
                  </a:lnTo>
                  <a:lnTo>
                    <a:pt x="0" y="9357"/>
                  </a:lnTo>
                  <a:lnTo>
                    <a:pt x="8761" y="935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564643" y="744469"/>
              <a:ext cx="2456505" cy="4408488"/>
            </a:xfrm>
            <a:custGeom>
              <a:avLst/>
              <a:gdLst/>
              <a:ahLst/>
              <a:cxnLst/>
              <a:rect l="l" t="t" r="r" b="b"/>
              <a:pathLst>
                <a:path w="10001" h="10000">
                  <a:moveTo>
                    <a:pt x="8762" y="0"/>
                  </a:moveTo>
                  <a:lnTo>
                    <a:pt x="10001" y="0"/>
                  </a:lnTo>
                  <a:lnTo>
                    <a:pt x="10001" y="10000"/>
                  </a:lnTo>
                  <a:lnTo>
                    <a:pt x="1" y="10000"/>
                  </a:lnTo>
                  <a:cubicBezTo>
                    <a:pt x="-2" y="9766"/>
                    <a:pt x="4" y="9586"/>
                    <a:pt x="1" y="9352"/>
                  </a:cubicBezTo>
                  <a:lnTo>
                    <a:pt x="8762" y="9346"/>
                  </a:lnTo>
                  <a:lnTo>
                    <a:pt x="8762" y="0"/>
                  </a:lnTo>
                  <a:close/>
                </a:path>
              </a:pathLst>
            </a:custGeom>
            <a:solidFill>
              <a:schemeClr val="tx2"/>
            </a:solidFill>
            <a:ln w="0">
              <a:noFill/>
              <a:prstDash val="solid"/>
              <a:round/>
              <a:headEnd/>
              <a:tailEnd/>
            </a:ln>
          </p:spPr>
        </p:sp>
      </p:grpSp>
    </p:spTree>
    <p:extLst>
      <p:ext uri="{BB962C8B-B14F-4D97-AF65-F5344CB8AC3E}">
        <p14:creationId xmlns="" xmlns:p14="http://schemas.microsoft.com/office/powerpoint/2010/main" val="1594551694"/>
      </p:ext>
    </p:extLst>
  </p:cSld>
  <p:clrMapOvr>
    <a:masterClrMapping/>
  </p:clrMapOvr>
  <p:transition spd="med">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19B2F96-1442-4F7D-B5D6-A68ECC45280C}" type="datetime1">
              <a:rPr lang="en-US" smtClean="0"/>
              <a:pPr/>
              <a:t>9/11/2023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A8661F-1CDE-4F7E-AE93-7F9785FD6839}" type="slidenum">
              <a:rPr lang="en-US" smtClean="0"/>
              <a:pPr/>
              <a:t>‹#›</a:t>
            </a:fld>
            <a:endParaRPr lang="en-US"/>
          </a:p>
        </p:txBody>
      </p:sp>
      <p:pic>
        <p:nvPicPr>
          <p:cNvPr id="7" name="Picture 6" descr="300px-COMSATS_Logo.svg.png"/>
          <p:cNvPicPr>
            <a:picLocks noChangeAspect="1"/>
          </p:cNvPicPr>
          <p:nvPr userDrawn="1"/>
        </p:nvPicPr>
        <p:blipFill>
          <a:blip r:embed="rId2" cstate="print"/>
          <a:stretch>
            <a:fillRect/>
          </a:stretch>
        </p:blipFill>
        <p:spPr>
          <a:xfrm>
            <a:off x="7922419" y="736201"/>
            <a:ext cx="584679" cy="584679"/>
          </a:xfrm>
          <a:prstGeom prst="rect">
            <a:avLst/>
          </a:prstGeom>
        </p:spPr>
      </p:pic>
    </p:spTree>
    <p:extLst>
      <p:ext uri="{BB962C8B-B14F-4D97-AF65-F5344CB8AC3E}">
        <p14:creationId xmlns="" xmlns:p14="http://schemas.microsoft.com/office/powerpoint/2010/main" val="3982187498"/>
      </p:ext>
    </p:extLst>
  </p:cSld>
  <p:clrMapOvr>
    <a:masterClrMapping/>
  </p:clrMapOvr>
  <p:transition spd="med">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73769" y="1301361"/>
            <a:ext cx="7209728" cy="2852737"/>
          </a:xfrm>
        </p:spPr>
        <p:txBody>
          <a:bodyPr anchor="b">
            <a:normAutofit/>
          </a:bodyPr>
          <a:lstStyle>
            <a:lvl1pPr algn="r">
              <a:defRPr sz="6000" cap="all"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573769" y="4216328"/>
            <a:ext cx="7209728" cy="1143324"/>
          </a:xfrm>
        </p:spPr>
        <p:txBody>
          <a:bodyPr/>
          <a:lstStyle>
            <a:lvl1pPr marL="0" indent="0" algn="r">
              <a:lnSpc>
                <a:spcPct val="112000"/>
              </a:lnSpc>
              <a:spcBef>
                <a:spcPts val="0"/>
              </a:spcBef>
              <a:spcAft>
                <a:spcPts val="0"/>
              </a:spcAft>
              <a:buNone/>
              <a:defRPr sz="1800">
                <a:solidFill>
                  <a:schemeClr val="tx2"/>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554181" y="6453386"/>
            <a:ext cx="1216807" cy="404614"/>
          </a:xfrm>
        </p:spPr>
        <p:txBody>
          <a:bodyPr/>
          <a:lstStyle>
            <a:lvl1pPr>
              <a:defRPr>
                <a:solidFill>
                  <a:schemeClr val="tx2"/>
                </a:solidFill>
              </a:defRPr>
            </a:lvl1pPr>
          </a:lstStyle>
          <a:p>
            <a:fld id="{69E62099-81D3-4C2B-B0EF-8FD0DE4F7736}" type="datetime1">
              <a:rPr lang="en-US" smtClean="0"/>
              <a:pPr/>
              <a:t>9/11/2023</a:t>
            </a:fld>
            <a:endParaRPr lang="en-US"/>
          </a:p>
        </p:txBody>
      </p:sp>
      <p:sp>
        <p:nvSpPr>
          <p:cNvPr id="5" name="Footer Placeholder 4"/>
          <p:cNvSpPr>
            <a:spLocks noGrp="1"/>
          </p:cNvSpPr>
          <p:nvPr>
            <p:ph type="ftr" sz="quarter" idx="11"/>
          </p:nvPr>
        </p:nvSpPr>
        <p:spPr>
          <a:xfrm>
            <a:off x="1938234" y="6453386"/>
            <a:ext cx="5267533" cy="404614"/>
          </a:xfrm>
        </p:spPr>
        <p:txBody>
          <a:bodyPr/>
          <a:lstStyle>
            <a:lvl1pPr algn="ctr">
              <a:defRPr>
                <a:solidFill>
                  <a:schemeClr val="tx2"/>
                </a:solidFill>
              </a:defRPr>
            </a:lvl1pPr>
          </a:lstStyle>
          <a:p>
            <a:endParaRPr lang="en-US"/>
          </a:p>
        </p:txBody>
      </p:sp>
      <p:sp>
        <p:nvSpPr>
          <p:cNvPr id="6" name="Slide Number Placeholder 5"/>
          <p:cNvSpPr>
            <a:spLocks noGrp="1"/>
          </p:cNvSpPr>
          <p:nvPr>
            <p:ph type="sldNum" sz="quarter" idx="12"/>
          </p:nvPr>
        </p:nvSpPr>
        <p:spPr>
          <a:xfrm>
            <a:off x="7373012" y="6453386"/>
            <a:ext cx="1197219" cy="404614"/>
          </a:xfrm>
        </p:spPr>
        <p:txBody>
          <a:bodyPr/>
          <a:lstStyle>
            <a:lvl1pPr>
              <a:defRPr>
                <a:solidFill>
                  <a:schemeClr val="tx2"/>
                </a:solidFill>
              </a:defRPr>
            </a:lvl1pPr>
          </a:lstStyle>
          <a:p>
            <a:fld id="{08A8661F-1CDE-4F7E-AE93-7F9785FD6839}" type="slidenum">
              <a:rPr lang="en-US" smtClean="0"/>
              <a:pPr/>
              <a:t>‹#›</a:t>
            </a:fld>
            <a:endParaRPr lang="en-US"/>
          </a:p>
        </p:txBody>
      </p:sp>
      <p:sp>
        <p:nvSpPr>
          <p:cNvPr id="7" name="Freeform 6"/>
          <p:cNvSpPr/>
          <p:nvPr/>
        </p:nvSpPr>
        <p:spPr bwMode="auto">
          <a:xfrm>
            <a:off x="6113972" y="1685652"/>
            <a:ext cx="2456260"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bg2"/>
          </a:solidFill>
          <a:ln w="0">
            <a:noFill/>
            <a:prstDash val="solid"/>
            <a:round/>
            <a:headEnd/>
            <a:tailEnd/>
          </a:ln>
        </p:spPr>
      </p:sp>
      <p:sp>
        <p:nvSpPr>
          <p:cNvPr id="8" name="Freeform 7"/>
          <p:cNvSpPr/>
          <p:nvPr/>
        </p:nvSpPr>
        <p:spPr bwMode="auto">
          <a:xfrm>
            <a:off x="6113972" y="1685652"/>
            <a:ext cx="2456260"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extLst>
      <p:ext uri="{BB962C8B-B14F-4D97-AF65-F5344CB8AC3E}">
        <p14:creationId xmlns="" xmlns:p14="http://schemas.microsoft.com/office/powerpoint/2010/main" val="775626402"/>
      </p:ext>
    </p:extLst>
  </p:cSld>
  <p:clrMapOvr>
    <a:overrideClrMapping bg1="dk1" tx1="lt1" bg2="dk2" tx2="lt2" accent1="accent1" accent2="accent2" accent3="accent3" accent4="accent4" accent5="accent5" accent6="accent6" hlink="hlink" folHlink="folHlink"/>
  </p:clrMapOvr>
  <p:transition spd="med">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028700" y="2286000"/>
            <a:ext cx="3335840"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894052" y="2286000"/>
            <a:ext cx="3335840"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F272507-46F5-4CE1-A6F2-5888612C8B7B}" type="datetime1">
              <a:rPr lang="en-US" smtClean="0"/>
              <a:pPr/>
              <a:t>9/11/2023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A8661F-1CDE-4F7E-AE93-7F9785FD6839}" type="slidenum">
              <a:rPr lang="en-US" smtClean="0"/>
              <a:pPr/>
              <a:t>‹#›</a:t>
            </a:fld>
            <a:endParaRPr lang="en-US"/>
          </a:p>
        </p:txBody>
      </p:sp>
      <p:pic>
        <p:nvPicPr>
          <p:cNvPr id="8" name="Picture 7" descr="300px-COMSATS_Logo.svg.png"/>
          <p:cNvPicPr>
            <a:picLocks noChangeAspect="1"/>
          </p:cNvPicPr>
          <p:nvPr userDrawn="1"/>
        </p:nvPicPr>
        <p:blipFill>
          <a:blip r:embed="rId2" cstate="print"/>
          <a:stretch>
            <a:fillRect/>
          </a:stretch>
        </p:blipFill>
        <p:spPr>
          <a:xfrm>
            <a:off x="7930671" y="736201"/>
            <a:ext cx="584679" cy="584679"/>
          </a:xfrm>
          <a:prstGeom prst="rect">
            <a:avLst/>
          </a:prstGeom>
        </p:spPr>
      </p:pic>
    </p:spTree>
    <p:extLst>
      <p:ext uri="{BB962C8B-B14F-4D97-AF65-F5344CB8AC3E}">
        <p14:creationId xmlns="" xmlns:p14="http://schemas.microsoft.com/office/powerpoint/2010/main" val="2387610784"/>
      </p:ext>
    </p:extLst>
  </p:cSld>
  <p:clrMapOvr>
    <a:masterClrMapping/>
  </p:clrMapOvr>
  <p:transition spd="med">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28700" y="685800"/>
            <a:ext cx="72009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28700" y="2340230"/>
            <a:ext cx="3335840" cy="823912"/>
          </a:xfrm>
        </p:spPr>
        <p:txBody>
          <a:bodyPr anchor="b">
            <a:noAutofit/>
          </a:bodyPr>
          <a:lstStyle>
            <a:lvl1pPr marL="0" indent="0">
              <a:lnSpc>
                <a:spcPct val="84000"/>
              </a:lnSpc>
              <a:spcBef>
                <a:spcPts val="0"/>
              </a:spcBef>
              <a:spcAft>
                <a:spcPts val="0"/>
              </a:spcAft>
              <a:buNone/>
              <a:defRPr sz="2400" b="0"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1028700" y="3305208"/>
            <a:ext cx="3335839"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93760" y="2349754"/>
            <a:ext cx="3335840" cy="823912"/>
          </a:xfrm>
        </p:spPr>
        <p:txBody>
          <a:bodyPr anchor="b">
            <a:noAutofit/>
          </a:bodyPr>
          <a:lstStyle>
            <a:lvl1pPr marL="0" indent="0">
              <a:lnSpc>
                <a:spcPct val="84000"/>
              </a:lnSpc>
              <a:spcBef>
                <a:spcPts val="0"/>
              </a:spcBef>
              <a:spcAft>
                <a:spcPts val="0"/>
              </a:spcAft>
              <a:buNone/>
              <a:defRPr sz="2400" b="0"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893760" y="3305208"/>
            <a:ext cx="3335840"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3FD9BEA-D62E-4C5B-AE86-F2A6B20BCDF8}" type="datetime1">
              <a:rPr lang="en-US" smtClean="0"/>
              <a:pPr/>
              <a:t>9/11/2023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8A8661F-1CDE-4F7E-AE93-7F9785FD6839}" type="slidenum">
              <a:rPr lang="en-US" smtClean="0"/>
              <a:pPr/>
              <a:t>‹#›</a:t>
            </a:fld>
            <a:endParaRPr lang="en-US"/>
          </a:p>
        </p:txBody>
      </p:sp>
      <p:pic>
        <p:nvPicPr>
          <p:cNvPr id="10" name="Picture 9" descr="300px-COMSATS_Logo.svg.png"/>
          <p:cNvPicPr>
            <a:picLocks noChangeAspect="1"/>
          </p:cNvPicPr>
          <p:nvPr userDrawn="1"/>
        </p:nvPicPr>
        <p:blipFill>
          <a:blip r:embed="rId2" cstate="print"/>
          <a:stretch>
            <a:fillRect/>
          </a:stretch>
        </p:blipFill>
        <p:spPr>
          <a:xfrm>
            <a:off x="7935866" y="762000"/>
            <a:ext cx="584679" cy="584679"/>
          </a:xfrm>
          <a:prstGeom prst="rect">
            <a:avLst/>
          </a:prstGeom>
        </p:spPr>
      </p:pic>
    </p:spTree>
    <p:extLst>
      <p:ext uri="{BB962C8B-B14F-4D97-AF65-F5344CB8AC3E}">
        <p14:creationId xmlns="" xmlns:p14="http://schemas.microsoft.com/office/powerpoint/2010/main" val="4134987554"/>
      </p:ext>
    </p:extLst>
  </p:cSld>
  <p:clrMapOvr>
    <a:masterClrMapping/>
  </p:clrMapOvr>
  <p:transition spd="med">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6A31F3A-2159-42EE-B4DA-BEAA34015963}" type="datetime1">
              <a:rPr lang="en-US" smtClean="0"/>
              <a:pPr/>
              <a:t>9/11/2023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8A8661F-1CDE-4F7E-AE93-7F9785FD6839}" type="slidenum">
              <a:rPr lang="en-US" smtClean="0"/>
              <a:pPr/>
              <a:t>‹#›</a:t>
            </a:fld>
            <a:endParaRPr lang="en-US"/>
          </a:p>
        </p:txBody>
      </p:sp>
      <p:pic>
        <p:nvPicPr>
          <p:cNvPr id="6" name="Picture 5" descr="300px-COMSATS_Logo.svg.png"/>
          <p:cNvPicPr>
            <a:picLocks noChangeAspect="1"/>
          </p:cNvPicPr>
          <p:nvPr userDrawn="1"/>
        </p:nvPicPr>
        <p:blipFill>
          <a:blip r:embed="rId2" cstate="print"/>
          <a:stretch>
            <a:fillRect/>
          </a:stretch>
        </p:blipFill>
        <p:spPr>
          <a:xfrm>
            <a:off x="7935866" y="762000"/>
            <a:ext cx="584679" cy="584679"/>
          </a:xfrm>
          <a:prstGeom prst="rect">
            <a:avLst/>
          </a:prstGeom>
        </p:spPr>
      </p:pic>
    </p:spTree>
    <p:extLst>
      <p:ext uri="{BB962C8B-B14F-4D97-AF65-F5344CB8AC3E}">
        <p14:creationId xmlns="" xmlns:p14="http://schemas.microsoft.com/office/powerpoint/2010/main" val="2915395875"/>
      </p:ext>
    </p:extLst>
  </p:cSld>
  <p:clrMapOvr>
    <a:masterClrMapping/>
  </p:clrMapOvr>
  <p:transition spd="med">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E75F32-FC34-4B6B-8C3A-F3F37A24FF13}" type="datetime1">
              <a:rPr lang="en-US" smtClean="0"/>
              <a:pPr/>
              <a:t>9/11/2023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8A8661F-1CDE-4F7E-AE93-7F9785FD6839}" type="slidenum">
              <a:rPr lang="en-US" smtClean="0"/>
              <a:pPr/>
              <a:t>‹#›</a:t>
            </a:fld>
            <a:endParaRPr lang="en-US"/>
          </a:p>
        </p:txBody>
      </p:sp>
      <p:pic>
        <p:nvPicPr>
          <p:cNvPr id="5" name="Picture 4" descr="300px-COMSATS_Logo.svg.png"/>
          <p:cNvPicPr>
            <a:picLocks noChangeAspect="1"/>
          </p:cNvPicPr>
          <p:nvPr userDrawn="1"/>
        </p:nvPicPr>
        <p:blipFill>
          <a:blip r:embed="rId2" cstate="print"/>
          <a:stretch>
            <a:fillRect/>
          </a:stretch>
        </p:blipFill>
        <p:spPr>
          <a:xfrm>
            <a:off x="7935866" y="762000"/>
            <a:ext cx="584679" cy="584679"/>
          </a:xfrm>
          <a:prstGeom prst="rect">
            <a:avLst/>
          </a:prstGeom>
        </p:spPr>
      </p:pic>
    </p:spTree>
    <p:extLst>
      <p:ext uri="{BB962C8B-B14F-4D97-AF65-F5344CB8AC3E}">
        <p14:creationId xmlns="" xmlns:p14="http://schemas.microsoft.com/office/powerpoint/2010/main" val="2845597910"/>
      </p:ext>
    </p:extLst>
  </p:cSld>
  <p:clrMapOvr>
    <a:masterClrMapping/>
  </p:clrMapOvr>
  <p:transition spd="med">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376"/>
            <a:ext cx="397764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542925" y="685800"/>
            <a:ext cx="2891790" cy="2157884"/>
          </a:xfrm>
        </p:spPr>
        <p:txBody>
          <a:bodyPr anchor="t">
            <a:noAutofit/>
          </a:bodyPr>
          <a:lstStyle>
            <a:lvl1pPr>
              <a:lnSpc>
                <a:spcPct val="84000"/>
              </a:lnSpc>
              <a:defRPr sz="44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4692015" y="685801"/>
            <a:ext cx="3909060" cy="5175250"/>
          </a:xfrm>
        </p:spPr>
        <p:txBody>
          <a:bodyPr/>
          <a:lstStyle>
            <a:lvl1pPr>
              <a:defRPr sz="1500"/>
            </a:lvl1pPr>
            <a:lvl2pPr>
              <a:defRPr sz="1500"/>
            </a:lvl2pPr>
            <a:lvl3pPr>
              <a:defRPr sz="1350"/>
            </a:lvl3pPr>
            <a:lvl4pPr>
              <a:defRPr sz="135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42925" y="2856344"/>
            <a:ext cx="2891790" cy="3011056"/>
          </a:xfrm>
        </p:spPr>
        <p:txBody>
          <a:bodyPr>
            <a:normAutofit/>
          </a:bodyPr>
          <a:lstStyle>
            <a:lvl1pPr marL="0" indent="0">
              <a:lnSpc>
                <a:spcPct val="113000"/>
              </a:lnSpc>
              <a:spcBef>
                <a:spcPts val="0"/>
              </a:spcBef>
              <a:spcAft>
                <a:spcPts val="1500"/>
              </a:spcAft>
              <a:buNone/>
              <a:defRPr sz="16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a:xfrm>
            <a:off x="542925" y="6453386"/>
            <a:ext cx="903429" cy="404614"/>
          </a:xfrm>
        </p:spPr>
        <p:txBody>
          <a:bodyPr/>
          <a:lstStyle>
            <a:lvl1pPr>
              <a:defRPr>
                <a:solidFill>
                  <a:schemeClr val="tx2"/>
                </a:solidFill>
              </a:defRPr>
            </a:lvl1pPr>
          </a:lstStyle>
          <a:p>
            <a:fld id="{598EC96E-3D9B-4A8C-8FBD-0B0F16D97EA5}" type="datetime1">
              <a:rPr lang="en-US" smtClean="0"/>
              <a:pPr/>
              <a:t>9/11/2023</a:t>
            </a:fld>
            <a:endParaRPr lang="en-US"/>
          </a:p>
        </p:txBody>
      </p:sp>
      <p:sp>
        <p:nvSpPr>
          <p:cNvPr id="6" name="Footer Placeholder 5"/>
          <p:cNvSpPr>
            <a:spLocks noGrp="1"/>
          </p:cNvSpPr>
          <p:nvPr>
            <p:ph type="ftr" sz="quarter" idx="11"/>
          </p:nvPr>
        </p:nvSpPr>
        <p:spPr>
          <a:xfrm>
            <a:off x="1654459" y="6453386"/>
            <a:ext cx="1780256" cy="404614"/>
          </a:xfrm>
        </p:spPr>
        <p:txBody>
          <a:bodyPr/>
          <a:lstStyle>
            <a:lvl1pPr>
              <a:defRPr>
                <a:solidFill>
                  <a:schemeClr val="tx2"/>
                </a:solidFill>
              </a:defRPr>
            </a:lvl1pPr>
          </a:lstStyle>
          <a:p>
            <a:endParaRPr lang="en-US"/>
          </a:p>
        </p:txBody>
      </p:sp>
      <p:sp>
        <p:nvSpPr>
          <p:cNvPr id="7" name="Slide Number Placeholder 6"/>
          <p:cNvSpPr>
            <a:spLocks noGrp="1"/>
          </p:cNvSpPr>
          <p:nvPr>
            <p:ph type="sldNum" sz="quarter" idx="12"/>
          </p:nvPr>
        </p:nvSpPr>
        <p:spPr>
          <a:xfrm>
            <a:off x="7412355" y="6453386"/>
            <a:ext cx="1197219" cy="404614"/>
          </a:xfrm>
        </p:spPr>
        <p:txBody>
          <a:bodyPr/>
          <a:lstStyle>
            <a:lvl1pPr>
              <a:defRPr>
                <a:solidFill>
                  <a:schemeClr val="tx2"/>
                </a:solidFill>
              </a:defRPr>
            </a:lvl1pPr>
          </a:lstStyle>
          <a:p>
            <a:fld id="{08A8661F-1CDE-4F7E-AE93-7F9785FD6839}" type="slidenum">
              <a:rPr lang="en-US" smtClean="0"/>
              <a:pPr/>
              <a:t>‹#›</a:t>
            </a:fld>
            <a:endParaRPr lang="en-US"/>
          </a:p>
        </p:txBody>
      </p:sp>
      <p:sp>
        <p:nvSpPr>
          <p:cNvPr id="9" name="Rectangle 8"/>
          <p:cNvSpPr/>
          <p:nvPr/>
        </p:nvSpPr>
        <p:spPr>
          <a:xfrm>
            <a:off x="3977640" y="376"/>
            <a:ext cx="17145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3977640" y="376"/>
            <a:ext cx="17145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12" name="Picture 11" descr="300px-COMSATS_Logo.svg.png"/>
          <p:cNvPicPr>
            <a:picLocks noChangeAspect="1"/>
          </p:cNvPicPr>
          <p:nvPr userDrawn="1"/>
        </p:nvPicPr>
        <p:blipFill>
          <a:blip r:embed="rId2" cstate="print"/>
          <a:stretch>
            <a:fillRect/>
          </a:stretch>
        </p:blipFill>
        <p:spPr>
          <a:xfrm>
            <a:off x="7935153" y="304800"/>
            <a:ext cx="584679" cy="584679"/>
          </a:xfrm>
          <a:prstGeom prst="rect">
            <a:avLst/>
          </a:prstGeom>
        </p:spPr>
      </p:pic>
    </p:spTree>
    <p:extLst>
      <p:ext uri="{BB962C8B-B14F-4D97-AF65-F5344CB8AC3E}">
        <p14:creationId xmlns="" xmlns:p14="http://schemas.microsoft.com/office/powerpoint/2010/main" val="3707833732"/>
      </p:ext>
    </p:extLst>
  </p:cSld>
  <p:clrMapOvr>
    <a:masterClrMapping/>
  </p:clrMapOvr>
  <p:transition spd="med">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376"/>
            <a:ext cx="397764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542925" y="685800"/>
            <a:ext cx="2891790" cy="2157884"/>
          </a:xfrm>
        </p:spPr>
        <p:txBody>
          <a:bodyPr anchor="t">
            <a:normAutofit/>
          </a:bodyPr>
          <a:lstStyle>
            <a:lvl1pPr>
              <a:lnSpc>
                <a:spcPct val="84000"/>
              </a:lnSpc>
              <a:defRPr sz="44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4149090" y="1"/>
            <a:ext cx="4994910" cy="6857999"/>
          </a:xfrm>
        </p:spPr>
        <p:txBody>
          <a:bodyPr anchor="t">
            <a:normAutofit/>
          </a:bodyPr>
          <a:lstStyle>
            <a:lvl1pPr marL="0" indent="0">
              <a:buNone/>
              <a:defRPr sz="1500"/>
            </a:lvl1pPr>
            <a:lvl2pPr marL="342900" indent="0">
              <a:buNone/>
              <a:defRPr sz="1500"/>
            </a:lvl2pPr>
            <a:lvl3pPr marL="685800" indent="0">
              <a:buNone/>
              <a:defRPr sz="15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542925" y="2855968"/>
            <a:ext cx="2891790" cy="3011432"/>
          </a:xfrm>
        </p:spPr>
        <p:txBody>
          <a:bodyPr>
            <a:normAutofit/>
          </a:bodyPr>
          <a:lstStyle>
            <a:lvl1pPr marL="0" indent="0">
              <a:lnSpc>
                <a:spcPct val="113000"/>
              </a:lnSpc>
              <a:spcBef>
                <a:spcPts val="0"/>
              </a:spcBef>
              <a:spcAft>
                <a:spcPts val="1500"/>
              </a:spcAft>
              <a:buNone/>
              <a:defRPr sz="16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a:xfrm>
            <a:off x="542925" y="6453386"/>
            <a:ext cx="903429" cy="404614"/>
          </a:xfrm>
        </p:spPr>
        <p:txBody>
          <a:bodyPr/>
          <a:lstStyle>
            <a:lvl1pPr>
              <a:defRPr>
                <a:solidFill>
                  <a:schemeClr val="tx2"/>
                </a:solidFill>
              </a:defRPr>
            </a:lvl1pPr>
          </a:lstStyle>
          <a:p>
            <a:fld id="{058234CE-C9E8-41EB-8AD7-A30522EFEC85}" type="datetime1">
              <a:rPr lang="en-US" smtClean="0"/>
              <a:pPr/>
              <a:t>9/11/2023</a:t>
            </a:fld>
            <a:endParaRPr lang="en-US"/>
          </a:p>
        </p:txBody>
      </p:sp>
      <p:sp>
        <p:nvSpPr>
          <p:cNvPr id="6" name="Footer Placeholder 5"/>
          <p:cNvSpPr>
            <a:spLocks noGrp="1"/>
          </p:cNvSpPr>
          <p:nvPr>
            <p:ph type="ftr" sz="quarter" idx="11"/>
          </p:nvPr>
        </p:nvSpPr>
        <p:spPr>
          <a:xfrm>
            <a:off x="1654459" y="6453386"/>
            <a:ext cx="1780256" cy="404614"/>
          </a:xfrm>
        </p:spPr>
        <p:txBody>
          <a:bodyPr/>
          <a:lstStyle>
            <a:lvl1pPr>
              <a:defRPr>
                <a:solidFill>
                  <a:schemeClr val="tx2"/>
                </a:solidFill>
              </a:defRPr>
            </a:lvl1pPr>
          </a:lstStyle>
          <a:p>
            <a:endParaRPr lang="en-US"/>
          </a:p>
        </p:txBody>
      </p:sp>
      <p:sp>
        <p:nvSpPr>
          <p:cNvPr id="7" name="Slide Number Placeholder 6"/>
          <p:cNvSpPr>
            <a:spLocks noGrp="1"/>
          </p:cNvSpPr>
          <p:nvPr>
            <p:ph type="sldNum" sz="quarter" idx="12"/>
          </p:nvPr>
        </p:nvSpPr>
        <p:spPr>
          <a:xfrm>
            <a:off x="7412355" y="6453386"/>
            <a:ext cx="1197219" cy="404614"/>
          </a:xfrm>
        </p:spPr>
        <p:txBody>
          <a:bodyPr/>
          <a:lstStyle>
            <a:lvl1pPr>
              <a:defRPr>
                <a:solidFill>
                  <a:schemeClr val="tx2"/>
                </a:solidFill>
              </a:defRPr>
            </a:lvl1pPr>
          </a:lstStyle>
          <a:p>
            <a:fld id="{08A8661F-1CDE-4F7E-AE93-7F9785FD6839}" type="slidenum">
              <a:rPr lang="en-US" smtClean="0"/>
              <a:pPr/>
              <a:t>‹#›</a:t>
            </a:fld>
            <a:endParaRPr lang="en-US"/>
          </a:p>
        </p:txBody>
      </p:sp>
      <p:sp>
        <p:nvSpPr>
          <p:cNvPr id="9" name="Rectangle 8"/>
          <p:cNvSpPr/>
          <p:nvPr/>
        </p:nvSpPr>
        <p:spPr>
          <a:xfrm>
            <a:off x="3977640" y="376"/>
            <a:ext cx="17145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3977640" y="376"/>
            <a:ext cx="17145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12" name="Picture 11" descr="300px-COMSATS_Logo.svg.png"/>
          <p:cNvPicPr>
            <a:picLocks noChangeAspect="1"/>
          </p:cNvPicPr>
          <p:nvPr userDrawn="1"/>
        </p:nvPicPr>
        <p:blipFill>
          <a:blip r:embed="rId2" cstate="print"/>
          <a:stretch>
            <a:fillRect/>
          </a:stretch>
        </p:blipFill>
        <p:spPr>
          <a:xfrm>
            <a:off x="7930671" y="304800"/>
            <a:ext cx="584679" cy="584679"/>
          </a:xfrm>
          <a:prstGeom prst="rect">
            <a:avLst/>
          </a:prstGeom>
        </p:spPr>
      </p:pic>
    </p:spTree>
    <p:extLst>
      <p:ext uri="{BB962C8B-B14F-4D97-AF65-F5344CB8AC3E}">
        <p14:creationId xmlns="" xmlns:p14="http://schemas.microsoft.com/office/powerpoint/2010/main" val="4086403713"/>
      </p:ext>
    </p:extLst>
  </p:cSld>
  <p:clrMapOvr>
    <a:masterClrMapping/>
  </p:clrMapOvr>
  <p:transition spd="med">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028700" y="2295526"/>
            <a:ext cx="7200900" cy="357187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54920B6-93CD-40DD-9AA7-712F6C576AE0}" type="datetime1">
              <a:rPr lang="en-US" smtClean="0"/>
              <a:pPr/>
              <a:t>9/11/2023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A8661F-1CDE-4F7E-AE93-7F9785FD6839}" type="slidenum">
              <a:rPr lang="en-US" smtClean="0"/>
              <a:pPr/>
              <a:t>‹#›</a:t>
            </a:fld>
            <a:endParaRPr lang="en-US"/>
          </a:p>
        </p:txBody>
      </p:sp>
    </p:spTree>
    <p:extLst>
      <p:ext uri="{BB962C8B-B14F-4D97-AF65-F5344CB8AC3E}">
        <p14:creationId xmlns="" xmlns:p14="http://schemas.microsoft.com/office/powerpoint/2010/main" val="2264224170"/>
      </p:ext>
    </p:extLst>
  </p:cSld>
  <p:clrMapOvr>
    <a:masterClrMapping/>
  </p:clrMapOvr>
  <p:transition spd="med">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80797" y="624156"/>
            <a:ext cx="1490950"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28700" y="624156"/>
            <a:ext cx="5724525" cy="524324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0C9BD32-03A7-4103-9D67-510D71C677F9}" type="datetime1">
              <a:rPr lang="en-US" smtClean="0"/>
              <a:pPr/>
              <a:t>9/11/2023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A8661F-1CDE-4F7E-AE93-7F9785FD6839}" type="slidenum">
              <a:rPr lang="en-US" smtClean="0"/>
              <a:pPr/>
              <a:t>‹#›</a:t>
            </a:fld>
            <a:endParaRPr lang="en-US"/>
          </a:p>
        </p:txBody>
      </p:sp>
    </p:spTree>
    <p:extLst>
      <p:ext uri="{BB962C8B-B14F-4D97-AF65-F5344CB8AC3E}">
        <p14:creationId xmlns="" xmlns:p14="http://schemas.microsoft.com/office/powerpoint/2010/main" val="1093674615"/>
      </p:ext>
    </p:extLst>
  </p:cSld>
  <p:clrMapOvr>
    <a:masterClrMapping/>
  </p:clrMapOvr>
  <p:transition spd="med">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33845" y="365760"/>
            <a:ext cx="7886700" cy="132556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33845" y="1828801"/>
            <a:ext cx="7886700" cy="4351337"/>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825">
                <a:solidFill>
                  <a:schemeClr val="tx1">
                    <a:lumMod val="65000"/>
                    <a:lumOff val="35000"/>
                  </a:schemeClr>
                </a:solidFill>
              </a:defRPr>
            </a:lvl1pPr>
          </a:lstStyle>
          <a:p>
            <a:fld id="{FDBEDB79-F50D-4C7B-BE8C-96E65180550D}" type="datetime1">
              <a:rPr lang="en-US" smtClean="0"/>
              <a:pPr/>
              <a:t>9/11/2023</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825">
                <a:solidFill>
                  <a:schemeClr val="tx1">
                    <a:lumMod val="65000"/>
                    <a:lumOff val="35000"/>
                  </a:schemeClr>
                </a:solidFill>
              </a:defRPr>
            </a:lvl1pPr>
          </a:lstStyle>
          <a:p>
            <a:endParaRPr lang="en-US"/>
          </a:p>
        </p:txBody>
      </p:sp>
      <p:sp>
        <p:nvSpPr>
          <p:cNvPr id="6" name="Slide Number Placeholder 5"/>
          <p:cNvSpPr>
            <a:spLocks noGrp="1"/>
          </p:cNvSpPr>
          <p:nvPr>
            <p:ph type="sldNum" sz="quarter" idx="4"/>
          </p:nvPr>
        </p:nvSpPr>
        <p:spPr>
          <a:xfrm>
            <a:off x="6463145" y="6356351"/>
            <a:ext cx="2057400" cy="365125"/>
          </a:xfrm>
          <a:prstGeom prst="rect">
            <a:avLst/>
          </a:prstGeom>
        </p:spPr>
        <p:txBody>
          <a:bodyPr vert="horz" lIns="91440" tIns="45720" rIns="91440" bIns="45720" rtlCol="0" anchor="ctr"/>
          <a:lstStyle>
            <a:lvl1pPr algn="r">
              <a:defRPr sz="825">
                <a:solidFill>
                  <a:schemeClr val="tx1">
                    <a:tint val="75000"/>
                  </a:schemeClr>
                </a:solidFill>
              </a:defRPr>
            </a:lvl1pPr>
          </a:lstStyle>
          <a:p>
            <a:fld id="{08A8661F-1CDE-4F7E-AE93-7F9785FD6839}" type="slidenum">
              <a:rPr lang="en-US" smtClean="0"/>
              <a:pPr/>
              <a:t>‹#›</a:t>
            </a:fld>
            <a:endParaRPr lang="en-US"/>
          </a:p>
        </p:txBody>
      </p:sp>
    </p:spTree>
    <p:extLst>
      <p:ext uri="{BB962C8B-B14F-4D97-AF65-F5344CB8AC3E}">
        <p14:creationId xmlns="" xmlns:p14="http://schemas.microsoft.com/office/powerpoint/2010/main" val="767351837"/>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Lst>
  <p:transition spd="med">
    <p:fade/>
  </p:transition>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Wingdings 2" pitchFamily="18" charset="2"/>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Wingdings 2" pitchFamily="18" charset="2"/>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Wingdings 2" pitchFamily="18" charset="2"/>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Wingdings 2" pitchFamily="18" charset="2"/>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Wingdings 2" pitchFamily="18" charset="2"/>
        <a:buChar char=""/>
        <a:defRPr sz="1350" kern="1200">
          <a:solidFill>
            <a:schemeClr val="tx1"/>
          </a:solidFill>
          <a:latin typeface="+mn-lt"/>
          <a:ea typeface="+mn-ea"/>
          <a:cs typeface="+mn-cs"/>
        </a:defRPr>
      </a:lvl5pPr>
      <a:lvl6pPr marL="18859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6pPr>
      <a:lvl7pPr marL="22288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7pPr>
      <a:lvl8pPr marL="25717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8pPr>
      <a:lvl9pPr marL="29146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8700" y="685800"/>
            <a:ext cx="72009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028700" y="2286000"/>
            <a:ext cx="7200900" cy="35814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42987" y="6453386"/>
            <a:ext cx="903429" cy="404614"/>
          </a:xfrm>
          <a:prstGeom prst="rect">
            <a:avLst/>
          </a:prstGeom>
        </p:spPr>
        <p:txBody>
          <a:bodyPr vert="horz" lIns="91440" tIns="45720" rIns="91440" bIns="45720" rtlCol="0" anchor="ctr"/>
          <a:lstStyle>
            <a:lvl1pPr algn="l">
              <a:defRPr sz="1000" baseline="0">
                <a:solidFill>
                  <a:schemeClr val="tx2"/>
                </a:solidFill>
              </a:defRPr>
            </a:lvl1pPr>
          </a:lstStyle>
          <a:p>
            <a:fld id="{5E3EAB4F-89BE-4B2D-8971-9E9D472E8C31}" type="datetime1">
              <a:rPr lang="en-US" smtClean="0"/>
              <a:pPr/>
              <a:t>9/11/2023</a:t>
            </a:fld>
            <a:endParaRPr lang="en-US"/>
          </a:p>
        </p:txBody>
      </p:sp>
      <p:sp>
        <p:nvSpPr>
          <p:cNvPr id="5" name="Footer Placeholder 4"/>
          <p:cNvSpPr>
            <a:spLocks noGrp="1"/>
          </p:cNvSpPr>
          <p:nvPr>
            <p:ph type="ftr" sz="quarter" idx="3"/>
          </p:nvPr>
        </p:nvSpPr>
        <p:spPr>
          <a:xfrm>
            <a:off x="2170173" y="6453386"/>
            <a:ext cx="4710623" cy="404614"/>
          </a:xfrm>
          <a:prstGeom prst="rect">
            <a:avLst/>
          </a:prstGeom>
        </p:spPr>
        <p:txBody>
          <a:bodyPr vert="horz" lIns="91440" tIns="45720" rIns="91440" bIns="45720" rtlCol="0" anchor="ctr"/>
          <a:lstStyle>
            <a:lvl1pPr algn="l">
              <a:defRPr sz="1000" baseline="0">
                <a:solidFill>
                  <a:schemeClr val="tx2"/>
                </a:solidFill>
              </a:defRPr>
            </a:lvl1pPr>
          </a:lstStyle>
          <a:p>
            <a:endParaRPr lang="en-US"/>
          </a:p>
        </p:txBody>
      </p:sp>
      <p:sp>
        <p:nvSpPr>
          <p:cNvPr id="6" name="Slide Number Placeholder 5"/>
          <p:cNvSpPr>
            <a:spLocks noGrp="1"/>
          </p:cNvSpPr>
          <p:nvPr>
            <p:ph type="sldNum" sz="quarter" idx="4"/>
          </p:nvPr>
        </p:nvSpPr>
        <p:spPr>
          <a:xfrm>
            <a:off x="7104552" y="6453386"/>
            <a:ext cx="1197219" cy="404614"/>
          </a:xfrm>
          <a:prstGeom prst="rect">
            <a:avLst/>
          </a:prstGeom>
        </p:spPr>
        <p:txBody>
          <a:bodyPr vert="horz" lIns="91440" tIns="45720" rIns="91440" bIns="45720" rtlCol="0" anchor="ctr"/>
          <a:lstStyle>
            <a:lvl1pPr algn="r">
              <a:defRPr sz="1000" baseline="0">
                <a:solidFill>
                  <a:schemeClr val="tx2"/>
                </a:solidFill>
              </a:defRPr>
            </a:lvl1pPr>
          </a:lstStyle>
          <a:p>
            <a:fld id="{08A8661F-1CDE-4F7E-AE93-7F9785FD6839}" type="slidenum">
              <a:rPr lang="en-US" smtClean="0"/>
              <a:pPr/>
              <a:t>‹#›</a:t>
            </a:fld>
            <a:endParaRPr lang="en-US"/>
          </a:p>
        </p:txBody>
      </p:sp>
      <p:sp>
        <p:nvSpPr>
          <p:cNvPr id="9" name="Rectangle 8"/>
          <p:cNvSpPr/>
          <p:nvPr/>
        </p:nvSpPr>
        <p:spPr>
          <a:xfrm>
            <a:off x="358571" y="376"/>
            <a:ext cx="17145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358571" y="376"/>
            <a:ext cx="17145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 xmlns:p14="http://schemas.microsoft.com/office/powerpoint/2010/main" val="1862357199"/>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Lst>
  <p:transition spd="med">
    <p:fade/>
  </p:transition>
  <p:hf hdr="0" ftr="0" dt="0"/>
  <p:txStyles>
    <p:titleStyle>
      <a:lvl1pPr algn="l" defTabSz="6858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6858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mod="1">
    <p:ext uri="{27BBF7A9-308A-43DC-89C8-2F10F3537804}">
      <p15:sldGuideLst xmlns="" xmlns:p15="http://schemas.microsoft.com/office/powerpoint/2012/main">
        <p15:guide id="1" pos="6912">
          <p15:clr>
            <a:srgbClr val="F26B43"/>
          </p15:clr>
        </p15:guide>
        <p15:guide id="2" pos="936">
          <p15:clr>
            <a:srgbClr val="F26B43"/>
          </p15:clr>
        </p15:guide>
        <p15:guide id="3" pos="864">
          <p15:clr>
            <a:srgbClr val="F26B43"/>
          </p15:clr>
        </p15:guide>
        <p15:guide id="0" orient="horz" pos="1368">
          <p15:clr>
            <a:srgbClr val="F26B43"/>
          </p15:clr>
        </p15:guide>
        <p15:guide id="4" orient="horz" pos="1440">
          <p15:clr>
            <a:srgbClr val="F26B43"/>
          </p15:clr>
        </p15:guide>
        <p15:guide id="5" orient="horz" pos="3696">
          <p15:clr>
            <a:srgbClr val="F26B43"/>
          </p15:clr>
        </p15:guide>
        <p15:guide id="6" orient="horz" pos="432">
          <p15:clr>
            <a:srgbClr val="F26B43"/>
          </p15:clr>
        </p15:guide>
        <p15:guide id="7" orient="horz" pos="1512">
          <p15:clr>
            <a:srgbClr val="F26B43"/>
          </p15:clr>
        </p15:guide>
        <p15:guide id="8" pos="5184">
          <p15:clr>
            <a:srgbClr val="F26B43"/>
          </p15:clr>
        </p15:guide>
        <p15:guide id="9" pos="702">
          <p15:clr>
            <a:srgbClr val="F26B43"/>
          </p15:clr>
        </p15:guide>
        <p15:guide id="10" pos="64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4.png"/><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microsoft.com/office/2007/relationships/hdphoto" Target="../media/hdphoto1.wdp"/></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microsoft.com/office/2007/relationships/hdphoto" Target="../media/hdphoto1.wdp"/></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microsoft.com/office/2007/relationships/hdphoto" Target="../media/hdphoto1.wdp"/></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microsoft.com/office/2007/relationships/hdphoto" Target="../media/hdphoto1.wdp"/></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microsoft.com/office/2007/relationships/hdphoto" Target="../media/hdphoto1.wdp"/></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microsoft.com/office/2007/relationships/hdphoto" Target="../media/hdphoto1.wdp"/></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microsoft.com/office/2007/relationships/hdphoto" Target="../media/hdphoto1.wdp"/></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5.png"/><Relationship Id="rId4" Type="http://schemas.microsoft.com/office/2007/relationships/hdphoto" Target="../media/hdphoto1.wdp"/></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jpe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microsoft.com/office/2007/relationships/hdphoto" Target="../media/hdphoto1.wdp"/></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microsoft.com/office/2007/relationships/hdphoto" Target="../media/hdphoto1.wdp"/></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microsoft.com/office/2007/relationships/hdphoto" Target="../media/hdphoto1.wdp"/></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microsoft.com/office/2007/relationships/hdphoto" Target="../media/hdphoto1.wdp"/></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microsoft.com/office/2007/relationships/hdphoto" Target="../media/hdphoto1.wdp"/></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microsoft.com/office/2007/relationships/hdphoto" Target="../media/hdphoto1.wdp"/></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microsoft.com/office/2007/relationships/hdphoto" Target="../media/hdphoto1.wdp"/></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microsoft.com/office/2007/relationships/hdphoto" Target="../media/hdphoto1.wdp"/></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microsoft.com/office/2007/relationships/hdphoto" Target="../media/hdphoto1.wdp"/></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microsoft.com/office/2007/relationships/hdphoto" Target="../media/hdphoto1.wdp"/></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8.jpeg"/><Relationship Id="rId4" Type="http://schemas.microsoft.com/office/2007/relationships/hdphoto" Target="../media/hdphoto1.wdp"/></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microsoft.com/office/2007/relationships/hdphoto" Target="../media/hdphoto1.wdp"/></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microsoft.com/office/2007/relationships/hdphoto" Target="../media/hdphoto1.wdp"/></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microsoft.com/office/2007/relationships/hdphoto" Target="../media/hdphoto1.wdp"/></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microsoft.com/office/2007/relationships/hdphoto" Target="../media/hdphoto1.wdp"/></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microsoft.com/office/2007/relationships/hdphoto" Target="../media/hdphoto1.wdp"/></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microsoft.com/office/2007/relationships/hdphoto" Target="../media/hdphoto1.wdp"/></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microsoft.com/office/2007/relationships/hdphoto" Target="../media/hdphoto1.wdp"/></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microsoft.com/office/2007/relationships/hdphoto" Target="../media/hdphoto1.wdp"/></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36346" y="1788454"/>
            <a:ext cx="6270922" cy="2783546"/>
          </a:xfrm>
        </p:spPr>
        <p:txBody>
          <a:bodyPr/>
          <a:lstStyle/>
          <a:p>
            <a:r>
              <a:rPr lang="en-US" sz="4800" dirty="0" smtClean="0">
                <a:latin typeface="Candara" panose="020E0502030303020204" pitchFamily="34" charset="0"/>
              </a:rPr>
              <a:t>HUM113 </a:t>
            </a:r>
            <a:r>
              <a:rPr lang="en-US" sz="4800" dirty="0">
                <a:latin typeface="Candara" panose="020E0502030303020204" pitchFamily="34" charset="0"/>
              </a:rPr>
              <a:t/>
            </a:r>
            <a:br>
              <a:rPr lang="en-US" sz="4800" dirty="0">
                <a:latin typeface="Candara" panose="020E0502030303020204" pitchFamily="34" charset="0"/>
              </a:rPr>
            </a:br>
            <a:r>
              <a:rPr lang="en-US" sz="4800" dirty="0" smtClean="0">
                <a:latin typeface="Candara" panose="020E0502030303020204" pitchFamily="34" charset="0"/>
              </a:rPr>
              <a:t>Ideology and Constitution of Pakistan</a:t>
            </a:r>
            <a:endParaRPr lang="en-US" sz="4800" dirty="0">
              <a:latin typeface="Candara" panose="020E0502030303020204" pitchFamily="34" charset="0"/>
            </a:endParaRPr>
          </a:p>
        </p:txBody>
      </p:sp>
      <p:sp>
        <p:nvSpPr>
          <p:cNvPr id="4" name="Slide Number Placeholder 3"/>
          <p:cNvSpPr>
            <a:spLocks noGrp="1"/>
          </p:cNvSpPr>
          <p:nvPr>
            <p:ph type="sldNum" sz="quarter" idx="12"/>
          </p:nvPr>
        </p:nvSpPr>
        <p:spPr/>
        <p:txBody>
          <a:bodyPr/>
          <a:lstStyle/>
          <a:p>
            <a:fld id="{08A8661F-1CDE-4F7E-AE93-7F9785FD6839}" type="slidenum">
              <a:rPr lang="en-US" smtClean="0"/>
              <a:pPr/>
              <a:t>1</a:t>
            </a:fld>
            <a:endParaRPr lang="en-US"/>
          </a:p>
        </p:txBody>
      </p:sp>
      <p:sp>
        <p:nvSpPr>
          <p:cNvPr id="6" name="Subtitle 5"/>
          <p:cNvSpPr txBox="1">
            <a:spLocks/>
          </p:cNvSpPr>
          <p:nvPr/>
        </p:nvSpPr>
        <p:spPr>
          <a:xfrm>
            <a:off x="6096000" y="838200"/>
            <a:ext cx="2232195" cy="609600"/>
          </a:xfrm>
          <a:prstGeom prst="rect">
            <a:avLst/>
          </a:prstGeom>
        </p:spPr>
        <p:txBody>
          <a:bodyPr vert="horz" lIns="91440" tIns="45720" rIns="91440" bIns="45720" rtlCol="0">
            <a:normAutofit lnSpcReduction="10000"/>
          </a:bodyPr>
          <a:lstStyle>
            <a:lvl1pPr marL="0" indent="0" algn="ctr" defTabSz="685800" rtl="0" eaLnBrk="1" latinLnBrk="0" hangingPunct="1">
              <a:lnSpc>
                <a:spcPct val="112000"/>
              </a:lnSpc>
              <a:spcBef>
                <a:spcPts val="0"/>
              </a:spcBef>
              <a:spcAft>
                <a:spcPts val="0"/>
              </a:spcAft>
              <a:buFont typeface="Franklin Gothic Book" panose="020B0503020102020204" pitchFamily="34" charset="0"/>
              <a:buNone/>
              <a:defRPr sz="1800" kern="1200" baseline="0">
                <a:solidFill>
                  <a:schemeClr val="tx2"/>
                </a:solidFill>
                <a:latin typeface="+mn-lt"/>
                <a:ea typeface="+mn-ea"/>
                <a:cs typeface="+mn-cs"/>
              </a:defRPr>
            </a:lvl1pPr>
            <a:lvl2pPr marL="342900" indent="0" algn="ctr" defTabSz="685800" rtl="0" eaLnBrk="1" latinLnBrk="0" hangingPunct="1">
              <a:lnSpc>
                <a:spcPct val="94000"/>
              </a:lnSpc>
              <a:spcBef>
                <a:spcPts val="500"/>
              </a:spcBef>
              <a:spcAft>
                <a:spcPts val="200"/>
              </a:spcAft>
              <a:buFont typeface="Franklin Gothic Book" panose="020B0503020102020204" pitchFamily="34" charset="0"/>
              <a:buNone/>
              <a:defRPr sz="1500" i="1" kern="1200" baseline="0">
                <a:solidFill>
                  <a:schemeClr val="tx2"/>
                </a:solidFill>
                <a:latin typeface="+mn-lt"/>
                <a:ea typeface="+mn-ea"/>
                <a:cs typeface="+mn-cs"/>
              </a:defRPr>
            </a:lvl2pPr>
            <a:lvl3pPr marL="685800" indent="0" algn="ctr" defTabSz="685800" rtl="0" eaLnBrk="1" latinLnBrk="0" hangingPunct="1">
              <a:lnSpc>
                <a:spcPct val="94000"/>
              </a:lnSpc>
              <a:spcBef>
                <a:spcPts val="500"/>
              </a:spcBef>
              <a:spcAft>
                <a:spcPts val="200"/>
              </a:spcAft>
              <a:buFont typeface="Franklin Gothic Book" panose="020B0503020102020204" pitchFamily="34" charset="0"/>
              <a:buNone/>
              <a:defRPr sz="1350" kern="1200" baseline="0">
                <a:solidFill>
                  <a:schemeClr val="tx2"/>
                </a:solidFill>
                <a:latin typeface="+mn-lt"/>
                <a:ea typeface="+mn-ea"/>
                <a:cs typeface="+mn-cs"/>
              </a:defRPr>
            </a:lvl3pPr>
            <a:lvl4pPr marL="1028700" indent="0" algn="ctr" defTabSz="685800" rtl="0" eaLnBrk="1" latinLnBrk="0" hangingPunct="1">
              <a:lnSpc>
                <a:spcPct val="94000"/>
              </a:lnSpc>
              <a:spcBef>
                <a:spcPts val="500"/>
              </a:spcBef>
              <a:spcAft>
                <a:spcPts val="200"/>
              </a:spcAft>
              <a:buFont typeface="Franklin Gothic Book" panose="020B0503020102020204" pitchFamily="34" charset="0"/>
              <a:buNone/>
              <a:defRPr sz="1200" i="1" kern="1200" baseline="0">
                <a:solidFill>
                  <a:schemeClr val="tx2"/>
                </a:solidFill>
                <a:latin typeface="+mn-lt"/>
                <a:ea typeface="+mn-ea"/>
                <a:cs typeface="+mn-cs"/>
              </a:defRPr>
            </a:lvl4pPr>
            <a:lvl5pPr marL="1371600" indent="0" algn="ctr" defTabSz="685800" rtl="0" eaLnBrk="1" latinLnBrk="0" hangingPunct="1">
              <a:lnSpc>
                <a:spcPct val="94000"/>
              </a:lnSpc>
              <a:spcBef>
                <a:spcPts val="500"/>
              </a:spcBef>
              <a:spcAft>
                <a:spcPts val="200"/>
              </a:spcAft>
              <a:buFont typeface="Franklin Gothic Book" panose="020B0503020102020204" pitchFamily="34" charset="0"/>
              <a:buNone/>
              <a:defRPr sz="1200" kern="1200" baseline="0">
                <a:solidFill>
                  <a:schemeClr val="tx2"/>
                </a:solidFill>
                <a:latin typeface="+mn-lt"/>
                <a:ea typeface="+mn-ea"/>
                <a:cs typeface="+mn-cs"/>
              </a:defRPr>
            </a:lvl5pPr>
            <a:lvl6pPr marL="1714500" indent="0" algn="ctr" defTabSz="685800" rtl="0" eaLnBrk="1" latinLnBrk="0" hangingPunct="1">
              <a:lnSpc>
                <a:spcPct val="94000"/>
              </a:lnSpc>
              <a:spcBef>
                <a:spcPts val="500"/>
              </a:spcBef>
              <a:spcAft>
                <a:spcPts val="200"/>
              </a:spcAft>
              <a:buFont typeface="Franklin Gothic Book" panose="020B0503020102020204" pitchFamily="34" charset="0"/>
              <a:buNone/>
              <a:defRPr sz="1200" i="1" kern="1200" baseline="0">
                <a:solidFill>
                  <a:schemeClr val="tx2"/>
                </a:solidFill>
                <a:latin typeface="+mn-lt"/>
                <a:ea typeface="+mn-ea"/>
                <a:cs typeface="+mn-cs"/>
              </a:defRPr>
            </a:lvl6pPr>
            <a:lvl7pPr marL="2057400" indent="0" algn="ctr" defTabSz="685800" rtl="0" eaLnBrk="1" latinLnBrk="0" hangingPunct="1">
              <a:lnSpc>
                <a:spcPct val="94000"/>
              </a:lnSpc>
              <a:spcBef>
                <a:spcPts val="500"/>
              </a:spcBef>
              <a:spcAft>
                <a:spcPts val="200"/>
              </a:spcAft>
              <a:buFont typeface="Franklin Gothic Book" panose="020B0503020102020204" pitchFamily="34" charset="0"/>
              <a:buNone/>
              <a:defRPr sz="1200" kern="1200" baseline="0">
                <a:solidFill>
                  <a:schemeClr val="tx2"/>
                </a:solidFill>
                <a:latin typeface="+mn-lt"/>
                <a:ea typeface="+mn-ea"/>
                <a:cs typeface="+mn-cs"/>
              </a:defRPr>
            </a:lvl7pPr>
            <a:lvl8pPr marL="2400300" indent="0" algn="ctr" defTabSz="685800" rtl="0" eaLnBrk="1" latinLnBrk="0" hangingPunct="1">
              <a:lnSpc>
                <a:spcPct val="94000"/>
              </a:lnSpc>
              <a:spcBef>
                <a:spcPts val="500"/>
              </a:spcBef>
              <a:spcAft>
                <a:spcPts val="200"/>
              </a:spcAft>
              <a:buFont typeface="Franklin Gothic Book" panose="020B0503020102020204" pitchFamily="34" charset="0"/>
              <a:buNone/>
              <a:defRPr sz="1200" i="1" kern="1200" baseline="0">
                <a:solidFill>
                  <a:schemeClr val="tx2"/>
                </a:solidFill>
                <a:latin typeface="+mn-lt"/>
                <a:ea typeface="+mn-ea"/>
                <a:cs typeface="+mn-cs"/>
              </a:defRPr>
            </a:lvl8pPr>
            <a:lvl9pPr marL="2743200" indent="0" algn="ctr" defTabSz="685800" rtl="0" eaLnBrk="1" latinLnBrk="0" hangingPunct="1">
              <a:lnSpc>
                <a:spcPct val="94000"/>
              </a:lnSpc>
              <a:spcBef>
                <a:spcPts val="500"/>
              </a:spcBef>
              <a:spcAft>
                <a:spcPts val="200"/>
              </a:spcAft>
              <a:buFont typeface="Franklin Gothic Book" panose="020B0503020102020204" pitchFamily="34" charset="0"/>
              <a:buNone/>
              <a:defRPr sz="1200" kern="1200" baseline="0">
                <a:solidFill>
                  <a:schemeClr val="tx2"/>
                </a:solidFill>
                <a:latin typeface="+mn-lt"/>
                <a:ea typeface="+mn-ea"/>
                <a:cs typeface="+mn-cs"/>
              </a:defRPr>
            </a:lvl9pPr>
          </a:lstStyle>
          <a:p>
            <a:r>
              <a:rPr lang="en-US" sz="3200" b="1" dirty="0">
                <a:solidFill>
                  <a:schemeClr val="tx1"/>
                </a:solidFill>
                <a:latin typeface="Candara" panose="020E0502030303020204" pitchFamily="34" charset="0"/>
              </a:rPr>
              <a:t>Lecture 03</a:t>
            </a:r>
          </a:p>
        </p:txBody>
      </p:sp>
      <p:pic>
        <p:nvPicPr>
          <p:cNvPr id="5" name="Picture 4" descr="A close up of a logo&#10;&#10;Description generated with very high confidence"/>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533400" y="5328856"/>
            <a:ext cx="3153030" cy="924688"/>
          </a:xfrm>
          <a:prstGeom prst="rect">
            <a:avLst/>
          </a:prstGeom>
        </p:spPr>
      </p:pic>
    </p:spTree>
    <p:extLst>
      <p:ext uri="{BB962C8B-B14F-4D97-AF65-F5344CB8AC3E}">
        <p14:creationId xmlns="" xmlns:p14="http://schemas.microsoft.com/office/powerpoint/2010/main" val="3956043509"/>
      </p:ext>
    </p:extLst>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itle 4"/>
          <p:cNvSpPr>
            <a:spLocks noGrp="1"/>
          </p:cNvSpPr>
          <p:nvPr>
            <p:ph type="ctrTitle"/>
          </p:nvPr>
        </p:nvSpPr>
        <p:spPr>
          <a:xfrm>
            <a:off x="1143000" y="990600"/>
            <a:ext cx="6858000" cy="2133600"/>
          </a:xfrm>
        </p:spPr>
        <p:txBody>
          <a:bodyPr/>
          <a:lstStyle/>
          <a:p>
            <a:r>
              <a:rPr lang="en-US" sz="4000" dirty="0">
                <a:latin typeface="Candara" panose="020E0502030303020204" pitchFamily="34" charset="0"/>
              </a:rPr>
              <a:t>HUM </a:t>
            </a:r>
            <a:r>
              <a:rPr lang="en-US" sz="4000" dirty="0" smtClean="0">
                <a:latin typeface="Candara" panose="020E0502030303020204" pitchFamily="34" charset="0"/>
              </a:rPr>
              <a:t>113</a:t>
            </a:r>
            <a:r>
              <a:rPr lang="en-US" sz="4000" dirty="0">
                <a:latin typeface="Candara" panose="020E0502030303020204" pitchFamily="34" charset="0"/>
              </a:rPr>
              <a:t/>
            </a:r>
            <a:br>
              <a:rPr lang="en-US" sz="4000" dirty="0">
                <a:latin typeface="Candara" panose="020E0502030303020204" pitchFamily="34" charset="0"/>
              </a:rPr>
            </a:br>
            <a:r>
              <a:rPr lang="en-US" sz="4000" dirty="0" smtClean="0">
                <a:latin typeface="Candara" panose="020E0502030303020204" pitchFamily="34" charset="0"/>
              </a:rPr>
              <a:t>Ideology and Constitution of Pakistan</a:t>
            </a:r>
            <a:endParaRPr lang="en-US" sz="4000" dirty="0">
              <a:latin typeface="Candara" panose="020E0502030303020204" pitchFamily="34" charset="0"/>
            </a:endParaRPr>
          </a:p>
        </p:txBody>
      </p:sp>
      <p:sp>
        <p:nvSpPr>
          <p:cNvPr id="6" name="Subtitle 5"/>
          <p:cNvSpPr>
            <a:spLocks noGrp="1"/>
          </p:cNvSpPr>
          <p:nvPr>
            <p:ph type="subTitle" idx="1"/>
          </p:nvPr>
        </p:nvSpPr>
        <p:spPr>
          <a:xfrm>
            <a:off x="880339" y="3063359"/>
            <a:ext cx="7391400" cy="1528035"/>
          </a:xfrm>
        </p:spPr>
        <p:txBody>
          <a:bodyPr>
            <a:noAutofit/>
          </a:bodyPr>
          <a:lstStyle/>
          <a:p>
            <a:r>
              <a:rPr lang="en-US" sz="3000" dirty="0">
                <a:latin typeface="Candara" panose="020E0502030303020204" pitchFamily="34" charset="0"/>
              </a:rPr>
              <a:t>Lecture 03</a:t>
            </a:r>
          </a:p>
          <a:p>
            <a:r>
              <a:rPr lang="en-GB" altLang="en-US" sz="3000" dirty="0">
                <a:latin typeface="Candara" panose="020E0502030303020204" pitchFamily="34" charset="0"/>
              </a:rPr>
              <a:t>Historical Background of Pakistan</a:t>
            </a:r>
          </a:p>
          <a:p>
            <a:r>
              <a:rPr lang="en-GB" altLang="en-US" sz="3000" dirty="0">
                <a:latin typeface="Candara" panose="020E0502030303020204" pitchFamily="34" charset="0"/>
              </a:rPr>
              <a:t>(Causes/ failure of the war of Independence 1857, its impact on Hindu Muslim Unity)</a:t>
            </a:r>
            <a:endParaRPr lang="en-US" sz="3000" dirty="0">
              <a:latin typeface="Candara" panose="020E0502030303020204" pitchFamily="34" charset="0"/>
            </a:endParaRPr>
          </a:p>
          <a:p>
            <a:endParaRPr lang="en-US" sz="3000" dirty="0">
              <a:latin typeface="Candara" panose="020E0502030303020204" pitchFamily="34" charset="0"/>
            </a:endParaRPr>
          </a:p>
        </p:txBody>
      </p:sp>
      <p:sp>
        <p:nvSpPr>
          <p:cNvPr id="4" name="Slide Number Placeholder 3"/>
          <p:cNvSpPr>
            <a:spLocks noGrp="1"/>
          </p:cNvSpPr>
          <p:nvPr>
            <p:ph type="sldNum" sz="quarter" idx="12"/>
          </p:nvPr>
        </p:nvSpPr>
        <p:spPr/>
        <p:txBody>
          <a:bodyPr/>
          <a:lstStyle/>
          <a:p>
            <a:fld id="{EF3C9425-2EF3-4F8B-B8C0-E4714BE1748E}" type="slidenum">
              <a:rPr lang="en-US" smtClean="0">
                <a:latin typeface="Candara" panose="020E0502030303020204" pitchFamily="34" charset="0"/>
              </a:rPr>
              <a:pPr/>
              <a:t>2</a:t>
            </a:fld>
            <a:endParaRPr lang="en-US">
              <a:latin typeface="Candara" panose="020E0502030303020204" pitchFamily="34" charset="0"/>
            </a:endParaRPr>
          </a:p>
        </p:txBody>
      </p:sp>
      <p:sp>
        <p:nvSpPr>
          <p:cNvPr id="26" name="Subtitle 5"/>
          <p:cNvSpPr txBox="1">
            <a:spLocks/>
          </p:cNvSpPr>
          <p:nvPr/>
        </p:nvSpPr>
        <p:spPr>
          <a:xfrm>
            <a:off x="4092405" y="5181600"/>
            <a:ext cx="5432595" cy="1016941"/>
          </a:xfrm>
          <a:prstGeom prst="rect">
            <a:avLst/>
          </a:prstGeom>
        </p:spPr>
        <p:txBody>
          <a:bodyPr vert="horz" lIns="91440" tIns="45720" rIns="91440" bIns="45720" rtlCol="0">
            <a:normAutofit/>
          </a:bodyPr>
          <a:lstStyle>
            <a:lvl1pPr marL="0" indent="0" algn="ctr" defTabSz="685800" rtl="0" eaLnBrk="1" latinLnBrk="0" hangingPunct="1">
              <a:lnSpc>
                <a:spcPct val="112000"/>
              </a:lnSpc>
              <a:spcBef>
                <a:spcPts val="0"/>
              </a:spcBef>
              <a:spcAft>
                <a:spcPts val="0"/>
              </a:spcAft>
              <a:buFont typeface="Franklin Gothic Book" panose="020B0503020102020204" pitchFamily="34" charset="0"/>
              <a:buNone/>
              <a:defRPr sz="1800" kern="1200" baseline="0">
                <a:solidFill>
                  <a:schemeClr val="tx2"/>
                </a:solidFill>
                <a:latin typeface="+mn-lt"/>
                <a:ea typeface="+mn-ea"/>
                <a:cs typeface="+mn-cs"/>
              </a:defRPr>
            </a:lvl1pPr>
            <a:lvl2pPr marL="342900" indent="0" algn="ctr" defTabSz="685800" rtl="0" eaLnBrk="1" latinLnBrk="0" hangingPunct="1">
              <a:lnSpc>
                <a:spcPct val="94000"/>
              </a:lnSpc>
              <a:spcBef>
                <a:spcPts val="500"/>
              </a:spcBef>
              <a:spcAft>
                <a:spcPts val="200"/>
              </a:spcAft>
              <a:buFont typeface="Franklin Gothic Book" panose="020B0503020102020204" pitchFamily="34" charset="0"/>
              <a:buNone/>
              <a:defRPr sz="1500" i="1" kern="1200" baseline="0">
                <a:solidFill>
                  <a:schemeClr val="tx2"/>
                </a:solidFill>
                <a:latin typeface="+mn-lt"/>
                <a:ea typeface="+mn-ea"/>
                <a:cs typeface="+mn-cs"/>
              </a:defRPr>
            </a:lvl2pPr>
            <a:lvl3pPr marL="685800" indent="0" algn="ctr" defTabSz="685800" rtl="0" eaLnBrk="1" latinLnBrk="0" hangingPunct="1">
              <a:lnSpc>
                <a:spcPct val="94000"/>
              </a:lnSpc>
              <a:spcBef>
                <a:spcPts val="500"/>
              </a:spcBef>
              <a:spcAft>
                <a:spcPts val="200"/>
              </a:spcAft>
              <a:buFont typeface="Franklin Gothic Book" panose="020B0503020102020204" pitchFamily="34" charset="0"/>
              <a:buNone/>
              <a:defRPr sz="1350" kern="1200" baseline="0">
                <a:solidFill>
                  <a:schemeClr val="tx2"/>
                </a:solidFill>
                <a:latin typeface="+mn-lt"/>
                <a:ea typeface="+mn-ea"/>
                <a:cs typeface="+mn-cs"/>
              </a:defRPr>
            </a:lvl3pPr>
            <a:lvl4pPr marL="1028700" indent="0" algn="ctr" defTabSz="685800" rtl="0" eaLnBrk="1" latinLnBrk="0" hangingPunct="1">
              <a:lnSpc>
                <a:spcPct val="94000"/>
              </a:lnSpc>
              <a:spcBef>
                <a:spcPts val="500"/>
              </a:spcBef>
              <a:spcAft>
                <a:spcPts val="200"/>
              </a:spcAft>
              <a:buFont typeface="Franklin Gothic Book" panose="020B0503020102020204" pitchFamily="34" charset="0"/>
              <a:buNone/>
              <a:defRPr sz="1200" i="1" kern="1200" baseline="0">
                <a:solidFill>
                  <a:schemeClr val="tx2"/>
                </a:solidFill>
                <a:latin typeface="+mn-lt"/>
                <a:ea typeface="+mn-ea"/>
                <a:cs typeface="+mn-cs"/>
              </a:defRPr>
            </a:lvl4pPr>
            <a:lvl5pPr marL="1371600" indent="0" algn="ctr" defTabSz="685800" rtl="0" eaLnBrk="1" latinLnBrk="0" hangingPunct="1">
              <a:lnSpc>
                <a:spcPct val="94000"/>
              </a:lnSpc>
              <a:spcBef>
                <a:spcPts val="500"/>
              </a:spcBef>
              <a:spcAft>
                <a:spcPts val="200"/>
              </a:spcAft>
              <a:buFont typeface="Franklin Gothic Book" panose="020B0503020102020204" pitchFamily="34" charset="0"/>
              <a:buNone/>
              <a:defRPr sz="1200" kern="1200" baseline="0">
                <a:solidFill>
                  <a:schemeClr val="tx2"/>
                </a:solidFill>
                <a:latin typeface="+mn-lt"/>
                <a:ea typeface="+mn-ea"/>
                <a:cs typeface="+mn-cs"/>
              </a:defRPr>
            </a:lvl5pPr>
            <a:lvl6pPr marL="1714500" indent="0" algn="ctr" defTabSz="685800" rtl="0" eaLnBrk="1" latinLnBrk="0" hangingPunct="1">
              <a:lnSpc>
                <a:spcPct val="94000"/>
              </a:lnSpc>
              <a:spcBef>
                <a:spcPts val="500"/>
              </a:spcBef>
              <a:spcAft>
                <a:spcPts val="200"/>
              </a:spcAft>
              <a:buFont typeface="Franklin Gothic Book" panose="020B0503020102020204" pitchFamily="34" charset="0"/>
              <a:buNone/>
              <a:defRPr sz="1200" i="1" kern="1200" baseline="0">
                <a:solidFill>
                  <a:schemeClr val="tx2"/>
                </a:solidFill>
                <a:latin typeface="+mn-lt"/>
                <a:ea typeface="+mn-ea"/>
                <a:cs typeface="+mn-cs"/>
              </a:defRPr>
            </a:lvl6pPr>
            <a:lvl7pPr marL="2057400" indent="0" algn="ctr" defTabSz="685800" rtl="0" eaLnBrk="1" latinLnBrk="0" hangingPunct="1">
              <a:lnSpc>
                <a:spcPct val="94000"/>
              </a:lnSpc>
              <a:spcBef>
                <a:spcPts val="500"/>
              </a:spcBef>
              <a:spcAft>
                <a:spcPts val="200"/>
              </a:spcAft>
              <a:buFont typeface="Franklin Gothic Book" panose="020B0503020102020204" pitchFamily="34" charset="0"/>
              <a:buNone/>
              <a:defRPr sz="1200" kern="1200" baseline="0">
                <a:solidFill>
                  <a:schemeClr val="tx2"/>
                </a:solidFill>
                <a:latin typeface="+mn-lt"/>
                <a:ea typeface="+mn-ea"/>
                <a:cs typeface="+mn-cs"/>
              </a:defRPr>
            </a:lvl7pPr>
            <a:lvl8pPr marL="2400300" indent="0" algn="ctr" defTabSz="685800" rtl="0" eaLnBrk="1" latinLnBrk="0" hangingPunct="1">
              <a:lnSpc>
                <a:spcPct val="94000"/>
              </a:lnSpc>
              <a:spcBef>
                <a:spcPts val="500"/>
              </a:spcBef>
              <a:spcAft>
                <a:spcPts val="200"/>
              </a:spcAft>
              <a:buFont typeface="Franklin Gothic Book" panose="020B0503020102020204" pitchFamily="34" charset="0"/>
              <a:buNone/>
              <a:defRPr sz="1200" i="1" kern="1200" baseline="0">
                <a:solidFill>
                  <a:schemeClr val="tx2"/>
                </a:solidFill>
                <a:latin typeface="+mn-lt"/>
                <a:ea typeface="+mn-ea"/>
                <a:cs typeface="+mn-cs"/>
              </a:defRPr>
            </a:lvl8pPr>
            <a:lvl9pPr marL="2743200" indent="0" algn="ctr" defTabSz="685800" rtl="0" eaLnBrk="1" latinLnBrk="0" hangingPunct="1">
              <a:lnSpc>
                <a:spcPct val="94000"/>
              </a:lnSpc>
              <a:spcBef>
                <a:spcPts val="500"/>
              </a:spcBef>
              <a:spcAft>
                <a:spcPts val="200"/>
              </a:spcAft>
              <a:buFont typeface="Franklin Gothic Book" panose="020B0503020102020204" pitchFamily="34" charset="0"/>
              <a:buNone/>
              <a:defRPr sz="1200" kern="1200" baseline="0">
                <a:solidFill>
                  <a:schemeClr val="tx2"/>
                </a:solidFill>
                <a:latin typeface="+mn-lt"/>
                <a:ea typeface="+mn-ea"/>
                <a:cs typeface="+mn-cs"/>
              </a:defRPr>
            </a:lvl9pPr>
          </a:lstStyle>
          <a:p>
            <a:r>
              <a:rPr lang="en-US" sz="3000" b="1" dirty="0">
                <a:latin typeface="Candara" panose="020E0502030303020204" pitchFamily="34" charset="0"/>
              </a:rPr>
              <a:t>Dr. </a:t>
            </a:r>
            <a:r>
              <a:rPr lang="en-US" sz="3000" b="1" dirty="0" err="1">
                <a:latin typeface="Candara" panose="020E0502030303020204" pitchFamily="34" charset="0"/>
              </a:rPr>
              <a:t>Sohail</a:t>
            </a:r>
            <a:r>
              <a:rPr lang="en-US" sz="3000" b="1" dirty="0">
                <a:latin typeface="Candara" panose="020E0502030303020204" pitchFamily="34" charset="0"/>
              </a:rPr>
              <a:t> Ahmad</a:t>
            </a:r>
          </a:p>
        </p:txBody>
      </p:sp>
    </p:spTree>
    <p:extLst>
      <p:ext uri="{BB962C8B-B14F-4D97-AF65-F5344CB8AC3E}">
        <p14:creationId xmlns="" xmlns:p14="http://schemas.microsoft.com/office/powerpoint/2010/main" val="4085777705"/>
      </p:ext>
    </p:extLst>
  </p:cSld>
  <p:clrMapOvr>
    <a:masterClrMapping/>
  </p:clrMapOvr>
  <mc:AlternateContent xmlns:mc="http://schemas.openxmlformats.org/markup-compatibility/2006">
    <mc:Choice xmlns="" xmlns:p14="http://schemas.microsoft.com/office/powerpoint/2010/main" Requires="p14">
      <p:transition spd="slow" p14:dur="4000">
        <p14:vortex dir="r"/>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85801" y="735271"/>
            <a:ext cx="4667220" cy="584775"/>
          </a:xfrm>
          <a:prstGeom prst="rect">
            <a:avLst/>
          </a:prstGeom>
          <a:noFill/>
        </p:spPr>
        <p:txBody>
          <a:bodyPr wrap="square" rtlCol="0">
            <a:spAutoFit/>
          </a:bodyPr>
          <a:lstStyle/>
          <a:p>
            <a:r>
              <a:rPr lang="en-US" sz="3200" b="1" dirty="0">
                <a:solidFill>
                  <a:schemeClr val="tx2"/>
                </a:solidFill>
                <a:latin typeface="Candara" pitchFamily="34" charset="0"/>
                <a:cs typeface="Arial" pitchFamily="34" charset="0"/>
              </a:rPr>
              <a:t>Historical Movement</a:t>
            </a:r>
          </a:p>
        </p:txBody>
      </p:sp>
      <p:sp>
        <p:nvSpPr>
          <p:cNvPr id="6" name="TextBox 5"/>
          <p:cNvSpPr txBox="1"/>
          <p:nvPr/>
        </p:nvSpPr>
        <p:spPr>
          <a:xfrm>
            <a:off x="685801" y="1741321"/>
            <a:ext cx="8020022" cy="4154984"/>
          </a:xfrm>
          <a:prstGeom prst="rect">
            <a:avLst/>
          </a:prstGeom>
          <a:noFill/>
        </p:spPr>
        <p:txBody>
          <a:bodyPr wrap="square" rtlCol="0">
            <a:spAutoFit/>
          </a:bodyPr>
          <a:lstStyle/>
          <a:p>
            <a:pPr marL="914400" lvl="1" indent="-457200" algn="just">
              <a:buFont typeface="Arial" panose="020B0604020202020204" pitchFamily="34" charset="0"/>
              <a:buChar char="•"/>
            </a:pPr>
            <a:r>
              <a:rPr lang="en-US" altLang="en-US" sz="2400" dirty="0">
                <a:latin typeface="Candara" pitchFamily="34" charset="0"/>
                <a:cs typeface="Arial" pitchFamily="34" charset="0"/>
              </a:rPr>
              <a:t>Basis of historical movement for creation of Pakistan  may be said to begin with the outbreak of the War of Independence in 1857.</a:t>
            </a:r>
            <a:endParaRPr lang="en-US" sz="2400" dirty="0">
              <a:latin typeface="Candara" pitchFamily="34" charset="0"/>
              <a:cs typeface="Arial" pitchFamily="34" charset="0"/>
            </a:endParaRPr>
          </a:p>
          <a:p>
            <a:pPr marL="914400" lvl="1" indent="-457200" algn="just">
              <a:buFont typeface="Arial" panose="020B0604020202020204" pitchFamily="34" charset="0"/>
              <a:buChar char="•"/>
            </a:pPr>
            <a:r>
              <a:rPr lang="en-US" sz="2400" dirty="0">
                <a:latin typeface="Candara" pitchFamily="34" charset="0"/>
                <a:cs typeface="Arial" pitchFamily="34" charset="0"/>
              </a:rPr>
              <a:t>T</a:t>
            </a:r>
            <a:r>
              <a:rPr lang="en-US" altLang="en-US" sz="2400" dirty="0">
                <a:latin typeface="Candara" pitchFamily="34" charset="0"/>
                <a:cs typeface="Arial" pitchFamily="34" charset="0"/>
              </a:rPr>
              <a:t>he War of Independence opened on 10th May 1857 in Meerut, a remote and small city of the United Province of the subcontinent.</a:t>
            </a:r>
          </a:p>
          <a:p>
            <a:pPr marL="914400" lvl="1" indent="-457200" algn="just">
              <a:buFont typeface="Arial" panose="020B0604020202020204" pitchFamily="34" charset="0"/>
              <a:buChar char="•"/>
            </a:pPr>
            <a:r>
              <a:rPr lang="en-US" altLang="en-US" sz="2400" dirty="0">
                <a:latin typeface="Candara" pitchFamily="34" charset="0"/>
                <a:cs typeface="Arial" pitchFamily="34" charset="0"/>
              </a:rPr>
              <a:t>Though unsuccessful, It brought many changes, particularly in the political strategies of three parties:</a:t>
            </a:r>
          </a:p>
          <a:p>
            <a:pPr marL="1828800" lvl="3" indent="-457200" algn="just">
              <a:buFont typeface="Wingdings" panose="05000000000000000000" pitchFamily="2" charset="2"/>
              <a:buChar char="§"/>
            </a:pPr>
            <a:r>
              <a:rPr lang="en-US" altLang="en-US" sz="2400" dirty="0">
                <a:latin typeface="Candara" pitchFamily="34" charset="0"/>
                <a:cs typeface="Arial" pitchFamily="34" charset="0"/>
              </a:rPr>
              <a:t>British</a:t>
            </a:r>
          </a:p>
          <a:p>
            <a:pPr marL="1828800" lvl="3" indent="-457200" algn="just">
              <a:buFont typeface="Wingdings" panose="05000000000000000000" pitchFamily="2" charset="2"/>
              <a:buChar char="§"/>
            </a:pPr>
            <a:r>
              <a:rPr lang="en-US" altLang="en-US" sz="2400" dirty="0">
                <a:latin typeface="Candara" pitchFamily="34" charset="0"/>
                <a:cs typeface="Arial" pitchFamily="34" charset="0"/>
              </a:rPr>
              <a:t>Hindus</a:t>
            </a:r>
          </a:p>
          <a:p>
            <a:pPr marL="1828800" lvl="3" indent="-457200" algn="just">
              <a:buFont typeface="Wingdings" panose="05000000000000000000" pitchFamily="2" charset="2"/>
              <a:buChar char="§"/>
            </a:pPr>
            <a:r>
              <a:rPr lang="en-US" altLang="en-US" sz="2400" dirty="0">
                <a:latin typeface="Candara" pitchFamily="34" charset="0"/>
                <a:cs typeface="Arial" pitchFamily="34" charset="0"/>
              </a:rPr>
              <a:t>Muslims</a:t>
            </a:r>
            <a:endParaRPr lang="cy-GB" sz="2400" dirty="0">
              <a:latin typeface="Candara" pitchFamily="34" charset="0"/>
              <a:cs typeface="Arial" pitchFamily="34" charset="0"/>
            </a:endParaRPr>
          </a:p>
        </p:txBody>
      </p:sp>
      <p:sp>
        <p:nvSpPr>
          <p:cNvPr id="2" name="Slide Number Placeholder 1"/>
          <p:cNvSpPr>
            <a:spLocks noGrp="1"/>
          </p:cNvSpPr>
          <p:nvPr>
            <p:ph type="sldNum" sz="quarter" idx="12"/>
          </p:nvPr>
        </p:nvSpPr>
        <p:spPr/>
        <p:txBody>
          <a:bodyPr/>
          <a:lstStyle/>
          <a:p>
            <a:fld id="{08A8661F-1CDE-4F7E-AE93-7F9785FD6839}" type="slidenum">
              <a:rPr lang="en-US" smtClean="0"/>
              <a:pPr/>
              <a:t>3</a:t>
            </a:fld>
            <a:endParaRPr lang="en-US"/>
          </a:p>
        </p:txBody>
      </p:sp>
      <p:pic>
        <p:nvPicPr>
          <p:cNvPr id="39" name="Picture 38" descr="https://i.vimeocdn.com/portrait/10125853_300x300"/>
          <p:cNvPicPr>
            <a:picLocks noChangeAspect="1" noChangeArrowheads="1"/>
          </p:cNvPicPr>
          <p:nvPr/>
        </p:nvPicPr>
        <p:blipFill>
          <a:blip r:embed="rId3" cstate="print">
            <a:extLst>
              <a:ext uri="{BEBA8EAE-BF5A-486C-A8C5-ECC9F3942E4B}">
                <a14:imgProps xmlns="" xmlns:a14="http://schemas.microsoft.com/office/drawing/2010/main">
                  <a14:imgLayer r:embed="rId4">
                    <a14:imgEffect>
                      <a14:sharpenSoften amount="50000"/>
                    </a14:imgEffect>
                    <a14:imgEffect>
                      <a14:brightnessContrast contrast="-40000"/>
                    </a14:imgEffect>
                  </a14:imgLayer>
                </a14:imgProps>
              </a:ext>
              <a:ext uri="{28A0092B-C50C-407E-A947-70E740481C1C}">
                <a14:useLocalDpi xmlns="" xmlns:a14="http://schemas.microsoft.com/office/drawing/2010/main" val="0"/>
              </a:ext>
            </a:extLst>
          </a:blip>
          <a:srcRect/>
          <a:stretch>
            <a:fillRect/>
          </a:stretch>
        </p:blipFill>
        <p:spPr bwMode="auto">
          <a:xfrm>
            <a:off x="7602847" y="456159"/>
            <a:ext cx="1143000" cy="1143000"/>
          </a:xfrm>
          <a:prstGeom prst="rect">
            <a:avLst/>
          </a:prstGeom>
          <a:noFill/>
          <a:extLst>
            <a:ext uri="{909E8E84-426E-40DD-AFC4-6F175D3DCCD1}">
              <a14:hiddenFill xmlns="" xmlns:a14="http://schemas.microsoft.com/office/drawing/2010/main">
                <a:solidFill>
                  <a:srgbClr val="FFFFFF"/>
                </a:solidFill>
              </a14:hiddenFill>
            </a:ext>
          </a:extLst>
        </p:spPr>
      </p:pic>
      <p:grpSp>
        <p:nvGrpSpPr>
          <p:cNvPr id="40" name="Group 39"/>
          <p:cNvGrpSpPr/>
          <p:nvPr/>
        </p:nvGrpSpPr>
        <p:grpSpPr>
          <a:xfrm rot="10800000" flipV="1">
            <a:off x="857221" y="1405300"/>
            <a:ext cx="6037811" cy="45719"/>
            <a:chOff x="0" y="5791200"/>
            <a:chExt cx="8084345" cy="330200"/>
          </a:xfrm>
        </p:grpSpPr>
        <p:sp>
          <p:nvSpPr>
            <p:cNvPr id="41" name="Rectangle 40"/>
            <p:cNvSpPr/>
            <p:nvPr/>
          </p:nvSpPr>
          <p:spPr>
            <a:xfrm>
              <a:off x="0" y="5791200"/>
              <a:ext cx="1064261" cy="330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p:cNvSpPr/>
            <p:nvPr/>
          </p:nvSpPr>
          <p:spPr>
            <a:xfrm>
              <a:off x="1066800" y="5791200"/>
              <a:ext cx="997745" cy="3302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p:cNvSpPr/>
            <p:nvPr/>
          </p:nvSpPr>
          <p:spPr>
            <a:xfrm>
              <a:off x="2057400" y="5791200"/>
              <a:ext cx="997745" cy="3302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p:cNvSpPr/>
            <p:nvPr/>
          </p:nvSpPr>
          <p:spPr>
            <a:xfrm>
              <a:off x="3048000" y="5791200"/>
              <a:ext cx="997745" cy="3302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Rectangle 44"/>
            <p:cNvSpPr/>
            <p:nvPr/>
          </p:nvSpPr>
          <p:spPr>
            <a:xfrm>
              <a:off x="4038600" y="5791200"/>
              <a:ext cx="997745" cy="330200"/>
            </a:xfrm>
            <a:prstGeom prst="rect">
              <a:avLst/>
            </a:prstGeom>
            <a:solidFill>
              <a:srgbClr val="235F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p:cNvSpPr/>
            <p:nvPr/>
          </p:nvSpPr>
          <p:spPr>
            <a:xfrm>
              <a:off x="5029200" y="5791200"/>
              <a:ext cx="1122463" cy="33020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p:cNvSpPr/>
            <p:nvPr/>
          </p:nvSpPr>
          <p:spPr>
            <a:xfrm>
              <a:off x="6096000" y="5791200"/>
              <a:ext cx="997745" cy="3302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p:cNvSpPr/>
            <p:nvPr/>
          </p:nvSpPr>
          <p:spPr>
            <a:xfrm>
              <a:off x="7086600" y="5791200"/>
              <a:ext cx="997745" cy="330200"/>
            </a:xfrm>
            <a:prstGeom prst="rect">
              <a:avLst/>
            </a:prstGeom>
            <a:solidFill>
              <a:srgbClr val="5440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3" name="Rectangle 32"/>
          <p:cNvSpPr/>
          <p:nvPr/>
        </p:nvSpPr>
        <p:spPr>
          <a:xfrm>
            <a:off x="7373012" y="381000"/>
            <a:ext cx="1542388" cy="12633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Related image"/>
          <p:cNvPicPr>
            <a:picLocks noChangeAspect="1" noChangeArrowheads="1"/>
          </p:cNvPicPr>
          <p:nvPr/>
        </p:nvPicPr>
        <p:blipFill>
          <a:blip r:embed="rId5" cstate="print">
            <a:extLst>
              <a:ext uri="{28A0092B-C50C-407E-A947-70E740481C1C}">
                <a14:useLocalDpi xmlns="" xmlns:a14="http://schemas.microsoft.com/office/drawing/2010/main" val="0"/>
              </a:ext>
            </a:extLst>
          </a:blip>
          <a:srcRect/>
          <a:stretch>
            <a:fillRect/>
          </a:stretch>
        </p:blipFill>
        <p:spPr bwMode="auto">
          <a:xfrm>
            <a:off x="140494" y="1676400"/>
            <a:ext cx="1075171" cy="623477"/>
          </a:xfrm>
          <a:prstGeom prst="rect">
            <a:avLst/>
          </a:prstGeom>
          <a:noFill/>
          <a:extLst>
            <a:ext uri="{909E8E84-426E-40DD-AFC4-6F175D3DCCD1}">
              <a14:hiddenFill xmlns="" xmlns:a14="http://schemas.microsoft.com/office/drawing/2010/main">
                <a:solidFill>
                  <a:srgbClr val="FFFFFF"/>
                </a:solidFill>
              </a14:hiddenFill>
            </a:ext>
          </a:extLst>
        </p:spPr>
      </p:pic>
      <p:pic>
        <p:nvPicPr>
          <p:cNvPr id="20" name="Picture 2" descr="Related image"/>
          <p:cNvPicPr>
            <a:picLocks noChangeAspect="1" noChangeArrowheads="1"/>
          </p:cNvPicPr>
          <p:nvPr/>
        </p:nvPicPr>
        <p:blipFill>
          <a:blip r:embed="rId5" cstate="print">
            <a:extLst>
              <a:ext uri="{28A0092B-C50C-407E-A947-70E740481C1C}">
                <a14:useLocalDpi xmlns="" xmlns:a14="http://schemas.microsoft.com/office/drawing/2010/main" val="0"/>
              </a:ext>
            </a:extLst>
          </a:blip>
          <a:srcRect/>
          <a:stretch>
            <a:fillRect/>
          </a:stretch>
        </p:blipFill>
        <p:spPr bwMode="auto">
          <a:xfrm>
            <a:off x="136309" y="2743200"/>
            <a:ext cx="1075171" cy="623477"/>
          </a:xfrm>
          <a:prstGeom prst="rect">
            <a:avLst/>
          </a:prstGeom>
          <a:noFill/>
          <a:extLst>
            <a:ext uri="{909E8E84-426E-40DD-AFC4-6F175D3DCCD1}">
              <a14:hiddenFill xmlns="" xmlns:a14="http://schemas.microsoft.com/office/drawing/2010/main">
                <a:solidFill>
                  <a:srgbClr val="FFFFFF"/>
                </a:solidFill>
              </a14:hiddenFill>
            </a:ext>
          </a:extLst>
        </p:spPr>
      </p:pic>
      <p:pic>
        <p:nvPicPr>
          <p:cNvPr id="21" name="Picture 2" descr="Related image"/>
          <p:cNvPicPr>
            <a:picLocks noChangeAspect="1" noChangeArrowheads="1"/>
          </p:cNvPicPr>
          <p:nvPr/>
        </p:nvPicPr>
        <p:blipFill>
          <a:blip r:embed="rId5" cstate="print">
            <a:extLst>
              <a:ext uri="{28A0092B-C50C-407E-A947-70E740481C1C}">
                <a14:useLocalDpi xmlns="" xmlns:a14="http://schemas.microsoft.com/office/drawing/2010/main" val="0"/>
              </a:ext>
            </a:extLst>
          </a:blip>
          <a:srcRect/>
          <a:stretch>
            <a:fillRect/>
          </a:stretch>
        </p:blipFill>
        <p:spPr bwMode="auto">
          <a:xfrm>
            <a:off x="152400" y="3786244"/>
            <a:ext cx="1075171" cy="623477"/>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3947313259"/>
      </p:ext>
    </p:extLst>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6">
                                            <p:txEl>
                                              <p:pRg st="0" end="0"/>
                                            </p:txEl>
                                          </p:spTgt>
                                        </p:tgtEl>
                                        <p:attrNameLst>
                                          <p:attrName>style.color</p:attrName>
                                        </p:attrNameLst>
                                      </p:cBhvr>
                                      <p:to>
                                        <a:srgbClr val="000000"/>
                                      </p:to>
                                    </p:animClr>
                                    <p:animClr clrSpc="rgb" dir="cw">
                                      <p:cBhvr>
                                        <p:cTn id="7" dur="500" fill="hold"/>
                                        <p:tgtEl>
                                          <p:spTgt spid="6">
                                            <p:txEl>
                                              <p:pRg st="0" end="0"/>
                                            </p:txEl>
                                          </p:spTgt>
                                        </p:tgtEl>
                                        <p:attrNameLst>
                                          <p:attrName>fillcolor</p:attrName>
                                        </p:attrNameLst>
                                      </p:cBhvr>
                                      <p:to>
                                        <a:srgbClr val="000000"/>
                                      </p:to>
                                    </p:animClr>
                                    <p:set>
                                      <p:cBhvr>
                                        <p:cTn id="8" dur="500" fill="hold"/>
                                        <p:tgtEl>
                                          <p:spTgt spid="6">
                                            <p:txEl>
                                              <p:pRg st="0" end="0"/>
                                            </p:txEl>
                                          </p:spTgt>
                                        </p:tgtEl>
                                        <p:attrNameLst>
                                          <p:attrName>fill.type</p:attrName>
                                        </p:attrNameLst>
                                      </p:cBhvr>
                                      <p:to>
                                        <p:strVal val="solid"/>
                                      </p:to>
                                    </p:set>
                                    <p:set>
                                      <p:cBhvr>
                                        <p:cTn id="9" dur="500" fill="hold"/>
                                        <p:tgtEl>
                                          <p:spTgt spid="6">
                                            <p:txEl>
                                              <p:pRg st="0" end="0"/>
                                            </p:txEl>
                                          </p:spTgt>
                                        </p:tgtEl>
                                        <p:attrNameLst>
                                          <p:attrName>fill.on</p:attrName>
                                        </p:attrNameLst>
                                      </p:cBhvr>
                                      <p:to>
                                        <p:strVal val="true"/>
                                      </p:to>
                                    </p:set>
                                  </p:childTnLst>
                                </p:cTn>
                              </p:par>
                              <p:par>
                                <p:cTn id="10" presetID="2" presetClass="entr" presetSubtype="8" fill="hold" nodeType="withEffect">
                                  <p:stCondLst>
                                    <p:cond delay="0"/>
                                  </p:stCondLst>
                                  <p:childTnLst>
                                    <p:set>
                                      <p:cBhvr>
                                        <p:cTn id="11" dur="1" fill="hold">
                                          <p:stCondLst>
                                            <p:cond delay="0"/>
                                          </p:stCondLst>
                                        </p:cTn>
                                        <p:tgtEl>
                                          <p:spTgt spid="1026"/>
                                        </p:tgtEl>
                                        <p:attrNameLst>
                                          <p:attrName>style.visibility</p:attrName>
                                        </p:attrNameLst>
                                      </p:cBhvr>
                                      <p:to>
                                        <p:strVal val="visible"/>
                                      </p:to>
                                    </p:set>
                                    <p:anim calcmode="lin" valueType="num">
                                      <p:cBhvr additive="base">
                                        <p:cTn id="12" dur="500" fill="hold"/>
                                        <p:tgtEl>
                                          <p:spTgt spid="1026"/>
                                        </p:tgtEl>
                                        <p:attrNameLst>
                                          <p:attrName>ppt_x</p:attrName>
                                        </p:attrNameLst>
                                      </p:cBhvr>
                                      <p:tavLst>
                                        <p:tav tm="0">
                                          <p:val>
                                            <p:strVal val="0-#ppt_w/2"/>
                                          </p:val>
                                        </p:tav>
                                        <p:tav tm="100000">
                                          <p:val>
                                            <p:strVal val="#ppt_x"/>
                                          </p:val>
                                        </p:tav>
                                      </p:tavLst>
                                    </p:anim>
                                    <p:anim calcmode="lin" valueType="num">
                                      <p:cBhvr additive="base">
                                        <p:cTn id="13" dur="500" fill="hold"/>
                                        <p:tgtEl>
                                          <p:spTgt spid="1026"/>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9" presetClass="emph" presetSubtype="0" fill="hold" nodeType="clickEffect">
                                  <p:stCondLst>
                                    <p:cond delay="0"/>
                                  </p:stCondLst>
                                  <p:childTnLst>
                                    <p:animClr clrSpc="rgb" dir="cw">
                                      <p:cBhvr override="childStyle">
                                        <p:cTn id="17" dur="500" fill="hold"/>
                                        <p:tgtEl>
                                          <p:spTgt spid="6">
                                            <p:txEl>
                                              <p:pRg st="1" end="1"/>
                                            </p:txEl>
                                          </p:spTgt>
                                        </p:tgtEl>
                                        <p:attrNameLst>
                                          <p:attrName>style.color</p:attrName>
                                        </p:attrNameLst>
                                      </p:cBhvr>
                                      <p:to>
                                        <a:srgbClr val="000000"/>
                                      </p:to>
                                    </p:animClr>
                                    <p:animClr clrSpc="rgb" dir="cw">
                                      <p:cBhvr>
                                        <p:cTn id="18" dur="500" fill="hold"/>
                                        <p:tgtEl>
                                          <p:spTgt spid="6">
                                            <p:txEl>
                                              <p:pRg st="1" end="1"/>
                                            </p:txEl>
                                          </p:spTgt>
                                        </p:tgtEl>
                                        <p:attrNameLst>
                                          <p:attrName>fillcolor</p:attrName>
                                        </p:attrNameLst>
                                      </p:cBhvr>
                                      <p:to>
                                        <a:srgbClr val="000000"/>
                                      </p:to>
                                    </p:animClr>
                                    <p:set>
                                      <p:cBhvr>
                                        <p:cTn id="19" dur="500" fill="hold"/>
                                        <p:tgtEl>
                                          <p:spTgt spid="6">
                                            <p:txEl>
                                              <p:pRg st="1" end="1"/>
                                            </p:txEl>
                                          </p:spTgt>
                                        </p:tgtEl>
                                        <p:attrNameLst>
                                          <p:attrName>fill.type</p:attrName>
                                        </p:attrNameLst>
                                      </p:cBhvr>
                                      <p:to>
                                        <p:strVal val="solid"/>
                                      </p:to>
                                    </p:set>
                                    <p:set>
                                      <p:cBhvr>
                                        <p:cTn id="20" dur="500" fill="hold"/>
                                        <p:tgtEl>
                                          <p:spTgt spid="6">
                                            <p:txEl>
                                              <p:pRg st="1" end="1"/>
                                            </p:txEl>
                                          </p:spTgt>
                                        </p:tgtEl>
                                        <p:attrNameLst>
                                          <p:attrName>fill.on</p:attrName>
                                        </p:attrNameLst>
                                      </p:cBhvr>
                                      <p:to>
                                        <p:strVal val="true"/>
                                      </p:to>
                                    </p:set>
                                  </p:childTnLst>
                                </p:cTn>
                              </p:par>
                              <p:par>
                                <p:cTn id="21" presetID="2" presetClass="entr" presetSubtype="8" fill="hold" nodeType="withEffect">
                                  <p:stCondLst>
                                    <p:cond delay="0"/>
                                  </p:stCondLst>
                                  <p:childTnLst>
                                    <p:set>
                                      <p:cBhvr>
                                        <p:cTn id="22" dur="1" fill="hold">
                                          <p:stCondLst>
                                            <p:cond delay="0"/>
                                          </p:stCondLst>
                                        </p:cTn>
                                        <p:tgtEl>
                                          <p:spTgt spid="20"/>
                                        </p:tgtEl>
                                        <p:attrNameLst>
                                          <p:attrName>style.visibility</p:attrName>
                                        </p:attrNameLst>
                                      </p:cBhvr>
                                      <p:to>
                                        <p:strVal val="visible"/>
                                      </p:to>
                                    </p:set>
                                    <p:anim calcmode="lin" valueType="num">
                                      <p:cBhvr additive="base">
                                        <p:cTn id="23" dur="500" fill="hold"/>
                                        <p:tgtEl>
                                          <p:spTgt spid="20"/>
                                        </p:tgtEl>
                                        <p:attrNameLst>
                                          <p:attrName>ppt_x</p:attrName>
                                        </p:attrNameLst>
                                      </p:cBhvr>
                                      <p:tavLst>
                                        <p:tav tm="0">
                                          <p:val>
                                            <p:strVal val="0-#ppt_w/2"/>
                                          </p:val>
                                        </p:tav>
                                        <p:tav tm="100000">
                                          <p:val>
                                            <p:strVal val="#ppt_x"/>
                                          </p:val>
                                        </p:tav>
                                      </p:tavLst>
                                    </p:anim>
                                    <p:anim calcmode="lin" valueType="num">
                                      <p:cBhvr additive="base">
                                        <p:cTn id="24" dur="500" fill="hold"/>
                                        <p:tgtEl>
                                          <p:spTgt spid="20"/>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9" presetClass="emph" presetSubtype="0" fill="hold" nodeType="clickEffect">
                                  <p:stCondLst>
                                    <p:cond delay="0"/>
                                  </p:stCondLst>
                                  <p:childTnLst>
                                    <p:animClr clrSpc="rgb" dir="cw">
                                      <p:cBhvr override="childStyle">
                                        <p:cTn id="28" dur="500" fill="hold"/>
                                        <p:tgtEl>
                                          <p:spTgt spid="6">
                                            <p:txEl>
                                              <p:pRg st="2" end="2"/>
                                            </p:txEl>
                                          </p:spTgt>
                                        </p:tgtEl>
                                        <p:attrNameLst>
                                          <p:attrName>style.color</p:attrName>
                                        </p:attrNameLst>
                                      </p:cBhvr>
                                      <p:to>
                                        <a:srgbClr val="000000"/>
                                      </p:to>
                                    </p:animClr>
                                    <p:animClr clrSpc="rgb" dir="cw">
                                      <p:cBhvr>
                                        <p:cTn id="29" dur="500" fill="hold"/>
                                        <p:tgtEl>
                                          <p:spTgt spid="6">
                                            <p:txEl>
                                              <p:pRg st="2" end="2"/>
                                            </p:txEl>
                                          </p:spTgt>
                                        </p:tgtEl>
                                        <p:attrNameLst>
                                          <p:attrName>fillcolor</p:attrName>
                                        </p:attrNameLst>
                                      </p:cBhvr>
                                      <p:to>
                                        <a:srgbClr val="000000"/>
                                      </p:to>
                                    </p:animClr>
                                    <p:set>
                                      <p:cBhvr>
                                        <p:cTn id="30" dur="500" fill="hold"/>
                                        <p:tgtEl>
                                          <p:spTgt spid="6">
                                            <p:txEl>
                                              <p:pRg st="2" end="2"/>
                                            </p:txEl>
                                          </p:spTgt>
                                        </p:tgtEl>
                                        <p:attrNameLst>
                                          <p:attrName>fill.type</p:attrName>
                                        </p:attrNameLst>
                                      </p:cBhvr>
                                      <p:to>
                                        <p:strVal val="solid"/>
                                      </p:to>
                                    </p:set>
                                    <p:set>
                                      <p:cBhvr>
                                        <p:cTn id="31" dur="500" fill="hold"/>
                                        <p:tgtEl>
                                          <p:spTgt spid="6">
                                            <p:txEl>
                                              <p:pRg st="2" end="2"/>
                                            </p:txEl>
                                          </p:spTgt>
                                        </p:tgtEl>
                                        <p:attrNameLst>
                                          <p:attrName>fill.on</p:attrName>
                                        </p:attrNameLst>
                                      </p:cBhvr>
                                      <p:to>
                                        <p:strVal val="true"/>
                                      </p:to>
                                    </p:set>
                                  </p:childTnLst>
                                </p:cTn>
                              </p:par>
                              <p:par>
                                <p:cTn id="32" presetID="19" presetClass="emph" presetSubtype="0" fill="hold" nodeType="withEffect">
                                  <p:stCondLst>
                                    <p:cond delay="0"/>
                                  </p:stCondLst>
                                  <p:childTnLst>
                                    <p:animClr clrSpc="rgb" dir="cw">
                                      <p:cBhvr override="childStyle">
                                        <p:cTn id="33" dur="500" fill="hold"/>
                                        <p:tgtEl>
                                          <p:spTgt spid="6">
                                            <p:txEl>
                                              <p:pRg st="3" end="3"/>
                                            </p:txEl>
                                          </p:spTgt>
                                        </p:tgtEl>
                                        <p:attrNameLst>
                                          <p:attrName>style.color</p:attrName>
                                        </p:attrNameLst>
                                      </p:cBhvr>
                                      <p:to>
                                        <a:srgbClr val="000000"/>
                                      </p:to>
                                    </p:animClr>
                                    <p:animClr clrSpc="rgb" dir="cw">
                                      <p:cBhvr>
                                        <p:cTn id="34" dur="500" fill="hold"/>
                                        <p:tgtEl>
                                          <p:spTgt spid="6">
                                            <p:txEl>
                                              <p:pRg st="3" end="3"/>
                                            </p:txEl>
                                          </p:spTgt>
                                        </p:tgtEl>
                                        <p:attrNameLst>
                                          <p:attrName>fillcolor</p:attrName>
                                        </p:attrNameLst>
                                      </p:cBhvr>
                                      <p:to>
                                        <a:srgbClr val="000000"/>
                                      </p:to>
                                    </p:animClr>
                                    <p:set>
                                      <p:cBhvr>
                                        <p:cTn id="35" dur="500" fill="hold"/>
                                        <p:tgtEl>
                                          <p:spTgt spid="6">
                                            <p:txEl>
                                              <p:pRg st="3" end="3"/>
                                            </p:txEl>
                                          </p:spTgt>
                                        </p:tgtEl>
                                        <p:attrNameLst>
                                          <p:attrName>fill.type</p:attrName>
                                        </p:attrNameLst>
                                      </p:cBhvr>
                                      <p:to>
                                        <p:strVal val="solid"/>
                                      </p:to>
                                    </p:set>
                                    <p:set>
                                      <p:cBhvr>
                                        <p:cTn id="36" dur="500" fill="hold"/>
                                        <p:tgtEl>
                                          <p:spTgt spid="6">
                                            <p:txEl>
                                              <p:pRg st="3" end="3"/>
                                            </p:txEl>
                                          </p:spTgt>
                                        </p:tgtEl>
                                        <p:attrNameLst>
                                          <p:attrName>fill.on</p:attrName>
                                        </p:attrNameLst>
                                      </p:cBhvr>
                                      <p:to>
                                        <p:strVal val="true"/>
                                      </p:to>
                                    </p:set>
                                  </p:childTnLst>
                                </p:cTn>
                              </p:par>
                              <p:par>
                                <p:cTn id="37" presetID="19" presetClass="emph" presetSubtype="0" fill="hold" nodeType="withEffect">
                                  <p:stCondLst>
                                    <p:cond delay="0"/>
                                  </p:stCondLst>
                                  <p:childTnLst>
                                    <p:animClr clrSpc="rgb" dir="cw">
                                      <p:cBhvr override="childStyle">
                                        <p:cTn id="38" dur="500" fill="hold"/>
                                        <p:tgtEl>
                                          <p:spTgt spid="6">
                                            <p:txEl>
                                              <p:pRg st="4" end="4"/>
                                            </p:txEl>
                                          </p:spTgt>
                                        </p:tgtEl>
                                        <p:attrNameLst>
                                          <p:attrName>style.color</p:attrName>
                                        </p:attrNameLst>
                                      </p:cBhvr>
                                      <p:to>
                                        <a:srgbClr val="000000"/>
                                      </p:to>
                                    </p:animClr>
                                    <p:animClr clrSpc="rgb" dir="cw">
                                      <p:cBhvr>
                                        <p:cTn id="39" dur="500" fill="hold"/>
                                        <p:tgtEl>
                                          <p:spTgt spid="6">
                                            <p:txEl>
                                              <p:pRg st="4" end="4"/>
                                            </p:txEl>
                                          </p:spTgt>
                                        </p:tgtEl>
                                        <p:attrNameLst>
                                          <p:attrName>fillcolor</p:attrName>
                                        </p:attrNameLst>
                                      </p:cBhvr>
                                      <p:to>
                                        <a:srgbClr val="000000"/>
                                      </p:to>
                                    </p:animClr>
                                    <p:set>
                                      <p:cBhvr>
                                        <p:cTn id="40" dur="500" fill="hold"/>
                                        <p:tgtEl>
                                          <p:spTgt spid="6">
                                            <p:txEl>
                                              <p:pRg st="4" end="4"/>
                                            </p:txEl>
                                          </p:spTgt>
                                        </p:tgtEl>
                                        <p:attrNameLst>
                                          <p:attrName>fill.type</p:attrName>
                                        </p:attrNameLst>
                                      </p:cBhvr>
                                      <p:to>
                                        <p:strVal val="solid"/>
                                      </p:to>
                                    </p:set>
                                    <p:set>
                                      <p:cBhvr>
                                        <p:cTn id="41" dur="500" fill="hold"/>
                                        <p:tgtEl>
                                          <p:spTgt spid="6">
                                            <p:txEl>
                                              <p:pRg st="4" end="4"/>
                                            </p:txEl>
                                          </p:spTgt>
                                        </p:tgtEl>
                                        <p:attrNameLst>
                                          <p:attrName>fill.on</p:attrName>
                                        </p:attrNameLst>
                                      </p:cBhvr>
                                      <p:to>
                                        <p:strVal val="true"/>
                                      </p:to>
                                    </p:set>
                                  </p:childTnLst>
                                </p:cTn>
                              </p:par>
                              <p:par>
                                <p:cTn id="42" presetID="19" presetClass="emph" presetSubtype="0" fill="hold" nodeType="withEffect">
                                  <p:stCondLst>
                                    <p:cond delay="0"/>
                                  </p:stCondLst>
                                  <p:childTnLst>
                                    <p:animClr clrSpc="rgb" dir="cw">
                                      <p:cBhvr override="childStyle">
                                        <p:cTn id="43" dur="500" fill="hold"/>
                                        <p:tgtEl>
                                          <p:spTgt spid="6">
                                            <p:txEl>
                                              <p:pRg st="5" end="5"/>
                                            </p:txEl>
                                          </p:spTgt>
                                        </p:tgtEl>
                                        <p:attrNameLst>
                                          <p:attrName>style.color</p:attrName>
                                        </p:attrNameLst>
                                      </p:cBhvr>
                                      <p:to>
                                        <a:srgbClr val="000000"/>
                                      </p:to>
                                    </p:animClr>
                                    <p:animClr clrSpc="rgb" dir="cw">
                                      <p:cBhvr>
                                        <p:cTn id="44" dur="500" fill="hold"/>
                                        <p:tgtEl>
                                          <p:spTgt spid="6">
                                            <p:txEl>
                                              <p:pRg st="5" end="5"/>
                                            </p:txEl>
                                          </p:spTgt>
                                        </p:tgtEl>
                                        <p:attrNameLst>
                                          <p:attrName>fillcolor</p:attrName>
                                        </p:attrNameLst>
                                      </p:cBhvr>
                                      <p:to>
                                        <a:srgbClr val="000000"/>
                                      </p:to>
                                    </p:animClr>
                                    <p:set>
                                      <p:cBhvr>
                                        <p:cTn id="45" dur="500" fill="hold"/>
                                        <p:tgtEl>
                                          <p:spTgt spid="6">
                                            <p:txEl>
                                              <p:pRg st="5" end="5"/>
                                            </p:txEl>
                                          </p:spTgt>
                                        </p:tgtEl>
                                        <p:attrNameLst>
                                          <p:attrName>fill.type</p:attrName>
                                        </p:attrNameLst>
                                      </p:cBhvr>
                                      <p:to>
                                        <p:strVal val="solid"/>
                                      </p:to>
                                    </p:set>
                                    <p:set>
                                      <p:cBhvr>
                                        <p:cTn id="46" dur="500" fill="hold"/>
                                        <p:tgtEl>
                                          <p:spTgt spid="6">
                                            <p:txEl>
                                              <p:pRg st="5" end="5"/>
                                            </p:txEl>
                                          </p:spTgt>
                                        </p:tgtEl>
                                        <p:attrNameLst>
                                          <p:attrName>fill.on</p:attrName>
                                        </p:attrNameLst>
                                      </p:cBhvr>
                                      <p:to>
                                        <p:strVal val="true"/>
                                      </p:to>
                                    </p:set>
                                  </p:childTnLst>
                                </p:cTn>
                              </p:par>
                              <p:par>
                                <p:cTn id="47" presetID="2" presetClass="entr" presetSubtype="8" fill="hold" nodeType="withEffect">
                                  <p:stCondLst>
                                    <p:cond delay="0"/>
                                  </p:stCondLst>
                                  <p:childTnLst>
                                    <p:set>
                                      <p:cBhvr>
                                        <p:cTn id="48" dur="1" fill="hold">
                                          <p:stCondLst>
                                            <p:cond delay="0"/>
                                          </p:stCondLst>
                                        </p:cTn>
                                        <p:tgtEl>
                                          <p:spTgt spid="21"/>
                                        </p:tgtEl>
                                        <p:attrNameLst>
                                          <p:attrName>style.visibility</p:attrName>
                                        </p:attrNameLst>
                                      </p:cBhvr>
                                      <p:to>
                                        <p:strVal val="visible"/>
                                      </p:to>
                                    </p:set>
                                    <p:anim calcmode="lin" valueType="num">
                                      <p:cBhvr additive="base">
                                        <p:cTn id="49" dur="500" fill="hold"/>
                                        <p:tgtEl>
                                          <p:spTgt spid="21"/>
                                        </p:tgtEl>
                                        <p:attrNameLst>
                                          <p:attrName>ppt_x</p:attrName>
                                        </p:attrNameLst>
                                      </p:cBhvr>
                                      <p:tavLst>
                                        <p:tav tm="0">
                                          <p:val>
                                            <p:strVal val="0-#ppt_w/2"/>
                                          </p:val>
                                        </p:tav>
                                        <p:tav tm="100000">
                                          <p:val>
                                            <p:strVal val="#ppt_x"/>
                                          </p:val>
                                        </p:tav>
                                      </p:tavLst>
                                    </p:anim>
                                    <p:anim calcmode="lin" valueType="num">
                                      <p:cBhvr additive="base">
                                        <p:cTn id="50" dur="500" fill="hold"/>
                                        <p:tgtEl>
                                          <p:spTgt spid="2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85800" y="735271"/>
            <a:ext cx="6400799" cy="584775"/>
          </a:xfrm>
          <a:prstGeom prst="rect">
            <a:avLst/>
          </a:prstGeom>
          <a:noFill/>
        </p:spPr>
        <p:txBody>
          <a:bodyPr wrap="square" rtlCol="0">
            <a:spAutoFit/>
          </a:bodyPr>
          <a:lstStyle/>
          <a:p>
            <a:r>
              <a:rPr lang="en-US" sz="3200" b="1" dirty="0">
                <a:solidFill>
                  <a:schemeClr val="tx2"/>
                </a:solidFill>
                <a:latin typeface="Candara" pitchFamily="34" charset="0"/>
                <a:cs typeface="Arial" pitchFamily="34" charset="0"/>
              </a:rPr>
              <a:t>Causes of the Revolt in 1857</a:t>
            </a:r>
          </a:p>
        </p:txBody>
      </p:sp>
      <p:sp>
        <p:nvSpPr>
          <p:cNvPr id="6" name="TextBox 5"/>
          <p:cNvSpPr txBox="1"/>
          <p:nvPr/>
        </p:nvSpPr>
        <p:spPr>
          <a:xfrm>
            <a:off x="685801" y="1741321"/>
            <a:ext cx="8020022" cy="3046988"/>
          </a:xfrm>
          <a:prstGeom prst="rect">
            <a:avLst/>
          </a:prstGeom>
          <a:noFill/>
        </p:spPr>
        <p:txBody>
          <a:bodyPr wrap="square" rtlCol="0">
            <a:spAutoFit/>
          </a:bodyPr>
          <a:lstStyle>
            <a:defPPr>
              <a:defRPr lang="en-US"/>
            </a:defPPr>
            <a:lvl2pPr marL="914400" lvl="1" indent="-457200" algn="just">
              <a:buFont typeface="Arial" panose="020B0604020202020204" pitchFamily="34" charset="0"/>
              <a:buChar char="•"/>
              <a:defRPr sz="2400">
                <a:latin typeface="Candara" pitchFamily="34" charset="0"/>
                <a:cs typeface="Arial" pitchFamily="34" charset="0"/>
              </a:defRPr>
            </a:lvl2pPr>
            <a:lvl4pPr marL="1828800" lvl="3" indent="-457200" algn="just">
              <a:buFont typeface="Wingdings" panose="05000000000000000000" pitchFamily="2" charset="2"/>
              <a:buChar char="§"/>
              <a:defRPr sz="2400">
                <a:latin typeface="Candara" pitchFamily="34" charset="0"/>
                <a:cs typeface="Arial" pitchFamily="34" charset="0"/>
              </a:defRPr>
            </a:lvl4pPr>
          </a:lstStyle>
          <a:p>
            <a:pPr lvl="1"/>
            <a:r>
              <a:rPr lang="en-US" altLang="en-US" dirty="0"/>
              <a:t>Economic.</a:t>
            </a:r>
            <a:endParaRPr lang="en-US" dirty="0"/>
          </a:p>
          <a:p>
            <a:pPr lvl="1"/>
            <a:r>
              <a:rPr lang="en-US" dirty="0"/>
              <a:t>Administrative</a:t>
            </a:r>
            <a:r>
              <a:rPr lang="en-US" altLang="en-US" dirty="0"/>
              <a:t>.</a:t>
            </a:r>
          </a:p>
          <a:p>
            <a:pPr lvl="1"/>
            <a:r>
              <a:rPr lang="en-US" altLang="en-US" dirty="0"/>
              <a:t>Political</a:t>
            </a:r>
          </a:p>
          <a:p>
            <a:pPr lvl="1"/>
            <a:r>
              <a:rPr lang="en-US" altLang="en-US" dirty="0"/>
              <a:t>Religious</a:t>
            </a:r>
          </a:p>
          <a:p>
            <a:pPr lvl="1"/>
            <a:r>
              <a:rPr lang="en-US" altLang="en-US" dirty="0"/>
              <a:t>Social </a:t>
            </a:r>
          </a:p>
          <a:p>
            <a:pPr lvl="1"/>
            <a:r>
              <a:rPr lang="en-US" altLang="en-US" dirty="0"/>
              <a:t>Military</a:t>
            </a:r>
          </a:p>
          <a:p>
            <a:pPr lvl="1"/>
            <a:endParaRPr lang="en-US" altLang="en-US" dirty="0"/>
          </a:p>
          <a:p>
            <a:pPr lvl="3"/>
            <a:r>
              <a:rPr lang="en-US" altLang="en-US" dirty="0"/>
              <a:t>Immediate Cause</a:t>
            </a:r>
            <a:endParaRPr lang="cy-GB" dirty="0"/>
          </a:p>
        </p:txBody>
      </p:sp>
      <p:sp>
        <p:nvSpPr>
          <p:cNvPr id="2" name="Slide Number Placeholder 1"/>
          <p:cNvSpPr>
            <a:spLocks noGrp="1"/>
          </p:cNvSpPr>
          <p:nvPr>
            <p:ph type="sldNum" sz="quarter" idx="12"/>
          </p:nvPr>
        </p:nvSpPr>
        <p:spPr/>
        <p:txBody>
          <a:bodyPr/>
          <a:lstStyle/>
          <a:p>
            <a:fld id="{08A8661F-1CDE-4F7E-AE93-7F9785FD6839}" type="slidenum">
              <a:rPr lang="en-US" smtClean="0"/>
              <a:pPr/>
              <a:t>4</a:t>
            </a:fld>
            <a:endParaRPr lang="en-US"/>
          </a:p>
        </p:txBody>
      </p:sp>
      <p:pic>
        <p:nvPicPr>
          <p:cNvPr id="39" name="Picture 38" descr="https://i.vimeocdn.com/portrait/10125853_300x300"/>
          <p:cNvPicPr>
            <a:picLocks noChangeAspect="1" noChangeArrowheads="1"/>
          </p:cNvPicPr>
          <p:nvPr/>
        </p:nvPicPr>
        <p:blipFill>
          <a:blip r:embed="rId3" cstate="print">
            <a:extLst>
              <a:ext uri="{BEBA8EAE-BF5A-486C-A8C5-ECC9F3942E4B}">
                <a14:imgProps xmlns="" xmlns:a14="http://schemas.microsoft.com/office/drawing/2010/main">
                  <a14:imgLayer r:embed="rId4">
                    <a14:imgEffect>
                      <a14:sharpenSoften amount="50000"/>
                    </a14:imgEffect>
                    <a14:imgEffect>
                      <a14:brightnessContrast contrast="-40000"/>
                    </a14:imgEffect>
                  </a14:imgLayer>
                </a14:imgProps>
              </a:ext>
              <a:ext uri="{28A0092B-C50C-407E-A947-70E740481C1C}">
                <a14:useLocalDpi xmlns="" xmlns:a14="http://schemas.microsoft.com/office/drawing/2010/main" val="0"/>
              </a:ext>
            </a:extLst>
          </a:blip>
          <a:srcRect/>
          <a:stretch>
            <a:fillRect/>
          </a:stretch>
        </p:blipFill>
        <p:spPr bwMode="auto">
          <a:xfrm>
            <a:off x="7602847" y="456159"/>
            <a:ext cx="1143000" cy="1143000"/>
          </a:xfrm>
          <a:prstGeom prst="rect">
            <a:avLst/>
          </a:prstGeom>
          <a:noFill/>
          <a:extLst>
            <a:ext uri="{909E8E84-426E-40DD-AFC4-6F175D3DCCD1}">
              <a14:hiddenFill xmlns="" xmlns:a14="http://schemas.microsoft.com/office/drawing/2010/main">
                <a:solidFill>
                  <a:srgbClr val="FFFFFF"/>
                </a:solidFill>
              </a14:hiddenFill>
            </a:ext>
          </a:extLst>
        </p:spPr>
      </p:pic>
      <p:grpSp>
        <p:nvGrpSpPr>
          <p:cNvPr id="3" name="Group 39"/>
          <p:cNvGrpSpPr/>
          <p:nvPr/>
        </p:nvGrpSpPr>
        <p:grpSpPr>
          <a:xfrm rot="10800000" flipV="1">
            <a:off x="857221" y="1405300"/>
            <a:ext cx="6037811" cy="45719"/>
            <a:chOff x="0" y="5791200"/>
            <a:chExt cx="8084345" cy="330200"/>
          </a:xfrm>
        </p:grpSpPr>
        <p:sp>
          <p:nvSpPr>
            <p:cNvPr id="41" name="Rectangle 40"/>
            <p:cNvSpPr/>
            <p:nvPr/>
          </p:nvSpPr>
          <p:spPr>
            <a:xfrm>
              <a:off x="0" y="5791200"/>
              <a:ext cx="1064261" cy="330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p:cNvSpPr/>
            <p:nvPr/>
          </p:nvSpPr>
          <p:spPr>
            <a:xfrm>
              <a:off x="1066800" y="5791200"/>
              <a:ext cx="997745" cy="3302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p:cNvSpPr/>
            <p:nvPr/>
          </p:nvSpPr>
          <p:spPr>
            <a:xfrm>
              <a:off x="2057400" y="5791200"/>
              <a:ext cx="997745" cy="3302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p:cNvSpPr/>
            <p:nvPr/>
          </p:nvSpPr>
          <p:spPr>
            <a:xfrm>
              <a:off x="3048000" y="5791200"/>
              <a:ext cx="997745" cy="3302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Rectangle 44"/>
            <p:cNvSpPr/>
            <p:nvPr/>
          </p:nvSpPr>
          <p:spPr>
            <a:xfrm>
              <a:off x="4038600" y="5791200"/>
              <a:ext cx="997745" cy="330200"/>
            </a:xfrm>
            <a:prstGeom prst="rect">
              <a:avLst/>
            </a:prstGeom>
            <a:solidFill>
              <a:srgbClr val="235F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p:cNvSpPr/>
            <p:nvPr/>
          </p:nvSpPr>
          <p:spPr>
            <a:xfrm>
              <a:off x="5029200" y="5791200"/>
              <a:ext cx="1122463" cy="33020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p:cNvSpPr/>
            <p:nvPr/>
          </p:nvSpPr>
          <p:spPr>
            <a:xfrm>
              <a:off x="6096000" y="5791200"/>
              <a:ext cx="997745" cy="3302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p:cNvSpPr/>
            <p:nvPr/>
          </p:nvSpPr>
          <p:spPr>
            <a:xfrm>
              <a:off x="7086600" y="5791200"/>
              <a:ext cx="997745" cy="330200"/>
            </a:xfrm>
            <a:prstGeom prst="rect">
              <a:avLst/>
            </a:prstGeom>
            <a:solidFill>
              <a:srgbClr val="5440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3" name="Rectangle 32"/>
          <p:cNvSpPr/>
          <p:nvPr/>
        </p:nvSpPr>
        <p:spPr>
          <a:xfrm>
            <a:off x="7373012" y="381000"/>
            <a:ext cx="1542388" cy="12633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 xmlns:p14="http://schemas.microsoft.com/office/powerpoint/2010/main" val="3947313259"/>
      </p:ext>
    </p:extLst>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6">
                                            <p:txEl>
                                              <p:pRg st="0" end="0"/>
                                            </p:txEl>
                                          </p:spTgt>
                                        </p:tgtEl>
                                        <p:attrNameLst>
                                          <p:attrName>style.color</p:attrName>
                                        </p:attrNameLst>
                                      </p:cBhvr>
                                      <p:to>
                                        <a:srgbClr val="000000"/>
                                      </p:to>
                                    </p:animClr>
                                    <p:animClr clrSpc="rgb" dir="cw">
                                      <p:cBhvr>
                                        <p:cTn id="7" dur="500" fill="hold"/>
                                        <p:tgtEl>
                                          <p:spTgt spid="6">
                                            <p:txEl>
                                              <p:pRg st="0" end="0"/>
                                            </p:txEl>
                                          </p:spTgt>
                                        </p:tgtEl>
                                        <p:attrNameLst>
                                          <p:attrName>fillcolor</p:attrName>
                                        </p:attrNameLst>
                                      </p:cBhvr>
                                      <p:to>
                                        <a:srgbClr val="000000"/>
                                      </p:to>
                                    </p:animClr>
                                    <p:set>
                                      <p:cBhvr>
                                        <p:cTn id="8" dur="500" fill="hold"/>
                                        <p:tgtEl>
                                          <p:spTgt spid="6">
                                            <p:txEl>
                                              <p:pRg st="0" end="0"/>
                                            </p:txEl>
                                          </p:spTgt>
                                        </p:tgtEl>
                                        <p:attrNameLst>
                                          <p:attrName>fill.type</p:attrName>
                                        </p:attrNameLst>
                                      </p:cBhvr>
                                      <p:to>
                                        <p:strVal val="solid"/>
                                      </p:to>
                                    </p:set>
                                    <p:set>
                                      <p:cBhvr>
                                        <p:cTn id="9" dur="500" fill="hold"/>
                                        <p:tgtEl>
                                          <p:spTgt spid="6">
                                            <p:txEl>
                                              <p:pRg st="0" end="0"/>
                                            </p:txEl>
                                          </p:spTgt>
                                        </p:tgtEl>
                                        <p:attrNameLst>
                                          <p:attrName>fill.on</p:attrName>
                                        </p:attrNameLst>
                                      </p:cBhvr>
                                      <p:to>
                                        <p:strVal val="true"/>
                                      </p:to>
                                    </p:set>
                                  </p:childTnLst>
                                </p:cTn>
                              </p:par>
                            </p:childTnLst>
                          </p:cTn>
                        </p:par>
                      </p:childTnLst>
                    </p:cTn>
                  </p:par>
                  <p:par>
                    <p:cTn id="10" fill="hold">
                      <p:stCondLst>
                        <p:cond delay="indefinite"/>
                      </p:stCondLst>
                      <p:childTnLst>
                        <p:par>
                          <p:cTn id="11" fill="hold">
                            <p:stCondLst>
                              <p:cond delay="0"/>
                            </p:stCondLst>
                            <p:childTnLst>
                              <p:par>
                                <p:cTn id="12" presetID="19" presetClass="emph" presetSubtype="0" fill="hold" nodeType="clickEffect">
                                  <p:stCondLst>
                                    <p:cond delay="0"/>
                                  </p:stCondLst>
                                  <p:childTnLst>
                                    <p:animClr clrSpc="rgb" dir="cw">
                                      <p:cBhvr override="childStyle">
                                        <p:cTn id="13" dur="500" fill="hold"/>
                                        <p:tgtEl>
                                          <p:spTgt spid="6">
                                            <p:txEl>
                                              <p:pRg st="1" end="1"/>
                                            </p:txEl>
                                          </p:spTgt>
                                        </p:tgtEl>
                                        <p:attrNameLst>
                                          <p:attrName>style.color</p:attrName>
                                        </p:attrNameLst>
                                      </p:cBhvr>
                                      <p:to>
                                        <a:srgbClr val="000000"/>
                                      </p:to>
                                    </p:animClr>
                                    <p:animClr clrSpc="rgb" dir="cw">
                                      <p:cBhvr>
                                        <p:cTn id="14" dur="500" fill="hold"/>
                                        <p:tgtEl>
                                          <p:spTgt spid="6">
                                            <p:txEl>
                                              <p:pRg st="1" end="1"/>
                                            </p:txEl>
                                          </p:spTgt>
                                        </p:tgtEl>
                                        <p:attrNameLst>
                                          <p:attrName>fillcolor</p:attrName>
                                        </p:attrNameLst>
                                      </p:cBhvr>
                                      <p:to>
                                        <a:srgbClr val="000000"/>
                                      </p:to>
                                    </p:animClr>
                                    <p:set>
                                      <p:cBhvr>
                                        <p:cTn id="15" dur="500" fill="hold"/>
                                        <p:tgtEl>
                                          <p:spTgt spid="6">
                                            <p:txEl>
                                              <p:pRg st="1" end="1"/>
                                            </p:txEl>
                                          </p:spTgt>
                                        </p:tgtEl>
                                        <p:attrNameLst>
                                          <p:attrName>fill.type</p:attrName>
                                        </p:attrNameLst>
                                      </p:cBhvr>
                                      <p:to>
                                        <p:strVal val="solid"/>
                                      </p:to>
                                    </p:set>
                                    <p:set>
                                      <p:cBhvr>
                                        <p:cTn id="16" dur="500" fill="hold"/>
                                        <p:tgtEl>
                                          <p:spTgt spid="6">
                                            <p:txEl>
                                              <p:pRg st="1" end="1"/>
                                            </p:txEl>
                                          </p:spTgt>
                                        </p:tgtEl>
                                        <p:attrNameLst>
                                          <p:attrName>fill.on</p:attrName>
                                        </p:attrNameLst>
                                      </p:cBhvr>
                                      <p:to>
                                        <p:strVal val="true"/>
                                      </p:to>
                                    </p:set>
                                  </p:childTnLst>
                                </p:cTn>
                              </p:par>
                            </p:childTnLst>
                          </p:cTn>
                        </p:par>
                      </p:childTnLst>
                    </p:cTn>
                  </p:par>
                  <p:par>
                    <p:cTn id="17" fill="hold">
                      <p:stCondLst>
                        <p:cond delay="indefinite"/>
                      </p:stCondLst>
                      <p:childTnLst>
                        <p:par>
                          <p:cTn id="18" fill="hold">
                            <p:stCondLst>
                              <p:cond delay="0"/>
                            </p:stCondLst>
                            <p:childTnLst>
                              <p:par>
                                <p:cTn id="19" presetID="19" presetClass="emph" presetSubtype="0" fill="hold" nodeType="clickEffect">
                                  <p:stCondLst>
                                    <p:cond delay="0"/>
                                  </p:stCondLst>
                                  <p:childTnLst>
                                    <p:animClr clrSpc="rgb" dir="cw">
                                      <p:cBhvr override="childStyle">
                                        <p:cTn id="20" dur="500" fill="hold"/>
                                        <p:tgtEl>
                                          <p:spTgt spid="6">
                                            <p:txEl>
                                              <p:pRg st="2" end="2"/>
                                            </p:txEl>
                                          </p:spTgt>
                                        </p:tgtEl>
                                        <p:attrNameLst>
                                          <p:attrName>style.color</p:attrName>
                                        </p:attrNameLst>
                                      </p:cBhvr>
                                      <p:to>
                                        <a:srgbClr val="000000"/>
                                      </p:to>
                                    </p:animClr>
                                    <p:animClr clrSpc="rgb" dir="cw">
                                      <p:cBhvr>
                                        <p:cTn id="21" dur="500" fill="hold"/>
                                        <p:tgtEl>
                                          <p:spTgt spid="6">
                                            <p:txEl>
                                              <p:pRg st="2" end="2"/>
                                            </p:txEl>
                                          </p:spTgt>
                                        </p:tgtEl>
                                        <p:attrNameLst>
                                          <p:attrName>fillcolor</p:attrName>
                                        </p:attrNameLst>
                                      </p:cBhvr>
                                      <p:to>
                                        <a:srgbClr val="000000"/>
                                      </p:to>
                                    </p:animClr>
                                    <p:set>
                                      <p:cBhvr>
                                        <p:cTn id="22" dur="500" fill="hold"/>
                                        <p:tgtEl>
                                          <p:spTgt spid="6">
                                            <p:txEl>
                                              <p:pRg st="2" end="2"/>
                                            </p:txEl>
                                          </p:spTgt>
                                        </p:tgtEl>
                                        <p:attrNameLst>
                                          <p:attrName>fill.type</p:attrName>
                                        </p:attrNameLst>
                                      </p:cBhvr>
                                      <p:to>
                                        <p:strVal val="solid"/>
                                      </p:to>
                                    </p:set>
                                    <p:set>
                                      <p:cBhvr>
                                        <p:cTn id="23" dur="500" fill="hold"/>
                                        <p:tgtEl>
                                          <p:spTgt spid="6">
                                            <p:txEl>
                                              <p:pRg st="2" end="2"/>
                                            </p:txEl>
                                          </p:spTgt>
                                        </p:tgtEl>
                                        <p:attrNameLst>
                                          <p:attrName>fill.on</p:attrName>
                                        </p:attrNameLst>
                                      </p:cBhvr>
                                      <p:to>
                                        <p:strVal val="true"/>
                                      </p:to>
                                    </p:set>
                                  </p:childTnLst>
                                </p:cTn>
                              </p:par>
                            </p:childTnLst>
                          </p:cTn>
                        </p:par>
                      </p:childTnLst>
                    </p:cTn>
                  </p:par>
                  <p:par>
                    <p:cTn id="24" fill="hold">
                      <p:stCondLst>
                        <p:cond delay="indefinite"/>
                      </p:stCondLst>
                      <p:childTnLst>
                        <p:par>
                          <p:cTn id="25" fill="hold">
                            <p:stCondLst>
                              <p:cond delay="0"/>
                            </p:stCondLst>
                            <p:childTnLst>
                              <p:par>
                                <p:cTn id="26" presetID="19" presetClass="emph" presetSubtype="0" fill="hold" nodeType="clickEffect">
                                  <p:stCondLst>
                                    <p:cond delay="0"/>
                                  </p:stCondLst>
                                  <p:childTnLst>
                                    <p:animClr clrSpc="rgb" dir="cw">
                                      <p:cBhvr override="childStyle">
                                        <p:cTn id="27" dur="500" fill="hold"/>
                                        <p:tgtEl>
                                          <p:spTgt spid="6">
                                            <p:txEl>
                                              <p:pRg st="3" end="3"/>
                                            </p:txEl>
                                          </p:spTgt>
                                        </p:tgtEl>
                                        <p:attrNameLst>
                                          <p:attrName>style.color</p:attrName>
                                        </p:attrNameLst>
                                      </p:cBhvr>
                                      <p:to>
                                        <a:srgbClr val="000000"/>
                                      </p:to>
                                    </p:animClr>
                                    <p:animClr clrSpc="rgb" dir="cw">
                                      <p:cBhvr>
                                        <p:cTn id="28" dur="500" fill="hold"/>
                                        <p:tgtEl>
                                          <p:spTgt spid="6">
                                            <p:txEl>
                                              <p:pRg st="3" end="3"/>
                                            </p:txEl>
                                          </p:spTgt>
                                        </p:tgtEl>
                                        <p:attrNameLst>
                                          <p:attrName>fillcolor</p:attrName>
                                        </p:attrNameLst>
                                      </p:cBhvr>
                                      <p:to>
                                        <a:srgbClr val="000000"/>
                                      </p:to>
                                    </p:animClr>
                                    <p:set>
                                      <p:cBhvr>
                                        <p:cTn id="29" dur="500" fill="hold"/>
                                        <p:tgtEl>
                                          <p:spTgt spid="6">
                                            <p:txEl>
                                              <p:pRg st="3" end="3"/>
                                            </p:txEl>
                                          </p:spTgt>
                                        </p:tgtEl>
                                        <p:attrNameLst>
                                          <p:attrName>fill.type</p:attrName>
                                        </p:attrNameLst>
                                      </p:cBhvr>
                                      <p:to>
                                        <p:strVal val="solid"/>
                                      </p:to>
                                    </p:set>
                                    <p:set>
                                      <p:cBhvr>
                                        <p:cTn id="30" dur="500" fill="hold"/>
                                        <p:tgtEl>
                                          <p:spTgt spid="6">
                                            <p:txEl>
                                              <p:pRg st="3" end="3"/>
                                            </p:txEl>
                                          </p:spTgt>
                                        </p:tgtEl>
                                        <p:attrNameLst>
                                          <p:attrName>fill.on</p:attrName>
                                        </p:attrNameLst>
                                      </p:cBhvr>
                                      <p:to>
                                        <p:strVal val="true"/>
                                      </p:to>
                                    </p:set>
                                  </p:childTnLst>
                                </p:cTn>
                              </p:par>
                            </p:childTnLst>
                          </p:cTn>
                        </p:par>
                      </p:childTnLst>
                    </p:cTn>
                  </p:par>
                  <p:par>
                    <p:cTn id="31" fill="hold">
                      <p:stCondLst>
                        <p:cond delay="indefinite"/>
                      </p:stCondLst>
                      <p:childTnLst>
                        <p:par>
                          <p:cTn id="32" fill="hold">
                            <p:stCondLst>
                              <p:cond delay="0"/>
                            </p:stCondLst>
                            <p:childTnLst>
                              <p:par>
                                <p:cTn id="33" presetID="19" presetClass="emph" presetSubtype="0" fill="hold" nodeType="clickEffect">
                                  <p:stCondLst>
                                    <p:cond delay="0"/>
                                  </p:stCondLst>
                                  <p:childTnLst>
                                    <p:animClr clrSpc="rgb" dir="cw">
                                      <p:cBhvr override="childStyle">
                                        <p:cTn id="34" dur="500" fill="hold"/>
                                        <p:tgtEl>
                                          <p:spTgt spid="6">
                                            <p:txEl>
                                              <p:pRg st="4" end="4"/>
                                            </p:txEl>
                                          </p:spTgt>
                                        </p:tgtEl>
                                        <p:attrNameLst>
                                          <p:attrName>style.color</p:attrName>
                                        </p:attrNameLst>
                                      </p:cBhvr>
                                      <p:to>
                                        <a:srgbClr val="000000"/>
                                      </p:to>
                                    </p:animClr>
                                    <p:animClr clrSpc="rgb" dir="cw">
                                      <p:cBhvr>
                                        <p:cTn id="35" dur="500" fill="hold"/>
                                        <p:tgtEl>
                                          <p:spTgt spid="6">
                                            <p:txEl>
                                              <p:pRg st="4" end="4"/>
                                            </p:txEl>
                                          </p:spTgt>
                                        </p:tgtEl>
                                        <p:attrNameLst>
                                          <p:attrName>fillcolor</p:attrName>
                                        </p:attrNameLst>
                                      </p:cBhvr>
                                      <p:to>
                                        <a:srgbClr val="000000"/>
                                      </p:to>
                                    </p:animClr>
                                    <p:set>
                                      <p:cBhvr>
                                        <p:cTn id="36" dur="500" fill="hold"/>
                                        <p:tgtEl>
                                          <p:spTgt spid="6">
                                            <p:txEl>
                                              <p:pRg st="4" end="4"/>
                                            </p:txEl>
                                          </p:spTgt>
                                        </p:tgtEl>
                                        <p:attrNameLst>
                                          <p:attrName>fill.type</p:attrName>
                                        </p:attrNameLst>
                                      </p:cBhvr>
                                      <p:to>
                                        <p:strVal val="solid"/>
                                      </p:to>
                                    </p:set>
                                    <p:set>
                                      <p:cBhvr>
                                        <p:cTn id="37" dur="500" fill="hold"/>
                                        <p:tgtEl>
                                          <p:spTgt spid="6">
                                            <p:txEl>
                                              <p:pRg st="4" end="4"/>
                                            </p:txEl>
                                          </p:spTgt>
                                        </p:tgtEl>
                                        <p:attrNameLst>
                                          <p:attrName>fill.on</p:attrName>
                                        </p:attrNameLst>
                                      </p:cBhvr>
                                      <p:to>
                                        <p:strVal val="true"/>
                                      </p:to>
                                    </p:set>
                                  </p:childTnLst>
                                </p:cTn>
                              </p:par>
                            </p:childTnLst>
                          </p:cTn>
                        </p:par>
                      </p:childTnLst>
                    </p:cTn>
                  </p:par>
                  <p:par>
                    <p:cTn id="38" fill="hold">
                      <p:stCondLst>
                        <p:cond delay="indefinite"/>
                      </p:stCondLst>
                      <p:childTnLst>
                        <p:par>
                          <p:cTn id="39" fill="hold">
                            <p:stCondLst>
                              <p:cond delay="0"/>
                            </p:stCondLst>
                            <p:childTnLst>
                              <p:par>
                                <p:cTn id="40" presetID="19" presetClass="emph" presetSubtype="0" fill="hold" nodeType="clickEffect">
                                  <p:stCondLst>
                                    <p:cond delay="0"/>
                                  </p:stCondLst>
                                  <p:childTnLst>
                                    <p:animClr clrSpc="rgb" dir="cw">
                                      <p:cBhvr override="childStyle">
                                        <p:cTn id="41" dur="500" fill="hold"/>
                                        <p:tgtEl>
                                          <p:spTgt spid="6">
                                            <p:txEl>
                                              <p:pRg st="5" end="5"/>
                                            </p:txEl>
                                          </p:spTgt>
                                        </p:tgtEl>
                                        <p:attrNameLst>
                                          <p:attrName>style.color</p:attrName>
                                        </p:attrNameLst>
                                      </p:cBhvr>
                                      <p:to>
                                        <a:srgbClr val="000000"/>
                                      </p:to>
                                    </p:animClr>
                                    <p:animClr clrSpc="rgb" dir="cw">
                                      <p:cBhvr>
                                        <p:cTn id="42" dur="500" fill="hold"/>
                                        <p:tgtEl>
                                          <p:spTgt spid="6">
                                            <p:txEl>
                                              <p:pRg st="5" end="5"/>
                                            </p:txEl>
                                          </p:spTgt>
                                        </p:tgtEl>
                                        <p:attrNameLst>
                                          <p:attrName>fillcolor</p:attrName>
                                        </p:attrNameLst>
                                      </p:cBhvr>
                                      <p:to>
                                        <a:srgbClr val="000000"/>
                                      </p:to>
                                    </p:animClr>
                                    <p:set>
                                      <p:cBhvr>
                                        <p:cTn id="43" dur="500" fill="hold"/>
                                        <p:tgtEl>
                                          <p:spTgt spid="6">
                                            <p:txEl>
                                              <p:pRg st="5" end="5"/>
                                            </p:txEl>
                                          </p:spTgt>
                                        </p:tgtEl>
                                        <p:attrNameLst>
                                          <p:attrName>fill.type</p:attrName>
                                        </p:attrNameLst>
                                      </p:cBhvr>
                                      <p:to>
                                        <p:strVal val="solid"/>
                                      </p:to>
                                    </p:set>
                                    <p:set>
                                      <p:cBhvr>
                                        <p:cTn id="44" dur="500" fill="hold"/>
                                        <p:tgtEl>
                                          <p:spTgt spid="6">
                                            <p:txEl>
                                              <p:pRg st="5" end="5"/>
                                            </p:txEl>
                                          </p:spTgt>
                                        </p:tgtEl>
                                        <p:attrNameLst>
                                          <p:attrName>fill.on</p:attrName>
                                        </p:attrNameLst>
                                      </p:cBhvr>
                                      <p:to>
                                        <p:strVal val="true"/>
                                      </p:to>
                                    </p:set>
                                  </p:childTnLst>
                                </p:cTn>
                              </p:par>
                              <p:par>
                                <p:cTn id="45" presetID="19" presetClass="emph" presetSubtype="0" fill="hold" nodeType="withEffect">
                                  <p:stCondLst>
                                    <p:cond delay="0"/>
                                  </p:stCondLst>
                                  <p:childTnLst>
                                    <p:animClr clrSpc="rgb" dir="cw">
                                      <p:cBhvr override="childStyle">
                                        <p:cTn id="46" dur="500" fill="hold"/>
                                        <p:tgtEl>
                                          <p:spTgt spid="6">
                                            <p:txEl>
                                              <p:pRg st="7" end="7"/>
                                            </p:txEl>
                                          </p:spTgt>
                                        </p:tgtEl>
                                        <p:attrNameLst>
                                          <p:attrName>style.color</p:attrName>
                                        </p:attrNameLst>
                                      </p:cBhvr>
                                      <p:to>
                                        <a:srgbClr val="000000"/>
                                      </p:to>
                                    </p:animClr>
                                    <p:animClr clrSpc="rgb" dir="cw">
                                      <p:cBhvr>
                                        <p:cTn id="47" dur="500" fill="hold"/>
                                        <p:tgtEl>
                                          <p:spTgt spid="6">
                                            <p:txEl>
                                              <p:pRg st="7" end="7"/>
                                            </p:txEl>
                                          </p:spTgt>
                                        </p:tgtEl>
                                        <p:attrNameLst>
                                          <p:attrName>fillcolor</p:attrName>
                                        </p:attrNameLst>
                                      </p:cBhvr>
                                      <p:to>
                                        <a:srgbClr val="000000"/>
                                      </p:to>
                                    </p:animClr>
                                    <p:set>
                                      <p:cBhvr>
                                        <p:cTn id="48" dur="500" fill="hold"/>
                                        <p:tgtEl>
                                          <p:spTgt spid="6">
                                            <p:txEl>
                                              <p:pRg st="7" end="7"/>
                                            </p:txEl>
                                          </p:spTgt>
                                        </p:tgtEl>
                                        <p:attrNameLst>
                                          <p:attrName>fill.type</p:attrName>
                                        </p:attrNameLst>
                                      </p:cBhvr>
                                      <p:to>
                                        <p:strVal val="solid"/>
                                      </p:to>
                                    </p:set>
                                    <p:set>
                                      <p:cBhvr>
                                        <p:cTn id="49" dur="500" fill="hold"/>
                                        <p:tgtEl>
                                          <p:spTgt spid="6">
                                            <p:txEl>
                                              <p:pRg st="7" end="7"/>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85801" y="735271"/>
            <a:ext cx="4667220" cy="584775"/>
          </a:xfrm>
          <a:prstGeom prst="rect">
            <a:avLst/>
          </a:prstGeom>
          <a:noFill/>
        </p:spPr>
        <p:txBody>
          <a:bodyPr wrap="square" rtlCol="0">
            <a:spAutoFit/>
          </a:bodyPr>
          <a:lstStyle/>
          <a:p>
            <a:r>
              <a:rPr lang="en-US" sz="3200" b="1" dirty="0">
                <a:solidFill>
                  <a:schemeClr val="tx2"/>
                </a:solidFill>
                <a:latin typeface="Candara" pitchFamily="34" charset="0"/>
                <a:cs typeface="Arial" pitchFamily="34" charset="0"/>
              </a:rPr>
              <a:t>Economic Causes</a:t>
            </a:r>
          </a:p>
        </p:txBody>
      </p:sp>
      <p:sp>
        <p:nvSpPr>
          <p:cNvPr id="6" name="TextBox 5"/>
          <p:cNvSpPr txBox="1"/>
          <p:nvPr/>
        </p:nvSpPr>
        <p:spPr>
          <a:xfrm>
            <a:off x="236030" y="1620499"/>
            <a:ext cx="8374569" cy="4893647"/>
          </a:xfrm>
          <a:prstGeom prst="rect">
            <a:avLst/>
          </a:prstGeom>
          <a:noFill/>
        </p:spPr>
        <p:txBody>
          <a:bodyPr wrap="square" rtlCol="0">
            <a:spAutoFit/>
          </a:bodyPr>
          <a:lstStyle/>
          <a:p>
            <a:pPr marL="914400" lvl="1" indent="-457200" algn="just">
              <a:buFont typeface="Arial" panose="020B0604020202020204" pitchFamily="34" charset="0"/>
              <a:buChar char="•"/>
            </a:pPr>
            <a:r>
              <a:rPr lang="en-US" altLang="en-US" sz="2400" dirty="0">
                <a:latin typeface="Candara" pitchFamily="34" charset="0"/>
                <a:cs typeface="Arial" pitchFamily="34" charset="0"/>
              </a:rPr>
              <a:t>Before the East </a:t>
            </a:r>
            <a:r>
              <a:rPr lang="en-US" altLang="en-US" sz="2400">
                <a:latin typeface="Candara" pitchFamily="34" charset="0"/>
                <a:cs typeface="Arial" pitchFamily="34" charset="0"/>
              </a:rPr>
              <a:t>India </a:t>
            </a:r>
            <a:r>
              <a:rPr lang="en-US" altLang="en-US" sz="2400" smtClean="0">
                <a:latin typeface="Candara" pitchFamily="34" charset="0"/>
                <a:cs typeface="Arial" pitchFamily="34" charset="0"/>
              </a:rPr>
              <a:t>Company‘s (EIC</a:t>
            </a:r>
            <a:r>
              <a:rPr lang="en-US" altLang="en-US" sz="2400" dirty="0">
                <a:latin typeface="Candara" pitchFamily="34" charset="0"/>
                <a:cs typeface="Arial" pitchFamily="34" charset="0"/>
              </a:rPr>
              <a:t>) rule, India’s  agriculture Industry and trade was flourishing.</a:t>
            </a:r>
            <a:endParaRPr lang="en-US" sz="2400" dirty="0">
              <a:latin typeface="Candara" pitchFamily="34" charset="0"/>
              <a:cs typeface="Arial" pitchFamily="34" charset="0"/>
            </a:endParaRPr>
          </a:p>
          <a:p>
            <a:pPr marL="914400" lvl="1" indent="-457200" algn="just">
              <a:buFont typeface="Arial" panose="020B0604020202020204" pitchFamily="34" charset="0"/>
              <a:buChar char="•"/>
            </a:pPr>
            <a:r>
              <a:rPr lang="en-US" sz="2400" dirty="0">
                <a:latin typeface="Candara" pitchFamily="34" charset="0"/>
                <a:cs typeface="Arial" pitchFamily="34" charset="0"/>
              </a:rPr>
              <a:t>T</a:t>
            </a:r>
            <a:r>
              <a:rPr lang="en-US" altLang="en-US" sz="2400" dirty="0">
                <a:latin typeface="Candara" pitchFamily="34" charset="0"/>
                <a:cs typeface="Arial" pitchFamily="34" charset="0"/>
              </a:rPr>
              <a:t>he British tried to exploit India for their economic gains and fulfill demands of their industrial revolution.</a:t>
            </a:r>
          </a:p>
          <a:p>
            <a:pPr marL="914400" lvl="1" indent="-457200" algn="just">
              <a:buFont typeface="Arial" panose="020B0604020202020204" pitchFamily="34" charset="0"/>
              <a:buChar char="•"/>
            </a:pPr>
            <a:r>
              <a:rPr lang="en-US" altLang="en-US" sz="2400" dirty="0">
                <a:latin typeface="Candara" pitchFamily="34" charset="0"/>
                <a:cs typeface="Arial" pitchFamily="34" charset="0"/>
              </a:rPr>
              <a:t>Indian exports to Britain i.e. cotton, tea, spices ended up in India as finished goods or were further exported to other countries. </a:t>
            </a:r>
          </a:p>
          <a:p>
            <a:pPr marL="914400" lvl="1" indent="-457200" algn="just">
              <a:buFont typeface="Arial" panose="020B0604020202020204" pitchFamily="34" charset="0"/>
              <a:buChar char="•"/>
            </a:pPr>
            <a:r>
              <a:rPr lang="en-US" altLang="en-US" sz="2400" dirty="0">
                <a:latin typeface="Candara" pitchFamily="34" charset="0"/>
                <a:cs typeface="Arial" pitchFamily="34" charset="0"/>
              </a:rPr>
              <a:t>After gaining right to collect revenue in Bengal in 1765, the EIC used the money raised through revenue in Bengal for fighting wars in other parts of India</a:t>
            </a:r>
          </a:p>
          <a:p>
            <a:pPr marL="914400" lvl="1" indent="-457200" algn="just">
              <a:buFont typeface="Arial" panose="020B0604020202020204" pitchFamily="34" charset="0"/>
              <a:buChar char="•"/>
            </a:pPr>
            <a:r>
              <a:rPr lang="en-US" altLang="en-US" sz="2400" dirty="0">
                <a:latin typeface="Candara" pitchFamily="34" charset="0"/>
                <a:cs typeface="Arial" pitchFamily="34" charset="0"/>
              </a:rPr>
              <a:t>The Policies of EIC badly affected </a:t>
            </a:r>
            <a:r>
              <a:rPr lang="en-US" altLang="en-US" sz="2400" dirty="0" err="1">
                <a:latin typeface="Candara" pitchFamily="34" charset="0"/>
                <a:cs typeface="Arial" pitchFamily="34" charset="0"/>
              </a:rPr>
              <a:t>Zamindars</a:t>
            </a:r>
            <a:r>
              <a:rPr lang="en-US" altLang="en-US" sz="2400" dirty="0">
                <a:latin typeface="Candara" pitchFamily="34" charset="0"/>
                <a:cs typeface="Arial" pitchFamily="34" charset="0"/>
              </a:rPr>
              <a:t>, </a:t>
            </a:r>
            <a:r>
              <a:rPr lang="en-US" altLang="en-US" sz="2400" dirty="0" err="1">
                <a:latin typeface="Candara" pitchFamily="34" charset="0"/>
                <a:cs typeface="Arial" pitchFamily="34" charset="0"/>
              </a:rPr>
              <a:t>Talookdars</a:t>
            </a:r>
            <a:r>
              <a:rPr lang="en-US" altLang="en-US" sz="2400" dirty="0">
                <a:latin typeface="Candara" pitchFamily="34" charset="0"/>
                <a:cs typeface="Arial" pitchFamily="34" charset="0"/>
              </a:rPr>
              <a:t>, middle income groups, traders, laborers etc.</a:t>
            </a:r>
          </a:p>
          <a:p>
            <a:pPr marL="1828800" lvl="3" indent="-457200" algn="just">
              <a:buFont typeface="Wingdings" panose="05000000000000000000" pitchFamily="2" charset="2"/>
              <a:buChar char="§"/>
            </a:pPr>
            <a:endParaRPr lang="cy-GB" sz="2400" dirty="0">
              <a:latin typeface="Candara" pitchFamily="34" charset="0"/>
              <a:cs typeface="Arial" pitchFamily="34" charset="0"/>
            </a:endParaRPr>
          </a:p>
        </p:txBody>
      </p:sp>
      <p:sp>
        <p:nvSpPr>
          <p:cNvPr id="2" name="Slide Number Placeholder 1"/>
          <p:cNvSpPr>
            <a:spLocks noGrp="1"/>
          </p:cNvSpPr>
          <p:nvPr>
            <p:ph type="sldNum" sz="quarter" idx="12"/>
          </p:nvPr>
        </p:nvSpPr>
        <p:spPr/>
        <p:txBody>
          <a:bodyPr/>
          <a:lstStyle/>
          <a:p>
            <a:fld id="{08A8661F-1CDE-4F7E-AE93-7F9785FD6839}" type="slidenum">
              <a:rPr lang="en-US" smtClean="0"/>
              <a:pPr/>
              <a:t>5</a:t>
            </a:fld>
            <a:endParaRPr lang="en-US"/>
          </a:p>
        </p:txBody>
      </p:sp>
      <p:pic>
        <p:nvPicPr>
          <p:cNvPr id="39" name="Picture 38" descr="https://i.vimeocdn.com/portrait/10125853_300x300"/>
          <p:cNvPicPr>
            <a:picLocks noChangeAspect="1" noChangeArrowheads="1"/>
          </p:cNvPicPr>
          <p:nvPr/>
        </p:nvPicPr>
        <p:blipFill>
          <a:blip r:embed="rId3" cstate="print">
            <a:extLst>
              <a:ext uri="{BEBA8EAE-BF5A-486C-A8C5-ECC9F3942E4B}">
                <a14:imgProps xmlns="" xmlns:a14="http://schemas.microsoft.com/office/drawing/2010/main">
                  <a14:imgLayer r:embed="rId4">
                    <a14:imgEffect>
                      <a14:sharpenSoften amount="50000"/>
                    </a14:imgEffect>
                    <a14:imgEffect>
                      <a14:brightnessContrast contrast="-40000"/>
                    </a14:imgEffect>
                  </a14:imgLayer>
                </a14:imgProps>
              </a:ext>
              <a:ext uri="{28A0092B-C50C-407E-A947-70E740481C1C}">
                <a14:useLocalDpi xmlns="" xmlns:a14="http://schemas.microsoft.com/office/drawing/2010/main" val="0"/>
              </a:ext>
            </a:extLst>
          </a:blip>
          <a:srcRect/>
          <a:stretch>
            <a:fillRect/>
          </a:stretch>
        </p:blipFill>
        <p:spPr bwMode="auto">
          <a:xfrm>
            <a:off x="7602847" y="456159"/>
            <a:ext cx="1143000" cy="1143000"/>
          </a:xfrm>
          <a:prstGeom prst="rect">
            <a:avLst/>
          </a:prstGeom>
          <a:noFill/>
          <a:extLst>
            <a:ext uri="{909E8E84-426E-40DD-AFC4-6F175D3DCCD1}">
              <a14:hiddenFill xmlns="" xmlns:a14="http://schemas.microsoft.com/office/drawing/2010/main">
                <a:solidFill>
                  <a:srgbClr val="FFFFFF"/>
                </a:solidFill>
              </a14:hiddenFill>
            </a:ext>
          </a:extLst>
        </p:spPr>
      </p:pic>
      <p:grpSp>
        <p:nvGrpSpPr>
          <p:cNvPr id="3" name="Group 39"/>
          <p:cNvGrpSpPr/>
          <p:nvPr/>
        </p:nvGrpSpPr>
        <p:grpSpPr>
          <a:xfrm rot="10800000" flipV="1">
            <a:off x="857221" y="1405300"/>
            <a:ext cx="6037811" cy="45719"/>
            <a:chOff x="0" y="5791200"/>
            <a:chExt cx="8084345" cy="330200"/>
          </a:xfrm>
        </p:grpSpPr>
        <p:sp>
          <p:nvSpPr>
            <p:cNvPr id="41" name="Rectangle 40"/>
            <p:cNvSpPr/>
            <p:nvPr/>
          </p:nvSpPr>
          <p:spPr>
            <a:xfrm>
              <a:off x="0" y="5791200"/>
              <a:ext cx="1064261" cy="330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p:cNvSpPr/>
            <p:nvPr/>
          </p:nvSpPr>
          <p:spPr>
            <a:xfrm>
              <a:off x="1066800" y="5791200"/>
              <a:ext cx="997745" cy="3302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p:cNvSpPr/>
            <p:nvPr/>
          </p:nvSpPr>
          <p:spPr>
            <a:xfrm>
              <a:off x="2057400" y="5791200"/>
              <a:ext cx="997745" cy="3302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p:cNvSpPr/>
            <p:nvPr/>
          </p:nvSpPr>
          <p:spPr>
            <a:xfrm>
              <a:off x="3048000" y="5791200"/>
              <a:ext cx="997745" cy="3302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Rectangle 44"/>
            <p:cNvSpPr/>
            <p:nvPr/>
          </p:nvSpPr>
          <p:spPr>
            <a:xfrm>
              <a:off x="4038600" y="5791200"/>
              <a:ext cx="997745" cy="330200"/>
            </a:xfrm>
            <a:prstGeom prst="rect">
              <a:avLst/>
            </a:prstGeom>
            <a:solidFill>
              <a:srgbClr val="235F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p:cNvSpPr/>
            <p:nvPr/>
          </p:nvSpPr>
          <p:spPr>
            <a:xfrm>
              <a:off x="5029200" y="5791200"/>
              <a:ext cx="1122463" cy="33020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p:cNvSpPr/>
            <p:nvPr/>
          </p:nvSpPr>
          <p:spPr>
            <a:xfrm>
              <a:off x="6096000" y="5791200"/>
              <a:ext cx="997745" cy="3302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p:cNvSpPr/>
            <p:nvPr/>
          </p:nvSpPr>
          <p:spPr>
            <a:xfrm>
              <a:off x="7086600" y="5791200"/>
              <a:ext cx="997745" cy="330200"/>
            </a:xfrm>
            <a:prstGeom prst="rect">
              <a:avLst/>
            </a:prstGeom>
            <a:solidFill>
              <a:srgbClr val="5440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3" name="Rectangle 32"/>
          <p:cNvSpPr/>
          <p:nvPr/>
        </p:nvSpPr>
        <p:spPr>
          <a:xfrm>
            <a:off x="7373012" y="381000"/>
            <a:ext cx="1542388" cy="12633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 xmlns:p14="http://schemas.microsoft.com/office/powerpoint/2010/main" val="3947313259"/>
      </p:ext>
    </p:extLst>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6">
                                            <p:txEl>
                                              <p:pRg st="0" end="0"/>
                                            </p:txEl>
                                          </p:spTgt>
                                        </p:tgtEl>
                                        <p:attrNameLst>
                                          <p:attrName>style.color</p:attrName>
                                        </p:attrNameLst>
                                      </p:cBhvr>
                                      <p:to>
                                        <a:srgbClr val="000000"/>
                                      </p:to>
                                    </p:animClr>
                                    <p:animClr clrSpc="rgb" dir="cw">
                                      <p:cBhvr>
                                        <p:cTn id="7" dur="500" fill="hold"/>
                                        <p:tgtEl>
                                          <p:spTgt spid="6">
                                            <p:txEl>
                                              <p:pRg st="0" end="0"/>
                                            </p:txEl>
                                          </p:spTgt>
                                        </p:tgtEl>
                                        <p:attrNameLst>
                                          <p:attrName>fillcolor</p:attrName>
                                        </p:attrNameLst>
                                      </p:cBhvr>
                                      <p:to>
                                        <a:srgbClr val="000000"/>
                                      </p:to>
                                    </p:animClr>
                                    <p:set>
                                      <p:cBhvr>
                                        <p:cTn id="8" dur="500" fill="hold"/>
                                        <p:tgtEl>
                                          <p:spTgt spid="6">
                                            <p:txEl>
                                              <p:pRg st="0" end="0"/>
                                            </p:txEl>
                                          </p:spTgt>
                                        </p:tgtEl>
                                        <p:attrNameLst>
                                          <p:attrName>fill.type</p:attrName>
                                        </p:attrNameLst>
                                      </p:cBhvr>
                                      <p:to>
                                        <p:strVal val="solid"/>
                                      </p:to>
                                    </p:set>
                                    <p:set>
                                      <p:cBhvr>
                                        <p:cTn id="9" dur="500" fill="hold"/>
                                        <p:tgtEl>
                                          <p:spTgt spid="6">
                                            <p:txEl>
                                              <p:pRg st="0" end="0"/>
                                            </p:txEl>
                                          </p:spTgt>
                                        </p:tgtEl>
                                        <p:attrNameLst>
                                          <p:attrName>fill.on</p:attrName>
                                        </p:attrNameLst>
                                      </p:cBhvr>
                                      <p:to>
                                        <p:strVal val="true"/>
                                      </p:to>
                                    </p:set>
                                  </p:childTnLst>
                                </p:cTn>
                              </p:par>
                            </p:childTnLst>
                          </p:cTn>
                        </p:par>
                      </p:childTnLst>
                    </p:cTn>
                  </p:par>
                  <p:par>
                    <p:cTn id="10" fill="hold">
                      <p:stCondLst>
                        <p:cond delay="indefinite"/>
                      </p:stCondLst>
                      <p:childTnLst>
                        <p:par>
                          <p:cTn id="11" fill="hold">
                            <p:stCondLst>
                              <p:cond delay="0"/>
                            </p:stCondLst>
                            <p:childTnLst>
                              <p:par>
                                <p:cTn id="12" presetID="19" presetClass="emph" presetSubtype="0" fill="hold" nodeType="clickEffect">
                                  <p:stCondLst>
                                    <p:cond delay="0"/>
                                  </p:stCondLst>
                                  <p:childTnLst>
                                    <p:animClr clrSpc="rgb" dir="cw">
                                      <p:cBhvr override="childStyle">
                                        <p:cTn id="13" dur="500" fill="hold"/>
                                        <p:tgtEl>
                                          <p:spTgt spid="6">
                                            <p:txEl>
                                              <p:pRg st="1" end="1"/>
                                            </p:txEl>
                                          </p:spTgt>
                                        </p:tgtEl>
                                        <p:attrNameLst>
                                          <p:attrName>style.color</p:attrName>
                                        </p:attrNameLst>
                                      </p:cBhvr>
                                      <p:to>
                                        <a:srgbClr val="000000"/>
                                      </p:to>
                                    </p:animClr>
                                    <p:animClr clrSpc="rgb" dir="cw">
                                      <p:cBhvr>
                                        <p:cTn id="14" dur="500" fill="hold"/>
                                        <p:tgtEl>
                                          <p:spTgt spid="6">
                                            <p:txEl>
                                              <p:pRg st="1" end="1"/>
                                            </p:txEl>
                                          </p:spTgt>
                                        </p:tgtEl>
                                        <p:attrNameLst>
                                          <p:attrName>fillcolor</p:attrName>
                                        </p:attrNameLst>
                                      </p:cBhvr>
                                      <p:to>
                                        <a:srgbClr val="000000"/>
                                      </p:to>
                                    </p:animClr>
                                    <p:set>
                                      <p:cBhvr>
                                        <p:cTn id="15" dur="500" fill="hold"/>
                                        <p:tgtEl>
                                          <p:spTgt spid="6">
                                            <p:txEl>
                                              <p:pRg st="1" end="1"/>
                                            </p:txEl>
                                          </p:spTgt>
                                        </p:tgtEl>
                                        <p:attrNameLst>
                                          <p:attrName>fill.type</p:attrName>
                                        </p:attrNameLst>
                                      </p:cBhvr>
                                      <p:to>
                                        <p:strVal val="solid"/>
                                      </p:to>
                                    </p:set>
                                    <p:set>
                                      <p:cBhvr>
                                        <p:cTn id="16" dur="500" fill="hold"/>
                                        <p:tgtEl>
                                          <p:spTgt spid="6">
                                            <p:txEl>
                                              <p:pRg st="1" end="1"/>
                                            </p:txEl>
                                          </p:spTgt>
                                        </p:tgtEl>
                                        <p:attrNameLst>
                                          <p:attrName>fill.on</p:attrName>
                                        </p:attrNameLst>
                                      </p:cBhvr>
                                      <p:to>
                                        <p:strVal val="true"/>
                                      </p:to>
                                    </p:set>
                                  </p:childTnLst>
                                </p:cTn>
                              </p:par>
                            </p:childTnLst>
                          </p:cTn>
                        </p:par>
                      </p:childTnLst>
                    </p:cTn>
                  </p:par>
                  <p:par>
                    <p:cTn id="17" fill="hold">
                      <p:stCondLst>
                        <p:cond delay="indefinite"/>
                      </p:stCondLst>
                      <p:childTnLst>
                        <p:par>
                          <p:cTn id="18" fill="hold">
                            <p:stCondLst>
                              <p:cond delay="0"/>
                            </p:stCondLst>
                            <p:childTnLst>
                              <p:par>
                                <p:cTn id="19" presetID="19" presetClass="emph" presetSubtype="0" fill="hold" nodeType="clickEffect">
                                  <p:stCondLst>
                                    <p:cond delay="0"/>
                                  </p:stCondLst>
                                  <p:childTnLst>
                                    <p:animClr clrSpc="rgb" dir="cw">
                                      <p:cBhvr override="childStyle">
                                        <p:cTn id="20" dur="500" fill="hold"/>
                                        <p:tgtEl>
                                          <p:spTgt spid="6">
                                            <p:txEl>
                                              <p:pRg st="2" end="2"/>
                                            </p:txEl>
                                          </p:spTgt>
                                        </p:tgtEl>
                                        <p:attrNameLst>
                                          <p:attrName>style.color</p:attrName>
                                        </p:attrNameLst>
                                      </p:cBhvr>
                                      <p:to>
                                        <a:srgbClr val="000000"/>
                                      </p:to>
                                    </p:animClr>
                                    <p:animClr clrSpc="rgb" dir="cw">
                                      <p:cBhvr>
                                        <p:cTn id="21" dur="500" fill="hold"/>
                                        <p:tgtEl>
                                          <p:spTgt spid="6">
                                            <p:txEl>
                                              <p:pRg st="2" end="2"/>
                                            </p:txEl>
                                          </p:spTgt>
                                        </p:tgtEl>
                                        <p:attrNameLst>
                                          <p:attrName>fillcolor</p:attrName>
                                        </p:attrNameLst>
                                      </p:cBhvr>
                                      <p:to>
                                        <a:srgbClr val="000000"/>
                                      </p:to>
                                    </p:animClr>
                                    <p:set>
                                      <p:cBhvr>
                                        <p:cTn id="22" dur="500" fill="hold"/>
                                        <p:tgtEl>
                                          <p:spTgt spid="6">
                                            <p:txEl>
                                              <p:pRg st="2" end="2"/>
                                            </p:txEl>
                                          </p:spTgt>
                                        </p:tgtEl>
                                        <p:attrNameLst>
                                          <p:attrName>fill.type</p:attrName>
                                        </p:attrNameLst>
                                      </p:cBhvr>
                                      <p:to>
                                        <p:strVal val="solid"/>
                                      </p:to>
                                    </p:set>
                                    <p:set>
                                      <p:cBhvr>
                                        <p:cTn id="23" dur="500" fill="hold"/>
                                        <p:tgtEl>
                                          <p:spTgt spid="6">
                                            <p:txEl>
                                              <p:pRg st="2" end="2"/>
                                            </p:txEl>
                                          </p:spTgt>
                                        </p:tgtEl>
                                        <p:attrNameLst>
                                          <p:attrName>fill.on</p:attrName>
                                        </p:attrNameLst>
                                      </p:cBhvr>
                                      <p:to>
                                        <p:strVal val="true"/>
                                      </p:to>
                                    </p:set>
                                  </p:childTnLst>
                                </p:cTn>
                              </p:par>
                            </p:childTnLst>
                          </p:cTn>
                        </p:par>
                      </p:childTnLst>
                    </p:cTn>
                  </p:par>
                  <p:par>
                    <p:cTn id="24" fill="hold">
                      <p:stCondLst>
                        <p:cond delay="indefinite"/>
                      </p:stCondLst>
                      <p:childTnLst>
                        <p:par>
                          <p:cTn id="25" fill="hold">
                            <p:stCondLst>
                              <p:cond delay="0"/>
                            </p:stCondLst>
                            <p:childTnLst>
                              <p:par>
                                <p:cTn id="26" presetID="19" presetClass="emph" presetSubtype="0" fill="hold" nodeType="clickEffect">
                                  <p:stCondLst>
                                    <p:cond delay="0"/>
                                  </p:stCondLst>
                                  <p:childTnLst>
                                    <p:animClr clrSpc="rgb" dir="cw">
                                      <p:cBhvr override="childStyle">
                                        <p:cTn id="27" dur="500" fill="hold"/>
                                        <p:tgtEl>
                                          <p:spTgt spid="6">
                                            <p:txEl>
                                              <p:pRg st="3" end="3"/>
                                            </p:txEl>
                                          </p:spTgt>
                                        </p:tgtEl>
                                        <p:attrNameLst>
                                          <p:attrName>style.color</p:attrName>
                                        </p:attrNameLst>
                                      </p:cBhvr>
                                      <p:to>
                                        <a:srgbClr val="000000"/>
                                      </p:to>
                                    </p:animClr>
                                    <p:animClr clrSpc="rgb" dir="cw">
                                      <p:cBhvr>
                                        <p:cTn id="28" dur="500" fill="hold"/>
                                        <p:tgtEl>
                                          <p:spTgt spid="6">
                                            <p:txEl>
                                              <p:pRg st="3" end="3"/>
                                            </p:txEl>
                                          </p:spTgt>
                                        </p:tgtEl>
                                        <p:attrNameLst>
                                          <p:attrName>fillcolor</p:attrName>
                                        </p:attrNameLst>
                                      </p:cBhvr>
                                      <p:to>
                                        <a:srgbClr val="000000"/>
                                      </p:to>
                                    </p:animClr>
                                    <p:set>
                                      <p:cBhvr>
                                        <p:cTn id="29" dur="500" fill="hold"/>
                                        <p:tgtEl>
                                          <p:spTgt spid="6">
                                            <p:txEl>
                                              <p:pRg st="3" end="3"/>
                                            </p:txEl>
                                          </p:spTgt>
                                        </p:tgtEl>
                                        <p:attrNameLst>
                                          <p:attrName>fill.type</p:attrName>
                                        </p:attrNameLst>
                                      </p:cBhvr>
                                      <p:to>
                                        <p:strVal val="solid"/>
                                      </p:to>
                                    </p:set>
                                    <p:set>
                                      <p:cBhvr>
                                        <p:cTn id="30" dur="500" fill="hold"/>
                                        <p:tgtEl>
                                          <p:spTgt spid="6">
                                            <p:txEl>
                                              <p:pRg st="3" end="3"/>
                                            </p:txEl>
                                          </p:spTgt>
                                        </p:tgtEl>
                                        <p:attrNameLst>
                                          <p:attrName>fill.on</p:attrName>
                                        </p:attrNameLst>
                                      </p:cBhvr>
                                      <p:to>
                                        <p:strVal val="true"/>
                                      </p:to>
                                    </p:set>
                                  </p:childTnLst>
                                </p:cTn>
                              </p:par>
                            </p:childTnLst>
                          </p:cTn>
                        </p:par>
                      </p:childTnLst>
                    </p:cTn>
                  </p:par>
                  <p:par>
                    <p:cTn id="31" fill="hold">
                      <p:stCondLst>
                        <p:cond delay="indefinite"/>
                      </p:stCondLst>
                      <p:childTnLst>
                        <p:par>
                          <p:cTn id="32" fill="hold">
                            <p:stCondLst>
                              <p:cond delay="0"/>
                            </p:stCondLst>
                            <p:childTnLst>
                              <p:par>
                                <p:cTn id="33" presetID="19" presetClass="emph" presetSubtype="0" fill="hold" nodeType="clickEffect">
                                  <p:stCondLst>
                                    <p:cond delay="0"/>
                                  </p:stCondLst>
                                  <p:childTnLst>
                                    <p:animClr clrSpc="rgb" dir="cw">
                                      <p:cBhvr override="childStyle">
                                        <p:cTn id="34" dur="500" fill="hold"/>
                                        <p:tgtEl>
                                          <p:spTgt spid="6">
                                            <p:txEl>
                                              <p:pRg st="4" end="4"/>
                                            </p:txEl>
                                          </p:spTgt>
                                        </p:tgtEl>
                                        <p:attrNameLst>
                                          <p:attrName>style.color</p:attrName>
                                        </p:attrNameLst>
                                      </p:cBhvr>
                                      <p:to>
                                        <a:srgbClr val="000000"/>
                                      </p:to>
                                    </p:animClr>
                                    <p:animClr clrSpc="rgb" dir="cw">
                                      <p:cBhvr>
                                        <p:cTn id="35" dur="500" fill="hold"/>
                                        <p:tgtEl>
                                          <p:spTgt spid="6">
                                            <p:txEl>
                                              <p:pRg st="4" end="4"/>
                                            </p:txEl>
                                          </p:spTgt>
                                        </p:tgtEl>
                                        <p:attrNameLst>
                                          <p:attrName>fillcolor</p:attrName>
                                        </p:attrNameLst>
                                      </p:cBhvr>
                                      <p:to>
                                        <a:srgbClr val="000000"/>
                                      </p:to>
                                    </p:animClr>
                                    <p:set>
                                      <p:cBhvr>
                                        <p:cTn id="36" dur="500" fill="hold"/>
                                        <p:tgtEl>
                                          <p:spTgt spid="6">
                                            <p:txEl>
                                              <p:pRg st="4" end="4"/>
                                            </p:txEl>
                                          </p:spTgt>
                                        </p:tgtEl>
                                        <p:attrNameLst>
                                          <p:attrName>fill.type</p:attrName>
                                        </p:attrNameLst>
                                      </p:cBhvr>
                                      <p:to>
                                        <p:strVal val="solid"/>
                                      </p:to>
                                    </p:set>
                                    <p:set>
                                      <p:cBhvr>
                                        <p:cTn id="37" dur="500" fill="hold"/>
                                        <p:tgtEl>
                                          <p:spTgt spid="6">
                                            <p:txEl>
                                              <p:pRg st="4" end="4"/>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85801" y="735271"/>
            <a:ext cx="4667220" cy="584775"/>
          </a:xfrm>
          <a:prstGeom prst="rect">
            <a:avLst/>
          </a:prstGeom>
          <a:noFill/>
        </p:spPr>
        <p:txBody>
          <a:bodyPr wrap="square" rtlCol="0">
            <a:spAutoFit/>
          </a:bodyPr>
          <a:lstStyle/>
          <a:p>
            <a:r>
              <a:rPr lang="en-US" sz="3200" b="1" dirty="0">
                <a:solidFill>
                  <a:schemeClr val="tx2"/>
                </a:solidFill>
                <a:latin typeface="Candara" pitchFamily="34" charset="0"/>
                <a:cs typeface="Arial" pitchFamily="34" charset="0"/>
              </a:rPr>
              <a:t>Administrative Causes</a:t>
            </a:r>
          </a:p>
        </p:txBody>
      </p:sp>
      <p:sp>
        <p:nvSpPr>
          <p:cNvPr id="6" name="TextBox 5"/>
          <p:cNvSpPr txBox="1"/>
          <p:nvPr/>
        </p:nvSpPr>
        <p:spPr>
          <a:xfrm>
            <a:off x="685801" y="1741320"/>
            <a:ext cx="8020022" cy="2308324"/>
          </a:xfrm>
          <a:prstGeom prst="rect">
            <a:avLst/>
          </a:prstGeom>
          <a:noFill/>
        </p:spPr>
        <p:txBody>
          <a:bodyPr wrap="square" rtlCol="0">
            <a:spAutoFit/>
          </a:bodyPr>
          <a:lstStyle/>
          <a:p>
            <a:pPr marL="914400" lvl="1" indent="-457200" algn="just">
              <a:buFont typeface="Arial" panose="020B0604020202020204" pitchFamily="34" charset="0"/>
              <a:buChar char="•"/>
            </a:pPr>
            <a:r>
              <a:rPr lang="en-US" altLang="en-US" sz="2400" dirty="0">
                <a:latin typeface="Candara" pitchFamily="34" charset="0"/>
                <a:cs typeface="Arial" pitchFamily="34" charset="0"/>
              </a:rPr>
              <a:t>Inefficient and Insufficient Administrative machinery.</a:t>
            </a:r>
            <a:endParaRPr lang="en-US" sz="2400" dirty="0">
              <a:latin typeface="Candara" pitchFamily="34" charset="0"/>
              <a:cs typeface="Arial" pitchFamily="34" charset="0"/>
            </a:endParaRPr>
          </a:p>
          <a:p>
            <a:pPr marL="914400" lvl="1" indent="-457200" algn="just">
              <a:buFont typeface="Arial" panose="020B0604020202020204" pitchFamily="34" charset="0"/>
              <a:buChar char="•"/>
            </a:pPr>
            <a:r>
              <a:rPr lang="en-US" altLang="en-US" sz="2400" dirty="0">
                <a:latin typeface="Candara" pitchFamily="34" charset="0"/>
                <a:cs typeface="Arial" pitchFamily="34" charset="0"/>
              </a:rPr>
              <a:t>Annexation of Indian States as part of their expansionist policies under the Doctrine of Lapse.</a:t>
            </a:r>
          </a:p>
          <a:p>
            <a:pPr marL="914400" lvl="1" indent="-457200" algn="just">
              <a:buFont typeface="Arial" panose="020B0604020202020204" pitchFamily="34" charset="0"/>
              <a:buChar char="•"/>
            </a:pPr>
            <a:r>
              <a:rPr lang="en-US" altLang="en-US" sz="2400" dirty="0">
                <a:latin typeface="Candara" pitchFamily="34" charset="0"/>
                <a:cs typeface="Arial" pitchFamily="34" charset="0"/>
              </a:rPr>
              <a:t>All high posts; civil or military were given to Europeans rather than locals</a:t>
            </a:r>
          </a:p>
          <a:p>
            <a:pPr marL="914400" lvl="1" indent="-457200" algn="just">
              <a:buFont typeface="Arial" panose="020B0604020202020204" pitchFamily="34" charset="0"/>
              <a:buChar char="•"/>
            </a:pPr>
            <a:r>
              <a:rPr lang="en-US" altLang="en-US" sz="2400" dirty="0">
                <a:latin typeface="Candara" pitchFamily="34" charset="0"/>
                <a:cs typeface="Arial" pitchFamily="34" charset="0"/>
              </a:rPr>
              <a:t>Unjust and exploitative revenue policies. </a:t>
            </a:r>
          </a:p>
        </p:txBody>
      </p:sp>
      <p:sp>
        <p:nvSpPr>
          <p:cNvPr id="2" name="Slide Number Placeholder 1"/>
          <p:cNvSpPr>
            <a:spLocks noGrp="1"/>
          </p:cNvSpPr>
          <p:nvPr>
            <p:ph type="sldNum" sz="quarter" idx="12"/>
          </p:nvPr>
        </p:nvSpPr>
        <p:spPr/>
        <p:txBody>
          <a:bodyPr/>
          <a:lstStyle/>
          <a:p>
            <a:fld id="{08A8661F-1CDE-4F7E-AE93-7F9785FD6839}" type="slidenum">
              <a:rPr lang="en-US" smtClean="0"/>
              <a:pPr/>
              <a:t>6</a:t>
            </a:fld>
            <a:endParaRPr lang="en-US"/>
          </a:p>
        </p:txBody>
      </p:sp>
      <p:pic>
        <p:nvPicPr>
          <p:cNvPr id="39" name="Picture 38" descr="https://i.vimeocdn.com/portrait/10125853_300x300"/>
          <p:cNvPicPr>
            <a:picLocks noChangeAspect="1" noChangeArrowheads="1"/>
          </p:cNvPicPr>
          <p:nvPr/>
        </p:nvPicPr>
        <p:blipFill>
          <a:blip r:embed="rId3" cstate="print">
            <a:extLst>
              <a:ext uri="{BEBA8EAE-BF5A-486C-A8C5-ECC9F3942E4B}">
                <a14:imgProps xmlns="" xmlns:a14="http://schemas.microsoft.com/office/drawing/2010/main">
                  <a14:imgLayer r:embed="rId4">
                    <a14:imgEffect>
                      <a14:sharpenSoften amount="50000"/>
                    </a14:imgEffect>
                    <a14:imgEffect>
                      <a14:brightnessContrast contrast="-40000"/>
                    </a14:imgEffect>
                  </a14:imgLayer>
                </a14:imgProps>
              </a:ext>
              <a:ext uri="{28A0092B-C50C-407E-A947-70E740481C1C}">
                <a14:useLocalDpi xmlns="" xmlns:a14="http://schemas.microsoft.com/office/drawing/2010/main" val="0"/>
              </a:ext>
            </a:extLst>
          </a:blip>
          <a:srcRect/>
          <a:stretch>
            <a:fillRect/>
          </a:stretch>
        </p:blipFill>
        <p:spPr bwMode="auto">
          <a:xfrm>
            <a:off x="7602847" y="456159"/>
            <a:ext cx="1143000" cy="1143000"/>
          </a:xfrm>
          <a:prstGeom prst="rect">
            <a:avLst/>
          </a:prstGeom>
          <a:noFill/>
          <a:extLst>
            <a:ext uri="{909E8E84-426E-40DD-AFC4-6F175D3DCCD1}">
              <a14:hiddenFill xmlns="" xmlns:a14="http://schemas.microsoft.com/office/drawing/2010/main">
                <a:solidFill>
                  <a:srgbClr val="FFFFFF"/>
                </a:solidFill>
              </a14:hiddenFill>
            </a:ext>
          </a:extLst>
        </p:spPr>
      </p:pic>
      <p:grpSp>
        <p:nvGrpSpPr>
          <p:cNvPr id="3" name="Group 39"/>
          <p:cNvGrpSpPr/>
          <p:nvPr/>
        </p:nvGrpSpPr>
        <p:grpSpPr>
          <a:xfrm rot="10800000" flipV="1">
            <a:off x="857221" y="1405300"/>
            <a:ext cx="6037811" cy="45719"/>
            <a:chOff x="0" y="5791200"/>
            <a:chExt cx="8084345" cy="330200"/>
          </a:xfrm>
        </p:grpSpPr>
        <p:sp>
          <p:nvSpPr>
            <p:cNvPr id="41" name="Rectangle 40"/>
            <p:cNvSpPr/>
            <p:nvPr/>
          </p:nvSpPr>
          <p:spPr>
            <a:xfrm>
              <a:off x="0" y="5791200"/>
              <a:ext cx="1064261" cy="330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p:cNvSpPr/>
            <p:nvPr/>
          </p:nvSpPr>
          <p:spPr>
            <a:xfrm>
              <a:off x="1066800" y="5791200"/>
              <a:ext cx="997745" cy="3302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p:cNvSpPr/>
            <p:nvPr/>
          </p:nvSpPr>
          <p:spPr>
            <a:xfrm>
              <a:off x="2057400" y="5791200"/>
              <a:ext cx="997745" cy="3302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p:cNvSpPr/>
            <p:nvPr/>
          </p:nvSpPr>
          <p:spPr>
            <a:xfrm>
              <a:off x="3048000" y="5791200"/>
              <a:ext cx="997745" cy="3302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Rectangle 44"/>
            <p:cNvSpPr/>
            <p:nvPr/>
          </p:nvSpPr>
          <p:spPr>
            <a:xfrm>
              <a:off x="4038600" y="5791200"/>
              <a:ext cx="997745" cy="330200"/>
            </a:xfrm>
            <a:prstGeom prst="rect">
              <a:avLst/>
            </a:prstGeom>
            <a:solidFill>
              <a:srgbClr val="235F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p:cNvSpPr/>
            <p:nvPr/>
          </p:nvSpPr>
          <p:spPr>
            <a:xfrm>
              <a:off x="5029200" y="5791200"/>
              <a:ext cx="1122463" cy="33020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p:cNvSpPr/>
            <p:nvPr/>
          </p:nvSpPr>
          <p:spPr>
            <a:xfrm>
              <a:off x="6096000" y="5791200"/>
              <a:ext cx="997745" cy="3302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p:cNvSpPr/>
            <p:nvPr/>
          </p:nvSpPr>
          <p:spPr>
            <a:xfrm>
              <a:off x="7086600" y="5791200"/>
              <a:ext cx="997745" cy="330200"/>
            </a:xfrm>
            <a:prstGeom prst="rect">
              <a:avLst/>
            </a:prstGeom>
            <a:solidFill>
              <a:srgbClr val="5440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3" name="Rectangle 32"/>
          <p:cNvSpPr/>
          <p:nvPr/>
        </p:nvSpPr>
        <p:spPr>
          <a:xfrm>
            <a:off x="7373012" y="381000"/>
            <a:ext cx="1542388" cy="12633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 xmlns:p14="http://schemas.microsoft.com/office/powerpoint/2010/main" val="3947313259"/>
      </p:ext>
    </p:extLst>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6">
                                            <p:txEl>
                                              <p:pRg st="0" end="0"/>
                                            </p:txEl>
                                          </p:spTgt>
                                        </p:tgtEl>
                                        <p:attrNameLst>
                                          <p:attrName>style.color</p:attrName>
                                        </p:attrNameLst>
                                      </p:cBhvr>
                                      <p:to>
                                        <a:srgbClr val="000000"/>
                                      </p:to>
                                    </p:animClr>
                                    <p:animClr clrSpc="rgb" dir="cw">
                                      <p:cBhvr>
                                        <p:cTn id="7" dur="500" fill="hold"/>
                                        <p:tgtEl>
                                          <p:spTgt spid="6">
                                            <p:txEl>
                                              <p:pRg st="0" end="0"/>
                                            </p:txEl>
                                          </p:spTgt>
                                        </p:tgtEl>
                                        <p:attrNameLst>
                                          <p:attrName>fillcolor</p:attrName>
                                        </p:attrNameLst>
                                      </p:cBhvr>
                                      <p:to>
                                        <a:srgbClr val="000000"/>
                                      </p:to>
                                    </p:animClr>
                                    <p:set>
                                      <p:cBhvr>
                                        <p:cTn id="8" dur="500" fill="hold"/>
                                        <p:tgtEl>
                                          <p:spTgt spid="6">
                                            <p:txEl>
                                              <p:pRg st="0" end="0"/>
                                            </p:txEl>
                                          </p:spTgt>
                                        </p:tgtEl>
                                        <p:attrNameLst>
                                          <p:attrName>fill.type</p:attrName>
                                        </p:attrNameLst>
                                      </p:cBhvr>
                                      <p:to>
                                        <p:strVal val="solid"/>
                                      </p:to>
                                    </p:set>
                                    <p:set>
                                      <p:cBhvr>
                                        <p:cTn id="9" dur="500" fill="hold"/>
                                        <p:tgtEl>
                                          <p:spTgt spid="6">
                                            <p:txEl>
                                              <p:pRg st="0" end="0"/>
                                            </p:txEl>
                                          </p:spTgt>
                                        </p:tgtEl>
                                        <p:attrNameLst>
                                          <p:attrName>fill.on</p:attrName>
                                        </p:attrNameLst>
                                      </p:cBhvr>
                                      <p:to>
                                        <p:strVal val="true"/>
                                      </p:to>
                                    </p:set>
                                  </p:childTnLst>
                                </p:cTn>
                              </p:par>
                            </p:childTnLst>
                          </p:cTn>
                        </p:par>
                      </p:childTnLst>
                    </p:cTn>
                  </p:par>
                  <p:par>
                    <p:cTn id="10" fill="hold">
                      <p:stCondLst>
                        <p:cond delay="indefinite"/>
                      </p:stCondLst>
                      <p:childTnLst>
                        <p:par>
                          <p:cTn id="11" fill="hold">
                            <p:stCondLst>
                              <p:cond delay="0"/>
                            </p:stCondLst>
                            <p:childTnLst>
                              <p:par>
                                <p:cTn id="12" presetID="19" presetClass="emph" presetSubtype="0" fill="hold" nodeType="clickEffect">
                                  <p:stCondLst>
                                    <p:cond delay="0"/>
                                  </p:stCondLst>
                                  <p:childTnLst>
                                    <p:animClr clrSpc="rgb" dir="cw">
                                      <p:cBhvr override="childStyle">
                                        <p:cTn id="13" dur="500" fill="hold"/>
                                        <p:tgtEl>
                                          <p:spTgt spid="6">
                                            <p:txEl>
                                              <p:pRg st="1" end="1"/>
                                            </p:txEl>
                                          </p:spTgt>
                                        </p:tgtEl>
                                        <p:attrNameLst>
                                          <p:attrName>style.color</p:attrName>
                                        </p:attrNameLst>
                                      </p:cBhvr>
                                      <p:to>
                                        <a:srgbClr val="000000"/>
                                      </p:to>
                                    </p:animClr>
                                    <p:animClr clrSpc="rgb" dir="cw">
                                      <p:cBhvr>
                                        <p:cTn id="14" dur="500" fill="hold"/>
                                        <p:tgtEl>
                                          <p:spTgt spid="6">
                                            <p:txEl>
                                              <p:pRg st="1" end="1"/>
                                            </p:txEl>
                                          </p:spTgt>
                                        </p:tgtEl>
                                        <p:attrNameLst>
                                          <p:attrName>fillcolor</p:attrName>
                                        </p:attrNameLst>
                                      </p:cBhvr>
                                      <p:to>
                                        <a:srgbClr val="000000"/>
                                      </p:to>
                                    </p:animClr>
                                    <p:set>
                                      <p:cBhvr>
                                        <p:cTn id="15" dur="500" fill="hold"/>
                                        <p:tgtEl>
                                          <p:spTgt spid="6">
                                            <p:txEl>
                                              <p:pRg st="1" end="1"/>
                                            </p:txEl>
                                          </p:spTgt>
                                        </p:tgtEl>
                                        <p:attrNameLst>
                                          <p:attrName>fill.type</p:attrName>
                                        </p:attrNameLst>
                                      </p:cBhvr>
                                      <p:to>
                                        <p:strVal val="solid"/>
                                      </p:to>
                                    </p:set>
                                    <p:set>
                                      <p:cBhvr>
                                        <p:cTn id="16" dur="500" fill="hold"/>
                                        <p:tgtEl>
                                          <p:spTgt spid="6">
                                            <p:txEl>
                                              <p:pRg st="1" end="1"/>
                                            </p:txEl>
                                          </p:spTgt>
                                        </p:tgtEl>
                                        <p:attrNameLst>
                                          <p:attrName>fill.on</p:attrName>
                                        </p:attrNameLst>
                                      </p:cBhvr>
                                      <p:to>
                                        <p:strVal val="true"/>
                                      </p:to>
                                    </p:set>
                                  </p:childTnLst>
                                </p:cTn>
                              </p:par>
                            </p:childTnLst>
                          </p:cTn>
                        </p:par>
                      </p:childTnLst>
                    </p:cTn>
                  </p:par>
                  <p:par>
                    <p:cTn id="17" fill="hold">
                      <p:stCondLst>
                        <p:cond delay="indefinite"/>
                      </p:stCondLst>
                      <p:childTnLst>
                        <p:par>
                          <p:cTn id="18" fill="hold">
                            <p:stCondLst>
                              <p:cond delay="0"/>
                            </p:stCondLst>
                            <p:childTnLst>
                              <p:par>
                                <p:cTn id="19" presetID="19" presetClass="emph" presetSubtype="0" fill="hold" nodeType="clickEffect">
                                  <p:stCondLst>
                                    <p:cond delay="0"/>
                                  </p:stCondLst>
                                  <p:childTnLst>
                                    <p:animClr clrSpc="rgb" dir="cw">
                                      <p:cBhvr override="childStyle">
                                        <p:cTn id="20" dur="500" fill="hold"/>
                                        <p:tgtEl>
                                          <p:spTgt spid="6">
                                            <p:txEl>
                                              <p:pRg st="2" end="2"/>
                                            </p:txEl>
                                          </p:spTgt>
                                        </p:tgtEl>
                                        <p:attrNameLst>
                                          <p:attrName>style.color</p:attrName>
                                        </p:attrNameLst>
                                      </p:cBhvr>
                                      <p:to>
                                        <a:srgbClr val="000000"/>
                                      </p:to>
                                    </p:animClr>
                                    <p:animClr clrSpc="rgb" dir="cw">
                                      <p:cBhvr>
                                        <p:cTn id="21" dur="500" fill="hold"/>
                                        <p:tgtEl>
                                          <p:spTgt spid="6">
                                            <p:txEl>
                                              <p:pRg st="2" end="2"/>
                                            </p:txEl>
                                          </p:spTgt>
                                        </p:tgtEl>
                                        <p:attrNameLst>
                                          <p:attrName>fillcolor</p:attrName>
                                        </p:attrNameLst>
                                      </p:cBhvr>
                                      <p:to>
                                        <a:srgbClr val="000000"/>
                                      </p:to>
                                    </p:animClr>
                                    <p:set>
                                      <p:cBhvr>
                                        <p:cTn id="22" dur="500" fill="hold"/>
                                        <p:tgtEl>
                                          <p:spTgt spid="6">
                                            <p:txEl>
                                              <p:pRg st="2" end="2"/>
                                            </p:txEl>
                                          </p:spTgt>
                                        </p:tgtEl>
                                        <p:attrNameLst>
                                          <p:attrName>fill.type</p:attrName>
                                        </p:attrNameLst>
                                      </p:cBhvr>
                                      <p:to>
                                        <p:strVal val="solid"/>
                                      </p:to>
                                    </p:set>
                                    <p:set>
                                      <p:cBhvr>
                                        <p:cTn id="23" dur="500" fill="hold"/>
                                        <p:tgtEl>
                                          <p:spTgt spid="6">
                                            <p:txEl>
                                              <p:pRg st="2" end="2"/>
                                            </p:txEl>
                                          </p:spTgt>
                                        </p:tgtEl>
                                        <p:attrNameLst>
                                          <p:attrName>fill.on</p:attrName>
                                        </p:attrNameLst>
                                      </p:cBhvr>
                                      <p:to>
                                        <p:strVal val="true"/>
                                      </p:to>
                                    </p:set>
                                  </p:childTnLst>
                                </p:cTn>
                              </p:par>
                            </p:childTnLst>
                          </p:cTn>
                        </p:par>
                      </p:childTnLst>
                    </p:cTn>
                  </p:par>
                  <p:par>
                    <p:cTn id="24" fill="hold">
                      <p:stCondLst>
                        <p:cond delay="indefinite"/>
                      </p:stCondLst>
                      <p:childTnLst>
                        <p:par>
                          <p:cTn id="25" fill="hold">
                            <p:stCondLst>
                              <p:cond delay="0"/>
                            </p:stCondLst>
                            <p:childTnLst>
                              <p:par>
                                <p:cTn id="26" presetID="19" presetClass="emph" presetSubtype="0" fill="hold" nodeType="clickEffect">
                                  <p:stCondLst>
                                    <p:cond delay="0"/>
                                  </p:stCondLst>
                                  <p:childTnLst>
                                    <p:animClr clrSpc="rgb" dir="cw">
                                      <p:cBhvr override="childStyle">
                                        <p:cTn id="27" dur="500" fill="hold"/>
                                        <p:tgtEl>
                                          <p:spTgt spid="6">
                                            <p:txEl>
                                              <p:pRg st="3" end="3"/>
                                            </p:txEl>
                                          </p:spTgt>
                                        </p:tgtEl>
                                        <p:attrNameLst>
                                          <p:attrName>style.color</p:attrName>
                                        </p:attrNameLst>
                                      </p:cBhvr>
                                      <p:to>
                                        <a:srgbClr val="000000"/>
                                      </p:to>
                                    </p:animClr>
                                    <p:animClr clrSpc="rgb" dir="cw">
                                      <p:cBhvr>
                                        <p:cTn id="28" dur="500" fill="hold"/>
                                        <p:tgtEl>
                                          <p:spTgt spid="6">
                                            <p:txEl>
                                              <p:pRg st="3" end="3"/>
                                            </p:txEl>
                                          </p:spTgt>
                                        </p:tgtEl>
                                        <p:attrNameLst>
                                          <p:attrName>fillcolor</p:attrName>
                                        </p:attrNameLst>
                                      </p:cBhvr>
                                      <p:to>
                                        <a:srgbClr val="000000"/>
                                      </p:to>
                                    </p:animClr>
                                    <p:set>
                                      <p:cBhvr>
                                        <p:cTn id="29" dur="500" fill="hold"/>
                                        <p:tgtEl>
                                          <p:spTgt spid="6">
                                            <p:txEl>
                                              <p:pRg st="3" end="3"/>
                                            </p:txEl>
                                          </p:spTgt>
                                        </p:tgtEl>
                                        <p:attrNameLst>
                                          <p:attrName>fill.type</p:attrName>
                                        </p:attrNameLst>
                                      </p:cBhvr>
                                      <p:to>
                                        <p:strVal val="solid"/>
                                      </p:to>
                                    </p:set>
                                    <p:set>
                                      <p:cBhvr>
                                        <p:cTn id="30" dur="500" fill="hold"/>
                                        <p:tgtEl>
                                          <p:spTgt spid="6">
                                            <p:txEl>
                                              <p:pRg st="3" end="3"/>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85801" y="735271"/>
            <a:ext cx="4667220" cy="584775"/>
          </a:xfrm>
          <a:prstGeom prst="rect">
            <a:avLst/>
          </a:prstGeom>
          <a:noFill/>
        </p:spPr>
        <p:txBody>
          <a:bodyPr wrap="square" rtlCol="0">
            <a:spAutoFit/>
          </a:bodyPr>
          <a:lstStyle/>
          <a:p>
            <a:r>
              <a:rPr lang="en-US" sz="3200" b="1" dirty="0">
                <a:solidFill>
                  <a:schemeClr val="tx2"/>
                </a:solidFill>
                <a:latin typeface="Candara" pitchFamily="34" charset="0"/>
                <a:cs typeface="Arial" pitchFamily="34" charset="0"/>
              </a:rPr>
              <a:t>Political Causes</a:t>
            </a:r>
          </a:p>
        </p:txBody>
      </p:sp>
      <p:sp>
        <p:nvSpPr>
          <p:cNvPr id="6" name="TextBox 5"/>
          <p:cNvSpPr txBox="1"/>
          <p:nvPr/>
        </p:nvSpPr>
        <p:spPr>
          <a:xfrm>
            <a:off x="685801" y="1741320"/>
            <a:ext cx="8020022" cy="2677656"/>
          </a:xfrm>
          <a:prstGeom prst="rect">
            <a:avLst/>
          </a:prstGeom>
          <a:noFill/>
        </p:spPr>
        <p:txBody>
          <a:bodyPr wrap="square" rtlCol="0">
            <a:spAutoFit/>
          </a:bodyPr>
          <a:lstStyle/>
          <a:p>
            <a:pPr marL="914400" lvl="1" indent="-457200" algn="just">
              <a:buFont typeface="Arial" panose="020B0604020202020204" pitchFamily="34" charset="0"/>
              <a:buChar char="•"/>
            </a:pPr>
            <a:r>
              <a:rPr lang="en-US" altLang="en-US" sz="2400" dirty="0">
                <a:latin typeface="Candara" pitchFamily="34" charset="0"/>
                <a:cs typeface="Arial" pitchFamily="34" charset="0"/>
              </a:rPr>
              <a:t>British expansionist policies.</a:t>
            </a:r>
            <a:endParaRPr lang="en-US" sz="2400" dirty="0">
              <a:latin typeface="Candara" pitchFamily="34" charset="0"/>
              <a:cs typeface="Arial" pitchFamily="34" charset="0"/>
            </a:endParaRPr>
          </a:p>
          <a:p>
            <a:pPr marL="914400" lvl="1" indent="-457200" algn="just">
              <a:buFont typeface="Arial" panose="020B0604020202020204" pitchFamily="34" charset="0"/>
              <a:buChar char="•"/>
            </a:pPr>
            <a:r>
              <a:rPr lang="en-US" altLang="en-US" sz="2400" dirty="0">
                <a:latin typeface="Candara" pitchFamily="34" charset="0"/>
                <a:cs typeface="Arial" pitchFamily="34" charset="0"/>
              </a:rPr>
              <a:t>Order of Lord Canning to the </a:t>
            </a:r>
            <a:r>
              <a:rPr lang="en-US" altLang="en-US" sz="2400" dirty="0" err="1">
                <a:latin typeface="Candara" pitchFamily="34" charset="0"/>
                <a:cs typeface="Arial" pitchFamily="34" charset="0"/>
              </a:rPr>
              <a:t>Mughal</a:t>
            </a:r>
            <a:r>
              <a:rPr lang="en-US" altLang="en-US" sz="2400" dirty="0">
                <a:latin typeface="Candara" pitchFamily="34" charset="0"/>
                <a:cs typeface="Arial" pitchFamily="34" charset="0"/>
              </a:rPr>
              <a:t> </a:t>
            </a:r>
            <a:r>
              <a:rPr lang="en-US" altLang="en-US" sz="2400" dirty="0" err="1">
                <a:latin typeface="Candara" pitchFamily="34" charset="0"/>
                <a:cs typeface="Arial" pitchFamily="34" charset="0"/>
              </a:rPr>
              <a:t>Empror</a:t>
            </a:r>
            <a:r>
              <a:rPr lang="en-US" altLang="en-US" sz="2400" dirty="0">
                <a:latin typeface="Candara" pitchFamily="34" charset="0"/>
                <a:cs typeface="Arial" pitchFamily="34" charset="0"/>
              </a:rPr>
              <a:t> to leave Red Fort Delhi and stay at </a:t>
            </a:r>
            <a:r>
              <a:rPr lang="en-US" altLang="en-US" sz="2400" dirty="0" err="1">
                <a:latin typeface="Candara" pitchFamily="34" charset="0"/>
                <a:cs typeface="Arial" pitchFamily="34" charset="0"/>
              </a:rPr>
              <a:t>Qutab</a:t>
            </a:r>
            <a:r>
              <a:rPr lang="en-US" altLang="en-US" sz="2400" dirty="0">
                <a:latin typeface="Candara" pitchFamily="34" charset="0"/>
                <a:cs typeface="Arial" pitchFamily="34" charset="0"/>
              </a:rPr>
              <a:t> </a:t>
            </a:r>
            <a:r>
              <a:rPr lang="en-US" altLang="en-US" sz="2400" dirty="0" err="1">
                <a:latin typeface="Candara" pitchFamily="34" charset="0"/>
                <a:cs typeface="Arial" pitchFamily="34" charset="0"/>
              </a:rPr>
              <a:t>Minar</a:t>
            </a:r>
            <a:r>
              <a:rPr lang="en-US" altLang="en-US" sz="2400" dirty="0">
                <a:latin typeface="Candara" pitchFamily="34" charset="0"/>
                <a:cs typeface="Arial" pitchFamily="34" charset="0"/>
              </a:rPr>
              <a:t>  .</a:t>
            </a:r>
          </a:p>
          <a:p>
            <a:pPr marL="914400" lvl="1" indent="-457200" algn="just">
              <a:buFont typeface="Arial" panose="020B0604020202020204" pitchFamily="34" charset="0"/>
              <a:buChar char="•"/>
            </a:pPr>
            <a:r>
              <a:rPr lang="en-US" altLang="en-US" sz="2400" dirty="0">
                <a:latin typeface="Candara" pitchFamily="34" charset="0"/>
                <a:cs typeface="Arial" pitchFamily="34" charset="0"/>
              </a:rPr>
              <a:t>Lord Canning order that after the demise of </a:t>
            </a:r>
            <a:r>
              <a:rPr lang="en-US" altLang="en-US" sz="2400" dirty="0" err="1">
                <a:latin typeface="Candara" pitchFamily="34" charset="0"/>
                <a:cs typeface="Arial" pitchFamily="34" charset="0"/>
              </a:rPr>
              <a:t>Bahadur</a:t>
            </a:r>
            <a:r>
              <a:rPr lang="en-US" altLang="en-US" sz="2400" dirty="0">
                <a:latin typeface="Candara" pitchFamily="34" charset="0"/>
                <a:cs typeface="Arial" pitchFamily="34" charset="0"/>
              </a:rPr>
              <a:t> Shah </a:t>
            </a:r>
            <a:r>
              <a:rPr lang="en-US" altLang="en-US" sz="2400" dirty="0" err="1">
                <a:latin typeface="Candara" pitchFamily="34" charset="0"/>
                <a:cs typeface="Arial" pitchFamily="34" charset="0"/>
              </a:rPr>
              <a:t>Zafar</a:t>
            </a:r>
            <a:r>
              <a:rPr lang="en-US" altLang="en-US" sz="2400" dirty="0">
                <a:latin typeface="Candara" pitchFamily="34" charset="0"/>
                <a:cs typeface="Arial" pitchFamily="34" charset="0"/>
              </a:rPr>
              <a:t> the </a:t>
            </a:r>
            <a:r>
              <a:rPr lang="en-US" altLang="en-US" sz="2400" dirty="0" err="1">
                <a:latin typeface="Candara" pitchFamily="34" charset="0"/>
                <a:cs typeface="Arial" pitchFamily="34" charset="0"/>
              </a:rPr>
              <a:t>Mughal</a:t>
            </a:r>
            <a:r>
              <a:rPr lang="en-US" altLang="en-US" sz="2400" dirty="0">
                <a:latin typeface="Candara" pitchFamily="34" charset="0"/>
                <a:cs typeface="Arial" pitchFamily="34" charset="0"/>
              </a:rPr>
              <a:t> rule will come to an end and all the property of the </a:t>
            </a:r>
            <a:r>
              <a:rPr lang="en-US" altLang="en-US" sz="2400" dirty="0" err="1">
                <a:latin typeface="Candara" pitchFamily="34" charset="0"/>
                <a:cs typeface="Arial" pitchFamily="34" charset="0"/>
              </a:rPr>
              <a:t>Mughal</a:t>
            </a:r>
            <a:r>
              <a:rPr lang="en-US" altLang="en-US" sz="2400" dirty="0">
                <a:latin typeface="Candara" pitchFamily="34" charset="0"/>
                <a:cs typeface="Arial" pitchFamily="34" charset="0"/>
              </a:rPr>
              <a:t> ruler will be snatched away</a:t>
            </a:r>
          </a:p>
        </p:txBody>
      </p:sp>
      <p:sp>
        <p:nvSpPr>
          <p:cNvPr id="2" name="Slide Number Placeholder 1"/>
          <p:cNvSpPr>
            <a:spLocks noGrp="1"/>
          </p:cNvSpPr>
          <p:nvPr>
            <p:ph type="sldNum" sz="quarter" idx="12"/>
          </p:nvPr>
        </p:nvSpPr>
        <p:spPr/>
        <p:txBody>
          <a:bodyPr/>
          <a:lstStyle/>
          <a:p>
            <a:fld id="{08A8661F-1CDE-4F7E-AE93-7F9785FD6839}" type="slidenum">
              <a:rPr lang="en-US" smtClean="0"/>
              <a:pPr/>
              <a:t>7</a:t>
            </a:fld>
            <a:endParaRPr lang="en-US"/>
          </a:p>
        </p:txBody>
      </p:sp>
      <p:pic>
        <p:nvPicPr>
          <p:cNvPr id="39" name="Picture 38" descr="https://i.vimeocdn.com/portrait/10125853_300x300"/>
          <p:cNvPicPr>
            <a:picLocks noChangeAspect="1" noChangeArrowheads="1"/>
          </p:cNvPicPr>
          <p:nvPr/>
        </p:nvPicPr>
        <p:blipFill>
          <a:blip r:embed="rId3" cstate="print">
            <a:extLst>
              <a:ext uri="{BEBA8EAE-BF5A-486C-A8C5-ECC9F3942E4B}">
                <a14:imgProps xmlns="" xmlns:a14="http://schemas.microsoft.com/office/drawing/2010/main">
                  <a14:imgLayer r:embed="rId4">
                    <a14:imgEffect>
                      <a14:sharpenSoften amount="50000"/>
                    </a14:imgEffect>
                    <a14:imgEffect>
                      <a14:brightnessContrast contrast="-40000"/>
                    </a14:imgEffect>
                  </a14:imgLayer>
                </a14:imgProps>
              </a:ext>
              <a:ext uri="{28A0092B-C50C-407E-A947-70E740481C1C}">
                <a14:useLocalDpi xmlns="" xmlns:a14="http://schemas.microsoft.com/office/drawing/2010/main" val="0"/>
              </a:ext>
            </a:extLst>
          </a:blip>
          <a:srcRect/>
          <a:stretch>
            <a:fillRect/>
          </a:stretch>
        </p:blipFill>
        <p:spPr bwMode="auto">
          <a:xfrm>
            <a:off x="7602847" y="456159"/>
            <a:ext cx="1143000" cy="1143000"/>
          </a:xfrm>
          <a:prstGeom prst="rect">
            <a:avLst/>
          </a:prstGeom>
          <a:noFill/>
          <a:extLst>
            <a:ext uri="{909E8E84-426E-40DD-AFC4-6F175D3DCCD1}">
              <a14:hiddenFill xmlns="" xmlns:a14="http://schemas.microsoft.com/office/drawing/2010/main">
                <a:solidFill>
                  <a:srgbClr val="FFFFFF"/>
                </a:solidFill>
              </a14:hiddenFill>
            </a:ext>
          </a:extLst>
        </p:spPr>
      </p:pic>
      <p:grpSp>
        <p:nvGrpSpPr>
          <p:cNvPr id="3" name="Group 39"/>
          <p:cNvGrpSpPr/>
          <p:nvPr/>
        </p:nvGrpSpPr>
        <p:grpSpPr>
          <a:xfrm rot="10800000" flipV="1">
            <a:off x="857221" y="1405300"/>
            <a:ext cx="6037811" cy="45719"/>
            <a:chOff x="0" y="5791200"/>
            <a:chExt cx="8084345" cy="330200"/>
          </a:xfrm>
        </p:grpSpPr>
        <p:sp>
          <p:nvSpPr>
            <p:cNvPr id="41" name="Rectangle 40"/>
            <p:cNvSpPr/>
            <p:nvPr/>
          </p:nvSpPr>
          <p:spPr>
            <a:xfrm>
              <a:off x="0" y="5791200"/>
              <a:ext cx="1064261" cy="330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p:cNvSpPr/>
            <p:nvPr/>
          </p:nvSpPr>
          <p:spPr>
            <a:xfrm>
              <a:off x="1066800" y="5791200"/>
              <a:ext cx="997745" cy="3302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p:cNvSpPr/>
            <p:nvPr/>
          </p:nvSpPr>
          <p:spPr>
            <a:xfrm>
              <a:off x="2057400" y="5791200"/>
              <a:ext cx="997745" cy="3302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p:cNvSpPr/>
            <p:nvPr/>
          </p:nvSpPr>
          <p:spPr>
            <a:xfrm>
              <a:off x="3048000" y="5791200"/>
              <a:ext cx="997745" cy="3302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Rectangle 44"/>
            <p:cNvSpPr/>
            <p:nvPr/>
          </p:nvSpPr>
          <p:spPr>
            <a:xfrm>
              <a:off x="4038600" y="5791200"/>
              <a:ext cx="997745" cy="330200"/>
            </a:xfrm>
            <a:prstGeom prst="rect">
              <a:avLst/>
            </a:prstGeom>
            <a:solidFill>
              <a:srgbClr val="235F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p:cNvSpPr/>
            <p:nvPr/>
          </p:nvSpPr>
          <p:spPr>
            <a:xfrm>
              <a:off x="5029200" y="5791200"/>
              <a:ext cx="1122463" cy="33020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p:cNvSpPr/>
            <p:nvPr/>
          </p:nvSpPr>
          <p:spPr>
            <a:xfrm>
              <a:off x="6096000" y="5791200"/>
              <a:ext cx="997745" cy="3302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p:cNvSpPr/>
            <p:nvPr/>
          </p:nvSpPr>
          <p:spPr>
            <a:xfrm>
              <a:off x="7086600" y="5791200"/>
              <a:ext cx="997745" cy="330200"/>
            </a:xfrm>
            <a:prstGeom prst="rect">
              <a:avLst/>
            </a:prstGeom>
            <a:solidFill>
              <a:srgbClr val="5440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3" name="Rectangle 32"/>
          <p:cNvSpPr/>
          <p:nvPr/>
        </p:nvSpPr>
        <p:spPr>
          <a:xfrm>
            <a:off x="7373012" y="381000"/>
            <a:ext cx="1542388" cy="12633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 xmlns:p14="http://schemas.microsoft.com/office/powerpoint/2010/main" val="3947313259"/>
      </p:ext>
    </p:extLst>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6">
                                            <p:txEl>
                                              <p:pRg st="0" end="0"/>
                                            </p:txEl>
                                          </p:spTgt>
                                        </p:tgtEl>
                                        <p:attrNameLst>
                                          <p:attrName>style.color</p:attrName>
                                        </p:attrNameLst>
                                      </p:cBhvr>
                                      <p:to>
                                        <a:srgbClr val="000000"/>
                                      </p:to>
                                    </p:animClr>
                                    <p:animClr clrSpc="rgb" dir="cw">
                                      <p:cBhvr>
                                        <p:cTn id="7" dur="500" fill="hold"/>
                                        <p:tgtEl>
                                          <p:spTgt spid="6">
                                            <p:txEl>
                                              <p:pRg st="0" end="0"/>
                                            </p:txEl>
                                          </p:spTgt>
                                        </p:tgtEl>
                                        <p:attrNameLst>
                                          <p:attrName>fillcolor</p:attrName>
                                        </p:attrNameLst>
                                      </p:cBhvr>
                                      <p:to>
                                        <a:srgbClr val="000000"/>
                                      </p:to>
                                    </p:animClr>
                                    <p:set>
                                      <p:cBhvr>
                                        <p:cTn id="8" dur="500" fill="hold"/>
                                        <p:tgtEl>
                                          <p:spTgt spid="6">
                                            <p:txEl>
                                              <p:pRg st="0" end="0"/>
                                            </p:txEl>
                                          </p:spTgt>
                                        </p:tgtEl>
                                        <p:attrNameLst>
                                          <p:attrName>fill.type</p:attrName>
                                        </p:attrNameLst>
                                      </p:cBhvr>
                                      <p:to>
                                        <p:strVal val="solid"/>
                                      </p:to>
                                    </p:set>
                                    <p:set>
                                      <p:cBhvr>
                                        <p:cTn id="9" dur="500" fill="hold"/>
                                        <p:tgtEl>
                                          <p:spTgt spid="6">
                                            <p:txEl>
                                              <p:pRg st="0" end="0"/>
                                            </p:txEl>
                                          </p:spTgt>
                                        </p:tgtEl>
                                        <p:attrNameLst>
                                          <p:attrName>fill.on</p:attrName>
                                        </p:attrNameLst>
                                      </p:cBhvr>
                                      <p:to>
                                        <p:strVal val="true"/>
                                      </p:to>
                                    </p:set>
                                  </p:childTnLst>
                                </p:cTn>
                              </p:par>
                            </p:childTnLst>
                          </p:cTn>
                        </p:par>
                      </p:childTnLst>
                    </p:cTn>
                  </p:par>
                  <p:par>
                    <p:cTn id="10" fill="hold">
                      <p:stCondLst>
                        <p:cond delay="indefinite"/>
                      </p:stCondLst>
                      <p:childTnLst>
                        <p:par>
                          <p:cTn id="11" fill="hold">
                            <p:stCondLst>
                              <p:cond delay="0"/>
                            </p:stCondLst>
                            <p:childTnLst>
                              <p:par>
                                <p:cTn id="12" presetID="19" presetClass="emph" presetSubtype="0" fill="hold" nodeType="clickEffect">
                                  <p:stCondLst>
                                    <p:cond delay="0"/>
                                  </p:stCondLst>
                                  <p:childTnLst>
                                    <p:animClr clrSpc="rgb" dir="cw">
                                      <p:cBhvr override="childStyle">
                                        <p:cTn id="13" dur="500" fill="hold"/>
                                        <p:tgtEl>
                                          <p:spTgt spid="6">
                                            <p:txEl>
                                              <p:pRg st="1" end="1"/>
                                            </p:txEl>
                                          </p:spTgt>
                                        </p:tgtEl>
                                        <p:attrNameLst>
                                          <p:attrName>style.color</p:attrName>
                                        </p:attrNameLst>
                                      </p:cBhvr>
                                      <p:to>
                                        <a:srgbClr val="000000"/>
                                      </p:to>
                                    </p:animClr>
                                    <p:animClr clrSpc="rgb" dir="cw">
                                      <p:cBhvr>
                                        <p:cTn id="14" dur="500" fill="hold"/>
                                        <p:tgtEl>
                                          <p:spTgt spid="6">
                                            <p:txEl>
                                              <p:pRg st="1" end="1"/>
                                            </p:txEl>
                                          </p:spTgt>
                                        </p:tgtEl>
                                        <p:attrNameLst>
                                          <p:attrName>fillcolor</p:attrName>
                                        </p:attrNameLst>
                                      </p:cBhvr>
                                      <p:to>
                                        <a:srgbClr val="000000"/>
                                      </p:to>
                                    </p:animClr>
                                    <p:set>
                                      <p:cBhvr>
                                        <p:cTn id="15" dur="500" fill="hold"/>
                                        <p:tgtEl>
                                          <p:spTgt spid="6">
                                            <p:txEl>
                                              <p:pRg st="1" end="1"/>
                                            </p:txEl>
                                          </p:spTgt>
                                        </p:tgtEl>
                                        <p:attrNameLst>
                                          <p:attrName>fill.type</p:attrName>
                                        </p:attrNameLst>
                                      </p:cBhvr>
                                      <p:to>
                                        <p:strVal val="solid"/>
                                      </p:to>
                                    </p:set>
                                    <p:set>
                                      <p:cBhvr>
                                        <p:cTn id="16" dur="500" fill="hold"/>
                                        <p:tgtEl>
                                          <p:spTgt spid="6">
                                            <p:txEl>
                                              <p:pRg st="1" end="1"/>
                                            </p:txEl>
                                          </p:spTgt>
                                        </p:tgtEl>
                                        <p:attrNameLst>
                                          <p:attrName>fill.on</p:attrName>
                                        </p:attrNameLst>
                                      </p:cBhvr>
                                      <p:to>
                                        <p:strVal val="true"/>
                                      </p:to>
                                    </p:set>
                                  </p:childTnLst>
                                </p:cTn>
                              </p:par>
                            </p:childTnLst>
                          </p:cTn>
                        </p:par>
                      </p:childTnLst>
                    </p:cTn>
                  </p:par>
                  <p:par>
                    <p:cTn id="17" fill="hold">
                      <p:stCondLst>
                        <p:cond delay="indefinite"/>
                      </p:stCondLst>
                      <p:childTnLst>
                        <p:par>
                          <p:cTn id="18" fill="hold">
                            <p:stCondLst>
                              <p:cond delay="0"/>
                            </p:stCondLst>
                            <p:childTnLst>
                              <p:par>
                                <p:cTn id="19" presetID="19" presetClass="emph" presetSubtype="0" fill="hold" nodeType="clickEffect">
                                  <p:stCondLst>
                                    <p:cond delay="0"/>
                                  </p:stCondLst>
                                  <p:childTnLst>
                                    <p:animClr clrSpc="rgb" dir="cw">
                                      <p:cBhvr override="childStyle">
                                        <p:cTn id="20" dur="500" fill="hold"/>
                                        <p:tgtEl>
                                          <p:spTgt spid="6">
                                            <p:txEl>
                                              <p:pRg st="2" end="2"/>
                                            </p:txEl>
                                          </p:spTgt>
                                        </p:tgtEl>
                                        <p:attrNameLst>
                                          <p:attrName>style.color</p:attrName>
                                        </p:attrNameLst>
                                      </p:cBhvr>
                                      <p:to>
                                        <a:srgbClr val="000000"/>
                                      </p:to>
                                    </p:animClr>
                                    <p:animClr clrSpc="rgb" dir="cw">
                                      <p:cBhvr>
                                        <p:cTn id="21" dur="500" fill="hold"/>
                                        <p:tgtEl>
                                          <p:spTgt spid="6">
                                            <p:txEl>
                                              <p:pRg st="2" end="2"/>
                                            </p:txEl>
                                          </p:spTgt>
                                        </p:tgtEl>
                                        <p:attrNameLst>
                                          <p:attrName>fillcolor</p:attrName>
                                        </p:attrNameLst>
                                      </p:cBhvr>
                                      <p:to>
                                        <a:srgbClr val="000000"/>
                                      </p:to>
                                    </p:animClr>
                                    <p:set>
                                      <p:cBhvr>
                                        <p:cTn id="22" dur="500" fill="hold"/>
                                        <p:tgtEl>
                                          <p:spTgt spid="6">
                                            <p:txEl>
                                              <p:pRg st="2" end="2"/>
                                            </p:txEl>
                                          </p:spTgt>
                                        </p:tgtEl>
                                        <p:attrNameLst>
                                          <p:attrName>fill.type</p:attrName>
                                        </p:attrNameLst>
                                      </p:cBhvr>
                                      <p:to>
                                        <p:strVal val="solid"/>
                                      </p:to>
                                    </p:set>
                                    <p:set>
                                      <p:cBhvr>
                                        <p:cTn id="23" dur="500" fill="hold"/>
                                        <p:tgtEl>
                                          <p:spTgt spid="6">
                                            <p:txEl>
                                              <p:pRg st="2" end="2"/>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85801" y="735271"/>
            <a:ext cx="4667220" cy="584775"/>
          </a:xfrm>
          <a:prstGeom prst="rect">
            <a:avLst/>
          </a:prstGeom>
          <a:noFill/>
        </p:spPr>
        <p:txBody>
          <a:bodyPr wrap="square" rtlCol="0">
            <a:spAutoFit/>
          </a:bodyPr>
          <a:lstStyle/>
          <a:p>
            <a:r>
              <a:rPr lang="en-US" sz="3200" b="1" dirty="0">
                <a:solidFill>
                  <a:schemeClr val="tx2"/>
                </a:solidFill>
                <a:latin typeface="Candara" pitchFamily="34" charset="0"/>
                <a:cs typeface="Arial" pitchFamily="34" charset="0"/>
              </a:rPr>
              <a:t>Social/ Religious Causes</a:t>
            </a:r>
          </a:p>
        </p:txBody>
      </p:sp>
      <p:sp>
        <p:nvSpPr>
          <p:cNvPr id="6" name="TextBox 5"/>
          <p:cNvSpPr txBox="1"/>
          <p:nvPr/>
        </p:nvSpPr>
        <p:spPr>
          <a:xfrm>
            <a:off x="685801" y="1741320"/>
            <a:ext cx="8020022" cy="4524315"/>
          </a:xfrm>
          <a:prstGeom prst="rect">
            <a:avLst/>
          </a:prstGeom>
          <a:noFill/>
        </p:spPr>
        <p:txBody>
          <a:bodyPr wrap="square" rtlCol="0">
            <a:spAutoFit/>
          </a:bodyPr>
          <a:lstStyle/>
          <a:p>
            <a:pPr marL="914400" lvl="1" indent="-457200" algn="just">
              <a:buFont typeface="Arial" panose="020B0604020202020204" pitchFamily="34" charset="0"/>
              <a:buChar char="•"/>
            </a:pPr>
            <a:r>
              <a:rPr lang="en-US" altLang="en-US" sz="2400" dirty="0">
                <a:latin typeface="Candara" pitchFamily="34" charset="0"/>
                <a:cs typeface="Arial" pitchFamily="34" charset="0"/>
              </a:rPr>
              <a:t>Support to Christian Missionaries after 1813 was extended. They were not allowed to come to India before that year.</a:t>
            </a:r>
            <a:endParaRPr lang="en-US" sz="2400" dirty="0">
              <a:latin typeface="Candara" pitchFamily="34" charset="0"/>
              <a:cs typeface="Arial" pitchFamily="34" charset="0"/>
            </a:endParaRPr>
          </a:p>
          <a:p>
            <a:pPr marL="914400" lvl="1" indent="-457200" algn="just">
              <a:buFont typeface="Arial" panose="020B0604020202020204" pitchFamily="34" charset="0"/>
              <a:buChar char="•"/>
            </a:pPr>
            <a:r>
              <a:rPr lang="en-US" altLang="en-US" sz="2400" dirty="0">
                <a:latin typeface="Candara" pitchFamily="34" charset="0"/>
                <a:cs typeface="Arial" pitchFamily="34" charset="0"/>
              </a:rPr>
              <a:t>The Religious Disability Act announced many incentives for those Indians who would convert to Christianity .</a:t>
            </a:r>
          </a:p>
          <a:p>
            <a:pPr marL="914400" lvl="1" indent="-457200" algn="just">
              <a:buFont typeface="Arial" panose="020B0604020202020204" pitchFamily="34" charset="0"/>
              <a:buChar char="•"/>
            </a:pPr>
            <a:r>
              <a:rPr lang="en-US" altLang="en-US" sz="2400" dirty="0">
                <a:latin typeface="Candara" pitchFamily="34" charset="0"/>
                <a:cs typeface="Arial" pitchFamily="34" charset="0"/>
              </a:rPr>
              <a:t>Reforms in Hindu customs were made by law however,  they were considered as distortion of the teaching of Hinduism</a:t>
            </a:r>
          </a:p>
          <a:p>
            <a:pPr marL="914400" lvl="1" indent="-457200" algn="just">
              <a:buFont typeface="Arial" panose="020B0604020202020204" pitchFamily="34" charset="0"/>
              <a:buChar char="•"/>
            </a:pPr>
            <a:r>
              <a:rPr lang="en-US" altLang="en-US" sz="2400" dirty="0">
                <a:latin typeface="Candara" pitchFamily="34" charset="0"/>
                <a:cs typeface="Arial" pitchFamily="34" charset="0"/>
              </a:rPr>
              <a:t>It was widely believed after 1813 that the actual mandate of EIC was to convert Indians especially Hindus to Christianity. </a:t>
            </a:r>
          </a:p>
        </p:txBody>
      </p:sp>
      <p:sp>
        <p:nvSpPr>
          <p:cNvPr id="2" name="Slide Number Placeholder 1"/>
          <p:cNvSpPr>
            <a:spLocks noGrp="1"/>
          </p:cNvSpPr>
          <p:nvPr>
            <p:ph type="sldNum" sz="quarter" idx="12"/>
          </p:nvPr>
        </p:nvSpPr>
        <p:spPr/>
        <p:txBody>
          <a:bodyPr/>
          <a:lstStyle/>
          <a:p>
            <a:fld id="{08A8661F-1CDE-4F7E-AE93-7F9785FD6839}" type="slidenum">
              <a:rPr lang="en-US" smtClean="0"/>
              <a:pPr/>
              <a:t>8</a:t>
            </a:fld>
            <a:endParaRPr lang="en-US"/>
          </a:p>
        </p:txBody>
      </p:sp>
      <p:pic>
        <p:nvPicPr>
          <p:cNvPr id="39" name="Picture 38" descr="https://i.vimeocdn.com/portrait/10125853_300x300"/>
          <p:cNvPicPr>
            <a:picLocks noChangeAspect="1" noChangeArrowheads="1"/>
          </p:cNvPicPr>
          <p:nvPr/>
        </p:nvPicPr>
        <p:blipFill>
          <a:blip r:embed="rId3" cstate="print">
            <a:extLst>
              <a:ext uri="{BEBA8EAE-BF5A-486C-A8C5-ECC9F3942E4B}">
                <a14:imgProps xmlns="" xmlns:a14="http://schemas.microsoft.com/office/drawing/2010/main">
                  <a14:imgLayer r:embed="rId4">
                    <a14:imgEffect>
                      <a14:sharpenSoften amount="50000"/>
                    </a14:imgEffect>
                    <a14:imgEffect>
                      <a14:brightnessContrast contrast="-40000"/>
                    </a14:imgEffect>
                  </a14:imgLayer>
                </a14:imgProps>
              </a:ext>
              <a:ext uri="{28A0092B-C50C-407E-A947-70E740481C1C}">
                <a14:useLocalDpi xmlns="" xmlns:a14="http://schemas.microsoft.com/office/drawing/2010/main" val="0"/>
              </a:ext>
            </a:extLst>
          </a:blip>
          <a:srcRect/>
          <a:stretch>
            <a:fillRect/>
          </a:stretch>
        </p:blipFill>
        <p:spPr bwMode="auto">
          <a:xfrm>
            <a:off x="7602847" y="456159"/>
            <a:ext cx="1143000" cy="1143000"/>
          </a:xfrm>
          <a:prstGeom prst="rect">
            <a:avLst/>
          </a:prstGeom>
          <a:noFill/>
          <a:extLst>
            <a:ext uri="{909E8E84-426E-40DD-AFC4-6F175D3DCCD1}">
              <a14:hiddenFill xmlns="" xmlns:a14="http://schemas.microsoft.com/office/drawing/2010/main">
                <a:solidFill>
                  <a:srgbClr val="FFFFFF"/>
                </a:solidFill>
              </a14:hiddenFill>
            </a:ext>
          </a:extLst>
        </p:spPr>
      </p:pic>
      <p:grpSp>
        <p:nvGrpSpPr>
          <p:cNvPr id="3" name="Group 39"/>
          <p:cNvGrpSpPr/>
          <p:nvPr/>
        </p:nvGrpSpPr>
        <p:grpSpPr>
          <a:xfrm rot="10800000" flipV="1">
            <a:off x="857221" y="1405300"/>
            <a:ext cx="6037811" cy="45719"/>
            <a:chOff x="0" y="5791200"/>
            <a:chExt cx="8084345" cy="330200"/>
          </a:xfrm>
        </p:grpSpPr>
        <p:sp>
          <p:nvSpPr>
            <p:cNvPr id="41" name="Rectangle 40"/>
            <p:cNvSpPr/>
            <p:nvPr/>
          </p:nvSpPr>
          <p:spPr>
            <a:xfrm>
              <a:off x="0" y="5791200"/>
              <a:ext cx="1064261" cy="330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p:cNvSpPr/>
            <p:nvPr/>
          </p:nvSpPr>
          <p:spPr>
            <a:xfrm>
              <a:off x="1066800" y="5791200"/>
              <a:ext cx="997745" cy="3302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p:cNvSpPr/>
            <p:nvPr/>
          </p:nvSpPr>
          <p:spPr>
            <a:xfrm>
              <a:off x="2057400" y="5791200"/>
              <a:ext cx="997745" cy="3302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p:cNvSpPr/>
            <p:nvPr/>
          </p:nvSpPr>
          <p:spPr>
            <a:xfrm>
              <a:off x="3048000" y="5791200"/>
              <a:ext cx="997745" cy="3302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Rectangle 44"/>
            <p:cNvSpPr/>
            <p:nvPr/>
          </p:nvSpPr>
          <p:spPr>
            <a:xfrm>
              <a:off x="4038600" y="5791200"/>
              <a:ext cx="997745" cy="330200"/>
            </a:xfrm>
            <a:prstGeom prst="rect">
              <a:avLst/>
            </a:prstGeom>
            <a:solidFill>
              <a:srgbClr val="235F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p:cNvSpPr/>
            <p:nvPr/>
          </p:nvSpPr>
          <p:spPr>
            <a:xfrm>
              <a:off x="5029200" y="5791200"/>
              <a:ext cx="1122463" cy="33020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p:cNvSpPr/>
            <p:nvPr/>
          </p:nvSpPr>
          <p:spPr>
            <a:xfrm>
              <a:off x="6096000" y="5791200"/>
              <a:ext cx="997745" cy="3302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p:cNvSpPr/>
            <p:nvPr/>
          </p:nvSpPr>
          <p:spPr>
            <a:xfrm>
              <a:off x="7086600" y="5791200"/>
              <a:ext cx="997745" cy="330200"/>
            </a:xfrm>
            <a:prstGeom prst="rect">
              <a:avLst/>
            </a:prstGeom>
            <a:solidFill>
              <a:srgbClr val="5440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3" name="Rectangle 32"/>
          <p:cNvSpPr/>
          <p:nvPr/>
        </p:nvSpPr>
        <p:spPr>
          <a:xfrm>
            <a:off x="7373012" y="381000"/>
            <a:ext cx="1542388" cy="12633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 xmlns:p14="http://schemas.microsoft.com/office/powerpoint/2010/main" val="3947313259"/>
      </p:ext>
    </p:extLst>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6">
                                            <p:txEl>
                                              <p:pRg st="0" end="0"/>
                                            </p:txEl>
                                          </p:spTgt>
                                        </p:tgtEl>
                                        <p:attrNameLst>
                                          <p:attrName>style.color</p:attrName>
                                        </p:attrNameLst>
                                      </p:cBhvr>
                                      <p:to>
                                        <a:srgbClr val="000000"/>
                                      </p:to>
                                    </p:animClr>
                                    <p:animClr clrSpc="rgb" dir="cw">
                                      <p:cBhvr>
                                        <p:cTn id="7" dur="500" fill="hold"/>
                                        <p:tgtEl>
                                          <p:spTgt spid="6">
                                            <p:txEl>
                                              <p:pRg st="0" end="0"/>
                                            </p:txEl>
                                          </p:spTgt>
                                        </p:tgtEl>
                                        <p:attrNameLst>
                                          <p:attrName>fillcolor</p:attrName>
                                        </p:attrNameLst>
                                      </p:cBhvr>
                                      <p:to>
                                        <a:srgbClr val="000000"/>
                                      </p:to>
                                    </p:animClr>
                                    <p:set>
                                      <p:cBhvr>
                                        <p:cTn id="8" dur="500" fill="hold"/>
                                        <p:tgtEl>
                                          <p:spTgt spid="6">
                                            <p:txEl>
                                              <p:pRg st="0" end="0"/>
                                            </p:txEl>
                                          </p:spTgt>
                                        </p:tgtEl>
                                        <p:attrNameLst>
                                          <p:attrName>fill.type</p:attrName>
                                        </p:attrNameLst>
                                      </p:cBhvr>
                                      <p:to>
                                        <p:strVal val="solid"/>
                                      </p:to>
                                    </p:set>
                                    <p:set>
                                      <p:cBhvr>
                                        <p:cTn id="9" dur="500" fill="hold"/>
                                        <p:tgtEl>
                                          <p:spTgt spid="6">
                                            <p:txEl>
                                              <p:pRg st="0" end="0"/>
                                            </p:txEl>
                                          </p:spTgt>
                                        </p:tgtEl>
                                        <p:attrNameLst>
                                          <p:attrName>fill.on</p:attrName>
                                        </p:attrNameLst>
                                      </p:cBhvr>
                                      <p:to>
                                        <p:strVal val="true"/>
                                      </p:to>
                                    </p:set>
                                  </p:childTnLst>
                                </p:cTn>
                              </p:par>
                            </p:childTnLst>
                          </p:cTn>
                        </p:par>
                      </p:childTnLst>
                    </p:cTn>
                  </p:par>
                  <p:par>
                    <p:cTn id="10" fill="hold">
                      <p:stCondLst>
                        <p:cond delay="indefinite"/>
                      </p:stCondLst>
                      <p:childTnLst>
                        <p:par>
                          <p:cTn id="11" fill="hold">
                            <p:stCondLst>
                              <p:cond delay="0"/>
                            </p:stCondLst>
                            <p:childTnLst>
                              <p:par>
                                <p:cTn id="12" presetID="19" presetClass="emph" presetSubtype="0" fill="hold" nodeType="clickEffect">
                                  <p:stCondLst>
                                    <p:cond delay="0"/>
                                  </p:stCondLst>
                                  <p:childTnLst>
                                    <p:animClr clrSpc="rgb" dir="cw">
                                      <p:cBhvr override="childStyle">
                                        <p:cTn id="13" dur="500" fill="hold"/>
                                        <p:tgtEl>
                                          <p:spTgt spid="6">
                                            <p:txEl>
                                              <p:pRg st="1" end="1"/>
                                            </p:txEl>
                                          </p:spTgt>
                                        </p:tgtEl>
                                        <p:attrNameLst>
                                          <p:attrName>style.color</p:attrName>
                                        </p:attrNameLst>
                                      </p:cBhvr>
                                      <p:to>
                                        <a:srgbClr val="000000"/>
                                      </p:to>
                                    </p:animClr>
                                    <p:animClr clrSpc="rgb" dir="cw">
                                      <p:cBhvr>
                                        <p:cTn id="14" dur="500" fill="hold"/>
                                        <p:tgtEl>
                                          <p:spTgt spid="6">
                                            <p:txEl>
                                              <p:pRg st="1" end="1"/>
                                            </p:txEl>
                                          </p:spTgt>
                                        </p:tgtEl>
                                        <p:attrNameLst>
                                          <p:attrName>fillcolor</p:attrName>
                                        </p:attrNameLst>
                                      </p:cBhvr>
                                      <p:to>
                                        <a:srgbClr val="000000"/>
                                      </p:to>
                                    </p:animClr>
                                    <p:set>
                                      <p:cBhvr>
                                        <p:cTn id="15" dur="500" fill="hold"/>
                                        <p:tgtEl>
                                          <p:spTgt spid="6">
                                            <p:txEl>
                                              <p:pRg st="1" end="1"/>
                                            </p:txEl>
                                          </p:spTgt>
                                        </p:tgtEl>
                                        <p:attrNameLst>
                                          <p:attrName>fill.type</p:attrName>
                                        </p:attrNameLst>
                                      </p:cBhvr>
                                      <p:to>
                                        <p:strVal val="solid"/>
                                      </p:to>
                                    </p:set>
                                    <p:set>
                                      <p:cBhvr>
                                        <p:cTn id="16" dur="500" fill="hold"/>
                                        <p:tgtEl>
                                          <p:spTgt spid="6">
                                            <p:txEl>
                                              <p:pRg st="1" end="1"/>
                                            </p:txEl>
                                          </p:spTgt>
                                        </p:tgtEl>
                                        <p:attrNameLst>
                                          <p:attrName>fill.on</p:attrName>
                                        </p:attrNameLst>
                                      </p:cBhvr>
                                      <p:to>
                                        <p:strVal val="true"/>
                                      </p:to>
                                    </p:set>
                                  </p:childTnLst>
                                </p:cTn>
                              </p:par>
                            </p:childTnLst>
                          </p:cTn>
                        </p:par>
                      </p:childTnLst>
                    </p:cTn>
                  </p:par>
                  <p:par>
                    <p:cTn id="17" fill="hold">
                      <p:stCondLst>
                        <p:cond delay="indefinite"/>
                      </p:stCondLst>
                      <p:childTnLst>
                        <p:par>
                          <p:cTn id="18" fill="hold">
                            <p:stCondLst>
                              <p:cond delay="0"/>
                            </p:stCondLst>
                            <p:childTnLst>
                              <p:par>
                                <p:cTn id="19" presetID="19" presetClass="emph" presetSubtype="0" fill="hold" nodeType="clickEffect">
                                  <p:stCondLst>
                                    <p:cond delay="0"/>
                                  </p:stCondLst>
                                  <p:childTnLst>
                                    <p:animClr clrSpc="rgb" dir="cw">
                                      <p:cBhvr override="childStyle">
                                        <p:cTn id="20" dur="500" fill="hold"/>
                                        <p:tgtEl>
                                          <p:spTgt spid="6">
                                            <p:txEl>
                                              <p:pRg st="2" end="2"/>
                                            </p:txEl>
                                          </p:spTgt>
                                        </p:tgtEl>
                                        <p:attrNameLst>
                                          <p:attrName>style.color</p:attrName>
                                        </p:attrNameLst>
                                      </p:cBhvr>
                                      <p:to>
                                        <a:srgbClr val="000000"/>
                                      </p:to>
                                    </p:animClr>
                                    <p:animClr clrSpc="rgb" dir="cw">
                                      <p:cBhvr>
                                        <p:cTn id="21" dur="500" fill="hold"/>
                                        <p:tgtEl>
                                          <p:spTgt spid="6">
                                            <p:txEl>
                                              <p:pRg st="2" end="2"/>
                                            </p:txEl>
                                          </p:spTgt>
                                        </p:tgtEl>
                                        <p:attrNameLst>
                                          <p:attrName>fillcolor</p:attrName>
                                        </p:attrNameLst>
                                      </p:cBhvr>
                                      <p:to>
                                        <a:srgbClr val="000000"/>
                                      </p:to>
                                    </p:animClr>
                                    <p:set>
                                      <p:cBhvr>
                                        <p:cTn id="22" dur="500" fill="hold"/>
                                        <p:tgtEl>
                                          <p:spTgt spid="6">
                                            <p:txEl>
                                              <p:pRg st="2" end="2"/>
                                            </p:txEl>
                                          </p:spTgt>
                                        </p:tgtEl>
                                        <p:attrNameLst>
                                          <p:attrName>fill.type</p:attrName>
                                        </p:attrNameLst>
                                      </p:cBhvr>
                                      <p:to>
                                        <p:strVal val="solid"/>
                                      </p:to>
                                    </p:set>
                                    <p:set>
                                      <p:cBhvr>
                                        <p:cTn id="23" dur="500" fill="hold"/>
                                        <p:tgtEl>
                                          <p:spTgt spid="6">
                                            <p:txEl>
                                              <p:pRg st="2" end="2"/>
                                            </p:txEl>
                                          </p:spTgt>
                                        </p:tgtEl>
                                        <p:attrNameLst>
                                          <p:attrName>fill.on</p:attrName>
                                        </p:attrNameLst>
                                      </p:cBhvr>
                                      <p:to>
                                        <p:strVal val="true"/>
                                      </p:to>
                                    </p:set>
                                  </p:childTnLst>
                                </p:cTn>
                              </p:par>
                            </p:childTnLst>
                          </p:cTn>
                        </p:par>
                      </p:childTnLst>
                    </p:cTn>
                  </p:par>
                  <p:par>
                    <p:cTn id="24" fill="hold">
                      <p:stCondLst>
                        <p:cond delay="indefinite"/>
                      </p:stCondLst>
                      <p:childTnLst>
                        <p:par>
                          <p:cTn id="25" fill="hold">
                            <p:stCondLst>
                              <p:cond delay="0"/>
                            </p:stCondLst>
                            <p:childTnLst>
                              <p:par>
                                <p:cTn id="26" presetID="19" presetClass="emph" presetSubtype="0" fill="hold" nodeType="clickEffect">
                                  <p:stCondLst>
                                    <p:cond delay="0"/>
                                  </p:stCondLst>
                                  <p:childTnLst>
                                    <p:animClr clrSpc="rgb" dir="cw">
                                      <p:cBhvr override="childStyle">
                                        <p:cTn id="27" dur="500" fill="hold"/>
                                        <p:tgtEl>
                                          <p:spTgt spid="6">
                                            <p:txEl>
                                              <p:pRg st="3" end="3"/>
                                            </p:txEl>
                                          </p:spTgt>
                                        </p:tgtEl>
                                        <p:attrNameLst>
                                          <p:attrName>style.color</p:attrName>
                                        </p:attrNameLst>
                                      </p:cBhvr>
                                      <p:to>
                                        <a:srgbClr val="000000"/>
                                      </p:to>
                                    </p:animClr>
                                    <p:animClr clrSpc="rgb" dir="cw">
                                      <p:cBhvr>
                                        <p:cTn id="28" dur="500" fill="hold"/>
                                        <p:tgtEl>
                                          <p:spTgt spid="6">
                                            <p:txEl>
                                              <p:pRg st="3" end="3"/>
                                            </p:txEl>
                                          </p:spTgt>
                                        </p:tgtEl>
                                        <p:attrNameLst>
                                          <p:attrName>fillcolor</p:attrName>
                                        </p:attrNameLst>
                                      </p:cBhvr>
                                      <p:to>
                                        <a:srgbClr val="000000"/>
                                      </p:to>
                                    </p:animClr>
                                    <p:set>
                                      <p:cBhvr>
                                        <p:cTn id="29" dur="500" fill="hold"/>
                                        <p:tgtEl>
                                          <p:spTgt spid="6">
                                            <p:txEl>
                                              <p:pRg st="3" end="3"/>
                                            </p:txEl>
                                          </p:spTgt>
                                        </p:tgtEl>
                                        <p:attrNameLst>
                                          <p:attrName>fill.type</p:attrName>
                                        </p:attrNameLst>
                                      </p:cBhvr>
                                      <p:to>
                                        <p:strVal val="solid"/>
                                      </p:to>
                                    </p:set>
                                    <p:set>
                                      <p:cBhvr>
                                        <p:cTn id="30" dur="500" fill="hold"/>
                                        <p:tgtEl>
                                          <p:spTgt spid="6">
                                            <p:txEl>
                                              <p:pRg st="3" end="3"/>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85801" y="735271"/>
            <a:ext cx="4667220" cy="584775"/>
          </a:xfrm>
          <a:prstGeom prst="rect">
            <a:avLst/>
          </a:prstGeom>
          <a:noFill/>
        </p:spPr>
        <p:txBody>
          <a:bodyPr wrap="square" rtlCol="0">
            <a:spAutoFit/>
          </a:bodyPr>
          <a:lstStyle/>
          <a:p>
            <a:r>
              <a:rPr lang="en-US" sz="3200" b="1" dirty="0">
                <a:solidFill>
                  <a:schemeClr val="tx2"/>
                </a:solidFill>
                <a:latin typeface="Candara" pitchFamily="34" charset="0"/>
                <a:cs typeface="Arial" pitchFamily="34" charset="0"/>
              </a:rPr>
              <a:t>Military Causes</a:t>
            </a:r>
          </a:p>
        </p:txBody>
      </p:sp>
      <p:sp>
        <p:nvSpPr>
          <p:cNvPr id="6" name="TextBox 5"/>
          <p:cNvSpPr txBox="1"/>
          <p:nvPr/>
        </p:nvSpPr>
        <p:spPr>
          <a:xfrm>
            <a:off x="336109" y="1595021"/>
            <a:ext cx="8409737" cy="5262979"/>
          </a:xfrm>
          <a:prstGeom prst="rect">
            <a:avLst/>
          </a:prstGeom>
          <a:noFill/>
        </p:spPr>
        <p:txBody>
          <a:bodyPr wrap="square" rtlCol="0">
            <a:spAutoFit/>
          </a:bodyPr>
          <a:lstStyle/>
          <a:p>
            <a:pPr marL="914400" lvl="1" indent="-457200" algn="just">
              <a:buFont typeface="Arial" panose="020B0604020202020204" pitchFamily="34" charset="0"/>
              <a:buChar char="•"/>
            </a:pPr>
            <a:r>
              <a:rPr lang="en-US" altLang="en-US" sz="2400" dirty="0">
                <a:latin typeface="Candara" pitchFamily="34" charset="0"/>
                <a:cs typeface="Arial" pitchFamily="34" charset="0"/>
              </a:rPr>
              <a:t>Great disparity in the salaries between Indian and European soldiers.</a:t>
            </a:r>
            <a:endParaRPr lang="en-US" sz="2400" dirty="0">
              <a:latin typeface="Candara" pitchFamily="34" charset="0"/>
              <a:cs typeface="Arial" pitchFamily="34" charset="0"/>
            </a:endParaRPr>
          </a:p>
          <a:p>
            <a:pPr marL="914400" lvl="1" indent="-457200" algn="just">
              <a:buFont typeface="Arial" panose="020B0604020202020204" pitchFamily="34" charset="0"/>
              <a:buChar char="•"/>
            </a:pPr>
            <a:r>
              <a:rPr lang="en-US" altLang="en-US" sz="2400" dirty="0" err="1">
                <a:latin typeface="Candara" pitchFamily="34" charset="0"/>
                <a:cs typeface="Arial" pitchFamily="34" charset="0"/>
              </a:rPr>
              <a:t>Sepoys</a:t>
            </a:r>
            <a:r>
              <a:rPr lang="en-US" altLang="en-US" sz="2400" dirty="0">
                <a:latin typeface="Candara" pitchFamily="34" charset="0"/>
                <a:cs typeface="Arial" pitchFamily="34" charset="0"/>
              </a:rPr>
              <a:t> were sent to distant-over seas- parts of the Empire, but were not given extra salaries.</a:t>
            </a:r>
          </a:p>
          <a:p>
            <a:pPr marL="914400" lvl="1" indent="-457200" algn="just">
              <a:buFont typeface="Arial" panose="020B0604020202020204" pitchFamily="34" charset="0"/>
              <a:buChar char="•"/>
            </a:pPr>
            <a:r>
              <a:rPr lang="en-US" altLang="en-US" sz="2400" dirty="0">
                <a:latin typeface="Candara" pitchFamily="34" charset="0"/>
                <a:cs typeface="Arial" pitchFamily="34" charset="0"/>
              </a:rPr>
              <a:t>Indian </a:t>
            </a:r>
            <a:r>
              <a:rPr lang="en-US" altLang="en-US" sz="2400" dirty="0" err="1">
                <a:latin typeface="Candara" pitchFamily="34" charset="0"/>
                <a:cs typeface="Arial" pitchFamily="34" charset="0"/>
              </a:rPr>
              <a:t>sepoys</a:t>
            </a:r>
            <a:r>
              <a:rPr lang="en-US" altLang="en-US" sz="2400" dirty="0">
                <a:latin typeface="Candara" pitchFamily="34" charset="0"/>
                <a:cs typeface="Arial" pitchFamily="34" charset="0"/>
              </a:rPr>
              <a:t> were treated with contempt by their English officers. </a:t>
            </a:r>
          </a:p>
          <a:p>
            <a:pPr marL="914400" lvl="1" indent="-457200" algn="just">
              <a:buFont typeface="Arial" panose="020B0604020202020204" pitchFamily="34" charset="0"/>
              <a:buChar char="•"/>
            </a:pPr>
            <a:r>
              <a:rPr lang="en-US" altLang="en-US" sz="2400" dirty="0">
                <a:latin typeface="Candara" pitchFamily="34" charset="0"/>
                <a:cs typeface="Arial" pitchFamily="34" charset="0"/>
              </a:rPr>
              <a:t>Indian </a:t>
            </a:r>
            <a:r>
              <a:rPr lang="en-US" altLang="en-US" sz="2400" dirty="0" err="1">
                <a:latin typeface="Candara" pitchFamily="34" charset="0"/>
                <a:cs typeface="Arial" pitchFamily="34" charset="0"/>
              </a:rPr>
              <a:t>sepoys</a:t>
            </a:r>
            <a:r>
              <a:rPr lang="en-US" altLang="en-US" sz="2400" dirty="0">
                <a:latin typeface="Candara" pitchFamily="34" charset="0"/>
                <a:cs typeface="Arial" pitchFamily="34" charset="0"/>
              </a:rPr>
              <a:t> were refused promotion in services as like their English counterparts. Out of such discontent the Indian </a:t>
            </a:r>
            <a:r>
              <a:rPr lang="en-US" altLang="en-US" sz="2400" dirty="0" err="1">
                <a:latin typeface="Candara" pitchFamily="34" charset="0"/>
                <a:cs typeface="Arial" pitchFamily="34" charset="0"/>
              </a:rPr>
              <a:t>sepoys</a:t>
            </a:r>
            <a:r>
              <a:rPr lang="en-US" altLang="en-US" sz="2400" dirty="0">
                <a:latin typeface="Candara" pitchFamily="34" charset="0"/>
                <a:cs typeface="Arial" pitchFamily="34" charset="0"/>
              </a:rPr>
              <a:t> led to mutiny.</a:t>
            </a:r>
          </a:p>
          <a:p>
            <a:pPr marL="914400" lvl="1" indent="-457200" algn="just">
              <a:buFont typeface="Arial" panose="020B0604020202020204" pitchFamily="34" charset="0"/>
              <a:buChar char="•"/>
            </a:pPr>
            <a:r>
              <a:rPr lang="en-US" altLang="en-US" sz="2400" dirty="0">
                <a:latin typeface="Candara" pitchFamily="34" charset="0"/>
                <a:cs typeface="Arial" pitchFamily="34" charset="0"/>
              </a:rPr>
              <a:t>General Service Enlistment Act 1856 by Lord Canning for the soldiers from Bengal to be recruited and posted </a:t>
            </a:r>
            <a:r>
              <a:rPr lang="en-US" altLang="en-US" sz="2400" dirty="0" err="1">
                <a:latin typeface="Candara" pitchFamily="34" charset="0"/>
                <a:cs typeface="Arial" pitchFamily="34" charset="0"/>
              </a:rPr>
              <a:t>whereever</a:t>
            </a:r>
            <a:r>
              <a:rPr lang="en-US" altLang="en-US" sz="2400" dirty="0">
                <a:latin typeface="Candara" pitchFamily="34" charset="0"/>
                <a:cs typeface="Arial" pitchFamily="34" charset="0"/>
              </a:rPr>
              <a:t> the Empire needed them, was greatly resented by the Hindus, as traveling by sea for some Hindus meant leaving the fold of Hinduism   </a:t>
            </a:r>
          </a:p>
        </p:txBody>
      </p:sp>
      <p:pic>
        <p:nvPicPr>
          <p:cNvPr id="39" name="Picture 38" descr="https://i.vimeocdn.com/portrait/10125853_300x300"/>
          <p:cNvPicPr>
            <a:picLocks noChangeAspect="1" noChangeArrowheads="1"/>
          </p:cNvPicPr>
          <p:nvPr/>
        </p:nvPicPr>
        <p:blipFill>
          <a:blip r:embed="rId3" cstate="print">
            <a:extLst>
              <a:ext uri="{BEBA8EAE-BF5A-486C-A8C5-ECC9F3942E4B}">
                <a14:imgProps xmlns="" xmlns:a14="http://schemas.microsoft.com/office/drawing/2010/main">
                  <a14:imgLayer r:embed="rId4">
                    <a14:imgEffect>
                      <a14:sharpenSoften amount="50000"/>
                    </a14:imgEffect>
                    <a14:imgEffect>
                      <a14:brightnessContrast contrast="-40000"/>
                    </a14:imgEffect>
                  </a14:imgLayer>
                </a14:imgProps>
              </a:ext>
              <a:ext uri="{28A0092B-C50C-407E-A947-70E740481C1C}">
                <a14:useLocalDpi xmlns="" xmlns:a14="http://schemas.microsoft.com/office/drawing/2010/main" val="0"/>
              </a:ext>
            </a:extLst>
          </a:blip>
          <a:srcRect/>
          <a:stretch>
            <a:fillRect/>
          </a:stretch>
        </p:blipFill>
        <p:spPr bwMode="auto">
          <a:xfrm>
            <a:off x="7602847" y="456159"/>
            <a:ext cx="1143000" cy="1143000"/>
          </a:xfrm>
          <a:prstGeom prst="rect">
            <a:avLst/>
          </a:prstGeom>
          <a:noFill/>
          <a:extLst>
            <a:ext uri="{909E8E84-426E-40DD-AFC4-6F175D3DCCD1}">
              <a14:hiddenFill xmlns="" xmlns:a14="http://schemas.microsoft.com/office/drawing/2010/main">
                <a:solidFill>
                  <a:srgbClr val="FFFFFF"/>
                </a:solidFill>
              </a14:hiddenFill>
            </a:ext>
          </a:extLst>
        </p:spPr>
      </p:pic>
      <p:grpSp>
        <p:nvGrpSpPr>
          <p:cNvPr id="3" name="Group 39"/>
          <p:cNvGrpSpPr/>
          <p:nvPr/>
        </p:nvGrpSpPr>
        <p:grpSpPr>
          <a:xfrm rot="10800000" flipV="1">
            <a:off x="857221" y="1405300"/>
            <a:ext cx="6037811" cy="45719"/>
            <a:chOff x="0" y="5791200"/>
            <a:chExt cx="8084345" cy="330200"/>
          </a:xfrm>
        </p:grpSpPr>
        <p:sp>
          <p:nvSpPr>
            <p:cNvPr id="41" name="Rectangle 40"/>
            <p:cNvSpPr/>
            <p:nvPr/>
          </p:nvSpPr>
          <p:spPr>
            <a:xfrm>
              <a:off x="0" y="5791200"/>
              <a:ext cx="1064261" cy="330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p:cNvSpPr/>
            <p:nvPr/>
          </p:nvSpPr>
          <p:spPr>
            <a:xfrm>
              <a:off x="1066800" y="5791200"/>
              <a:ext cx="997745" cy="3302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p:cNvSpPr/>
            <p:nvPr/>
          </p:nvSpPr>
          <p:spPr>
            <a:xfrm>
              <a:off x="2057400" y="5791200"/>
              <a:ext cx="997745" cy="3302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p:cNvSpPr/>
            <p:nvPr/>
          </p:nvSpPr>
          <p:spPr>
            <a:xfrm>
              <a:off x="3048000" y="5791200"/>
              <a:ext cx="997745" cy="3302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Rectangle 44"/>
            <p:cNvSpPr/>
            <p:nvPr/>
          </p:nvSpPr>
          <p:spPr>
            <a:xfrm>
              <a:off x="4038600" y="5791200"/>
              <a:ext cx="997745" cy="330200"/>
            </a:xfrm>
            <a:prstGeom prst="rect">
              <a:avLst/>
            </a:prstGeom>
            <a:solidFill>
              <a:srgbClr val="235F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p:cNvSpPr/>
            <p:nvPr/>
          </p:nvSpPr>
          <p:spPr>
            <a:xfrm>
              <a:off x="5029200" y="5791200"/>
              <a:ext cx="1122463" cy="33020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p:cNvSpPr/>
            <p:nvPr/>
          </p:nvSpPr>
          <p:spPr>
            <a:xfrm>
              <a:off x="6096000" y="5791200"/>
              <a:ext cx="997745" cy="3302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p:cNvSpPr/>
            <p:nvPr/>
          </p:nvSpPr>
          <p:spPr>
            <a:xfrm>
              <a:off x="7086600" y="5791200"/>
              <a:ext cx="997745" cy="330200"/>
            </a:xfrm>
            <a:prstGeom prst="rect">
              <a:avLst/>
            </a:prstGeom>
            <a:solidFill>
              <a:srgbClr val="5440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3" name="Rectangle 32"/>
          <p:cNvSpPr/>
          <p:nvPr/>
        </p:nvSpPr>
        <p:spPr>
          <a:xfrm>
            <a:off x="7373012" y="381000"/>
            <a:ext cx="1542388" cy="12633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lide Number Placeholder 14"/>
          <p:cNvSpPr>
            <a:spLocks noGrp="1"/>
          </p:cNvSpPr>
          <p:nvPr>
            <p:ph type="sldNum" sz="quarter" idx="12"/>
          </p:nvPr>
        </p:nvSpPr>
        <p:spPr/>
        <p:txBody>
          <a:bodyPr/>
          <a:lstStyle/>
          <a:p>
            <a:fld id="{08A8661F-1CDE-4F7E-AE93-7F9785FD6839}" type="slidenum">
              <a:rPr lang="en-US" smtClean="0"/>
              <a:pPr/>
              <a:t>9</a:t>
            </a:fld>
            <a:endParaRPr lang="en-US"/>
          </a:p>
        </p:txBody>
      </p:sp>
    </p:spTree>
    <p:extLst>
      <p:ext uri="{BB962C8B-B14F-4D97-AF65-F5344CB8AC3E}">
        <p14:creationId xmlns="" xmlns:p14="http://schemas.microsoft.com/office/powerpoint/2010/main" val="3947313259"/>
      </p:ext>
    </p:extLst>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6">
                                            <p:txEl>
                                              <p:pRg st="0" end="0"/>
                                            </p:txEl>
                                          </p:spTgt>
                                        </p:tgtEl>
                                        <p:attrNameLst>
                                          <p:attrName>style.color</p:attrName>
                                        </p:attrNameLst>
                                      </p:cBhvr>
                                      <p:to>
                                        <a:srgbClr val="000000"/>
                                      </p:to>
                                    </p:animClr>
                                    <p:animClr clrSpc="rgb" dir="cw">
                                      <p:cBhvr>
                                        <p:cTn id="7" dur="500" fill="hold"/>
                                        <p:tgtEl>
                                          <p:spTgt spid="6">
                                            <p:txEl>
                                              <p:pRg st="0" end="0"/>
                                            </p:txEl>
                                          </p:spTgt>
                                        </p:tgtEl>
                                        <p:attrNameLst>
                                          <p:attrName>fillcolor</p:attrName>
                                        </p:attrNameLst>
                                      </p:cBhvr>
                                      <p:to>
                                        <a:srgbClr val="000000"/>
                                      </p:to>
                                    </p:animClr>
                                    <p:set>
                                      <p:cBhvr>
                                        <p:cTn id="8" dur="500" fill="hold"/>
                                        <p:tgtEl>
                                          <p:spTgt spid="6">
                                            <p:txEl>
                                              <p:pRg st="0" end="0"/>
                                            </p:txEl>
                                          </p:spTgt>
                                        </p:tgtEl>
                                        <p:attrNameLst>
                                          <p:attrName>fill.type</p:attrName>
                                        </p:attrNameLst>
                                      </p:cBhvr>
                                      <p:to>
                                        <p:strVal val="solid"/>
                                      </p:to>
                                    </p:set>
                                    <p:set>
                                      <p:cBhvr>
                                        <p:cTn id="9" dur="500" fill="hold"/>
                                        <p:tgtEl>
                                          <p:spTgt spid="6">
                                            <p:txEl>
                                              <p:pRg st="0" end="0"/>
                                            </p:txEl>
                                          </p:spTgt>
                                        </p:tgtEl>
                                        <p:attrNameLst>
                                          <p:attrName>fill.on</p:attrName>
                                        </p:attrNameLst>
                                      </p:cBhvr>
                                      <p:to>
                                        <p:strVal val="true"/>
                                      </p:to>
                                    </p:set>
                                  </p:childTnLst>
                                </p:cTn>
                              </p:par>
                            </p:childTnLst>
                          </p:cTn>
                        </p:par>
                      </p:childTnLst>
                    </p:cTn>
                  </p:par>
                  <p:par>
                    <p:cTn id="10" fill="hold">
                      <p:stCondLst>
                        <p:cond delay="indefinite"/>
                      </p:stCondLst>
                      <p:childTnLst>
                        <p:par>
                          <p:cTn id="11" fill="hold">
                            <p:stCondLst>
                              <p:cond delay="0"/>
                            </p:stCondLst>
                            <p:childTnLst>
                              <p:par>
                                <p:cTn id="12" presetID="19" presetClass="emph" presetSubtype="0" fill="hold" nodeType="clickEffect">
                                  <p:stCondLst>
                                    <p:cond delay="0"/>
                                  </p:stCondLst>
                                  <p:childTnLst>
                                    <p:animClr clrSpc="rgb" dir="cw">
                                      <p:cBhvr override="childStyle">
                                        <p:cTn id="13" dur="500" fill="hold"/>
                                        <p:tgtEl>
                                          <p:spTgt spid="6">
                                            <p:txEl>
                                              <p:pRg st="1" end="1"/>
                                            </p:txEl>
                                          </p:spTgt>
                                        </p:tgtEl>
                                        <p:attrNameLst>
                                          <p:attrName>style.color</p:attrName>
                                        </p:attrNameLst>
                                      </p:cBhvr>
                                      <p:to>
                                        <a:srgbClr val="000000"/>
                                      </p:to>
                                    </p:animClr>
                                    <p:animClr clrSpc="rgb" dir="cw">
                                      <p:cBhvr>
                                        <p:cTn id="14" dur="500" fill="hold"/>
                                        <p:tgtEl>
                                          <p:spTgt spid="6">
                                            <p:txEl>
                                              <p:pRg st="1" end="1"/>
                                            </p:txEl>
                                          </p:spTgt>
                                        </p:tgtEl>
                                        <p:attrNameLst>
                                          <p:attrName>fillcolor</p:attrName>
                                        </p:attrNameLst>
                                      </p:cBhvr>
                                      <p:to>
                                        <a:srgbClr val="000000"/>
                                      </p:to>
                                    </p:animClr>
                                    <p:set>
                                      <p:cBhvr>
                                        <p:cTn id="15" dur="500" fill="hold"/>
                                        <p:tgtEl>
                                          <p:spTgt spid="6">
                                            <p:txEl>
                                              <p:pRg st="1" end="1"/>
                                            </p:txEl>
                                          </p:spTgt>
                                        </p:tgtEl>
                                        <p:attrNameLst>
                                          <p:attrName>fill.type</p:attrName>
                                        </p:attrNameLst>
                                      </p:cBhvr>
                                      <p:to>
                                        <p:strVal val="solid"/>
                                      </p:to>
                                    </p:set>
                                    <p:set>
                                      <p:cBhvr>
                                        <p:cTn id="16" dur="500" fill="hold"/>
                                        <p:tgtEl>
                                          <p:spTgt spid="6">
                                            <p:txEl>
                                              <p:pRg st="1" end="1"/>
                                            </p:txEl>
                                          </p:spTgt>
                                        </p:tgtEl>
                                        <p:attrNameLst>
                                          <p:attrName>fill.on</p:attrName>
                                        </p:attrNameLst>
                                      </p:cBhvr>
                                      <p:to>
                                        <p:strVal val="true"/>
                                      </p:to>
                                    </p:set>
                                  </p:childTnLst>
                                </p:cTn>
                              </p:par>
                            </p:childTnLst>
                          </p:cTn>
                        </p:par>
                      </p:childTnLst>
                    </p:cTn>
                  </p:par>
                  <p:par>
                    <p:cTn id="17" fill="hold">
                      <p:stCondLst>
                        <p:cond delay="indefinite"/>
                      </p:stCondLst>
                      <p:childTnLst>
                        <p:par>
                          <p:cTn id="18" fill="hold">
                            <p:stCondLst>
                              <p:cond delay="0"/>
                            </p:stCondLst>
                            <p:childTnLst>
                              <p:par>
                                <p:cTn id="19" presetID="19" presetClass="emph" presetSubtype="0" fill="hold" nodeType="clickEffect">
                                  <p:stCondLst>
                                    <p:cond delay="0"/>
                                  </p:stCondLst>
                                  <p:childTnLst>
                                    <p:animClr clrSpc="rgb" dir="cw">
                                      <p:cBhvr override="childStyle">
                                        <p:cTn id="20" dur="500" fill="hold"/>
                                        <p:tgtEl>
                                          <p:spTgt spid="6">
                                            <p:txEl>
                                              <p:pRg st="2" end="2"/>
                                            </p:txEl>
                                          </p:spTgt>
                                        </p:tgtEl>
                                        <p:attrNameLst>
                                          <p:attrName>style.color</p:attrName>
                                        </p:attrNameLst>
                                      </p:cBhvr>
                                      <p:to>
                                        <a:srgbClr val="000000"/>
                                      </p:to>
                                    </p:animClr>
                                    <p:animClr clrSpc="rgb" dir="cw">
                                      <p:cBhvr>
                                        <p:cTn id="21" dur="500" fill="hold"/>
                                        <p:tgtEl>
                                          <p:spTgt spid="6">
                                            <p:txEl>
                                              <p:pRg st="2" end="2"/>
                                            </p:txEl>
                                          </p:spTgt>
                                        </p:tgtEl>
                                        <p:attrNameLst>
                                          <p:attrName>fillcolor</p:attrName>
                                        </p:attrNameLst>
                                      </p:cBhvr>
                                      <p:to>
                                        <a:srgbClr val="000000"/>
                                      </p:to>
                                    </p:animClr>
                                    <p:set>
                                      <p:cBhvr>
                                        <p:cTn id="22" dur="500" fill="hold"/>
                                        <p:tgtEl>
                                          <p:spTgt spid="6">
                                            <p:txEl>
                                              <p:pRg st="2" end="2"/>
                                            </p:txEl>
                                          </p:spTgt>
                                        </p:tgtEl>
                                        <p:attrNameLst>
                                          <p:attrName>fill.type</p:attrName>
                                        </p:attrNameLst>
                                      </p:cBhvr>
                                      <p:to>
                                        <p:strVal val="solid"/>
                                      </p:to>
                                    </p:set>
                                    <p:set>
                                      <p:cBhvr>
                                        <p:cTn id="23" dur="500" fill="hold"/>
                                        <p:tgtEl>
                                          <p:spTgt spid="6">
                                            <p:txEl>
                                              <p:pRg st="2" end="2"/>
                                            </p:txEl>
                                          </p:spTgt>
                                        </p:tgtEl>
                                        <p:attrNameLst>
                                          <p:attrName>fill.on</p:attrName>
                                        </p:attrNameLst>
                                      </p:cBhvr>
                                      <p:to>
                                        <p:strVal val="true"/>
                                      </p:to>
                                    </p:set>
                                  </p:childTnLst>
                                </p:cTn>
                              </p:par>
                            </p:childTnLst>
                          </p:cTn>
                        </p:par>
                      </p:childTnLst>
                    </p:cTn>
                  </p:par>
                  <p:par>
                    <p:cTn id="24" fill="hold">
                      <p:stCondLst>
                        <p:cond delay="indefinite"/>
                      </p:stCondLst>
                      <p:childTnLst>
                        <p:par>
                          <p:cTn id="25" fill="hold">
                            <p:stCondLst>
                              <p:cond delay="0"/>
                            </p:stCondLst>
                            <p:childTnLst>
                              <p:par>
                                <p:cTn id="26" presetID="19" presetClass="emph" presetSubtype="0" fill="hold" nodeType="clickEffect">
                                  <p:stCondLst>
                                    <p:cond delay="0"/>
                                  </p:stCondLst>
                                  <p:childTnLst>
                                    <p:animClr clrSpc="rgb" dir="cw">
                                      <p:cBhvr override="childStyle">
                                        <p:cTn id="27" dur="500" fill="hold"/>
                                        <p:tgtEl>
                                          <p:spTgt spid="6">
                                            <p:txEl>
                                              <p:pRg st="3" end="3"/>
                                            </p:txEl>
                                          </p:spTgt>
                                        </p:tgtEl>
                                        <p:attrNameLst>
                                          <p:attrName>style.color</p:attrName>
                                        </p:attrNameLst>
                                      </p:cBhvr>
                                      <p:to>
                                        <a:srgbClr val="000000"/>
                                      </p:to>
                                    </p:animClr>
                                    <p:animClr clrSpc="rgb" dir="cw">
                                      <p:cBhvr>
                                        <p:cTn id="28" dur="500" fill="hold"/>
                                        <p:tgtEl>
                                          <p:spTgt spid="6">
                                            <p:txEl>
                                              <p:pRg st="3" end="3"/>
                                            </p:txEl>
                                          </p:spTgt>
                                        </p:tgtEl>
                                        <p:attrNameLst>
                                          <p:attrName>fillcolor</p:attrName>
                                        </p:attrNameLst>
                                      </p:cBhvr>
                                      <p:to>
                                        <a:srgbClr val="000000"/>
                                      </p:to>
                                    </p:animClr>
                                    <p:set>
                                      <p:cBhvr>
                                        <p:cTn id="29" dur="500" fill="hold"/>
                                        <p:tgtEl>
                                          <p:spTgt spid="6">
                                            <p:txEl>
                                              <p:pRg st="3" end="3"/>
                                            </p:txEl>
                                          </p:spTgt>
                                        </p:tgtEl>
                                        <p:attrNameLst>
                                          <p:attrName>fill.type</p:attrName>
                                        </p:attrNameLst>
                                      </p:cBhvr>
                                      <p:to>
                                        <p:strVal val="solid"/>
                                      </p:to>
                                    </p:set>
                                    <p:set>
                                      <p:cBhvr>
                                        <p:cTn id="30" dur="500" fill="hold"/>
                                        <p:tgtEl>
                                          <p:spTgt spid="6">
                                            <p:txEl>
                                              <p:pRg st="3" end="3"/>
                                            </p:txEl>
                                          </p:spTgt>
                                        </p:tgtEl>
                                        <p:attrNameLst>
                                          <p:attrName>fill.on</p:attrName>
                                        </p:attrNameLst>
                                      </p:cBhvr>
                                      <p:to>
                                        <p:strVal val="true"/>
                                      </p:to>
                                    </p:set>
                                  </p:childTnLst>
                                </p:cTn>
                              </p:par>
                            </p:childTnLst>
                          </p:cTn>
                        </p:par>
                      </p:childTnLst>
                    </p:cTn>
                  </p:par>
                  <p:par>
                    <p:cTn id="31" fill="hold">
                      <p:stCondLst>
                        <p:cond delay="indefinite"/>
                      </p:stCondLst>
                      <p:childTnLst>
                        <p:par>
                          <p:cTn id="32" fill="hold">
                            <p:stCondLst>
                              <p:cond delay="0"/>
                            </p:stCondLst>
                            <p:childTnLst>
                              <p:par>
                                <p:cTn id="33" presetID="19" presetClass="emph" presetSubtype="0" fill="hold" nodeType="clickEffect">
                                  <p:stCondLst>
                                    <p:cond delay="0"/>
                                  </p:stCondLst>
                                  <p:childTnLst>
                                    <p:animClr clrSpc="rgb" dir="cw">
                                      <p:cBhvr override="childStyle">
                                        <p:cTn id="34" dur="500" fill="hold"/>
                                        <p:tgtEl>
                                          <p:spTgt spid="6">
                                            <p:txEl>
                                              <p:pRg st="4" end="4"/>
                                            </p:txEl>
                                          </p:spTgt>
                                        </p:tgtEl>
                                        <p:attrNameLst>
                                          <p:attrName>style.color</p:attrName>
                                        </p:attrNameLst>
                                      </p:cBhvr>
                                      <p:to>
                                        <a:srgbClr val="000000"/>
                                      </p:to>
                                    </p:animClr>
                                    <p:animClr clrSpc="rgb" dir="cw">
                                      <p:cBhvr>
                                        <p:cTn id="35" dur="500" fill="hold"/>
                                        <p:tgtEl>
                                          <p:spTgt spid="6">
                                            <p:txEl>
                                              <p:pRg st="4" end="4"/>
                                            </p:txEl>
                                          </p:spTgt>
                                        </p:tgtEl>
                                        <p:attrNameLst>
                                          <p:attrName>fillcolor</p:attrName>
                                        </p:attrNameLst>
                                      </p:cBhvr>
                                      <p:to>
                                        <a:srgbClr val="000000"/>
                                      </p:to>
                                    </p:animClr>
                                    <p:set>
                                      <p:cBhvr>
                                        <p:cTn id="36" dur="500" fill="hold"/>
                                        <p:tgtEl>
                                          <p:spTgt spid="6">
                                            <p:txEl>
                                              <p:pRg st="4" end="4"/>
                                            </p:txEl>
                                          </p:spTgt>
                                        </p:tgtEl>
                                        <p:attrNameLst>
                                          <p:attrName>fill.type</p:attrName>
                                        </p:attrNameLst>
                                      </p:cBhvr>
                                      <p:to>
                                        <p:strVal val="solid"/>
                                      </p:to>
                                    </p:set>
                                    <p:set>
                                      <p:cBhvr>
                                        <p:cTn id="37" dur="500" fill="hold"/>
                                        <p:tgtEl>
                                          <p:spTgt spid="6">
                                            <p:txEl>
                                              <p:pRg st="4" end="4"/>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85801" y="735271"/>
            <a:ext cx="4667220" cy="584775"/>
          </a:xfrm>
          <a:prstGeom prst="rect">
            <a:avLst/>
          </a:prstGeom>
          <a:noFill/>
        </p:spPr>
        <p:txBody>
          <a:bodyPr wrap="square" rtlCol="0">
            <a:spAutoFit/>
          </a:bodyPr>
          <a:lstStyle/>
          <a:p>
            <a:r>
              <a:rPr lang="en-US" sz="3200" b="1" dirty="0">
                <a:solidFill>
                  <a:schemeClr val="tx2"/>
                </a:solidFill>
                <a:latin typeface="Candara" pitchFamily="34" charset="0"/>
                <a:cs typeface="Arial" pitchFamily="34" charset="0"/>
              </a:rPr>
              <a:t>Immediate Cause</a:t>
            </a:r>
          </a:p>
        </p:txBody>
      </p:sp>
      <p:sp>
        <p:nvSpPr>
          <p:cNvPr id="6" name="TextBox 5"/>
          <p:cNvSpPr txBox="1"/>
          <p:nvPr/>
        </p:nvSpPr>
        <p:spPr>
          <a:xfrm>
            <a:off x="685801" y="1741320"/>
            <a:ext cx="8020022" cy="4893647"/>
          </a:xfrm>
          <a:prstGeom prst="rect">
            <a:avLst/>
          </a:prstGeom>
          <a:noFill/>
        </p:spPr>
        <p:txBody>
          <a:bodyPr wrap="square" rtlCol="0">
            <a:spAutoFit/>
          </a:bodyPr>
          <a:lstStyle/>
          <a:p>
            <a:pPr marL="914400" lvl="1" indent="-457200" algn="just">
              <a:buFont typeface="Arial" panose="020B0604020202020204" pitchFamily="34" charset="0"/>
              <a:buChar char="•"/>
            </a:pPr>
            <a:r>
              <a:rPr lang="en-US" altLang="en-US" sz="2400" dirty="0">
                <a:latin typeface="Candara" pitchFamily="34" charset="0"/>
                <a:cs typeface="Arial" pitchFamily="34" charset="0"/>
              </a:rPr>
              <a:t>Enfield rifles were introduced in the military.</a:t>
            </a:r>
            <a:endParaRPr lang="en-US" sz="2400" dirty="0">
              <a:latin typeface="Candara" pitchFamily="34" charset="0"/>
              <a:cs typeface="Arial" pitchFamily="34" charset="0"/>
            </a:endParaRPr>
          </a:p>
          <a:p>
            <a:pPr marL="914400" lvl="1" indent="-457200" algn="just">
              <a:buFont typeface="Arial" panose="020B0604020202020204" pitchFamily="34" charset="0"/>
              <a:buChar char="•"/>
            </a:pPr>
            <a:r>
              <a:rPr lang="en-US" altLang="en-US" sz="2400" dirty="0">
                <a:latin typeface="Candara" pitchFamily="34" charset="0"/>
                <a:cs typeface="Arial" pitchFamily="34" charset="0"/>
              </a:rPr>
              <a:t>The bullets of these rifles were covered by papers with grease like substance. The </a:t>
            </a:r>
            <a:r>
              <a:rPr lang="en-US" altLang="en-US" sz="2400" dirty="0" err="1">
                <a:latin typeface="Candara" pitchFamily="34" charset="0"/>
                <a:cs typeface="Arial" pitchFamily="34" charset="0"/>
              </a:rPr>
              <a:t>sepoys</a:t>
            </a:r>
            <a:r>
              <a:rPr lang="en-US" altLang="en-US" sz="2400" dirty="0">
                <a:latin typeface="Candara" pitchFamily="34" charset="0"/>
                <a:cs typeface="Arial" pitchFamily="34" charset="0"/>
              </a:rPr>
              <a:t> were to cut the cover with teeth before using it. </a:t>
            </a:r>
          </a:p>
          <a:p>
            <a:pPr marL="914400" lvl="1" indent="-457200" algn="just">
              <a:buFont typeface="Arial" panose="020B0604020202020204" pitchFamily="34" charset="0"/>
              <a:buChar char="•"/>
            </a:pPr>
            <a:r>
              <a:rPr lang="en-US" altLang="en-US" sz="2400" dirty="0">
                <a:latin typeface="Candara" pitchFamily="34" charset="0"/>
                <a:cs typeface="Arial" pitchFamily="34" charset="0"/>
              </a:rPr>
              <a:t>Rumor spread that the grease substance is made up of the fat of pigs and cows.</a:t>
            </a:r>
          </a:p>
          <a:p>
            <a:pPr marL="914400" lvl="1" indent="-457200" algn="just">
              <a:buFont typeface="Arial" panose="020B0604020202020204" pitchFamily="34" charset="0"/>
              <a:buChar char="•"/>
            </a:pPr>
            <a:r>
              <a:rPr lang="en-US" altLang="en-US" sz="2400" dirty="0">
                <a:latin typeface="Candara" pitchFamily="34" charset="0"/>
                <a:cs typeface="Arial" pitchFamily="34" charset="0"/>
              </a:rPr>
              <a:t>Both Muslims and Hindu </a:t>
            </a:r>
            <a:r>
              <a:rPr lang="en-US" altLang="en-US" sz="2400" dirty="0" err="1">
                <a:latin typeface="Candara" pitchFamily="34" charset="0"/>
                <a:cs typeface="Arial" pitchFamily="34" charset="0"/>
              </a:rPr>
              <a:t>sepoys</a:t>
            </a:r>
            <a:r>
              <a:rPr lang="en-US" altLang="en-US" sz="2400" dirty="0">
                <a:latin typeface="Candara" pitchFamily="34" charset="0"/>
                <a:cs typeface="Arial" pitchFamily="34" charset="0"/>
              </a:rPr>
              <a:t> refused to cut the cover. They protested against the introduction of this new munition and were arrested.  It ultimately ignited the fire of mutiny all over India</a:t>
            </a:r>
          </a:p>
          <a:p>
            <a:pPr marL="914400" lvl="1" indent="-457200" algn="just">
              <a:buFont typeface="Arial" panose="020B0604020202020204" pitchFamily="34" charset="0"/>
              <a:buChar char="•"/>
            </a:pPr>
            <a:r>
              <a:rPr lang="en-US" altLang="en-US" sz="2400" dirty="0">
                <a:latin typeface="Candara" pitchFamily="34" charset="0"/>
                <a:cs typeface="Arial" pitchFamily="34" charset="0"/>
              </a:rPr>
              <a:t>The Mutiny  was suppressed and the British government  officially took over the rule of India from EIC. </a:t>
            </a:r>
          </a:p>
        </p:txBody>
      </p:sp>
      <p:sp>
        <p:nvSpPr>
          <p:cNvPr id="2" name="Slide Number Placeholder 1"/>
          <p:cNvSpPr>
            <a:spLocks noGrp="1"/>
          </p:cNvSpPr>
          <p:nvPr>
            <p:ph type="sldNum" sz="quarter" idx="12"/>
          </p:nvPr>
        </p:nvSpPr>
        <p:spPr/>
        <p:txBody>
          <a:bodyPr/>
          <a:lstStyle/>
          <a:p>
            <a:fld id="{08A8661F-1CDE-4F7E-AE93-7F9785FD6839}" type="slidenum">
              <a:rPr lang="en-US" smtClean="0"/>
              <a:pPr/>
              <a:t>10</a:t>
            </a:fld>
            <a:endParaRPr lang="en-US"/>
          </a:p>
        </p:txBody>
      </p:sp>
      <p:pic>
        <p:nvPicPr>
          <p:cNvPr id="39" name="Picture 38" descr="https://i.vimeocdn.com/portrait/10125853_300x300"/>
          <p:cNvPicPr>
            <a:picLocks noChangeAspect="1" noChangeArrowheads="1"/>
          </p:cNvPicPr>
          <p:nvPr/>
        </p:nvPicPr>
        <p:blipFill>
          <a:blip r:embed="rId3" cstate="print">
            <a:extLst>
              <a:ext uri="{BEBA8EAE-BF5A-486C-A8C5-ECC9F3942E4B}">
                <a14:imgProps xmlns="" xmlns:a14="http://schemas.microsoft.com/office/drawing/2010/main">
                  <a14:imgLayer r:embed="rId4">
                    <a14:imgEffect>
                      <a14:sharpenSoften amount="50000"/>
                    </a14:imgEffect>
                    <a14:imgEffect>
                      <a14:brightnessContrast contrast="-40000"/>
                    </a14:imgEffect>
                  </a14:imgLayer>
                </a14:imgProps>
              </a:ext>
              <a:ext uri="{28A0092B-C50C-407E-A947-70E740481C1C}">
                <a14:useLocalDpi xmlns="" xmlns:a14="http://schemas.microsoft.com/office/drawing/2010/main" val="0"/>
              </a:ext>
            </a:extLst>
          </a:blip>
          <a:srcRect/>
          <a:stretch>
            <a:fillRect/>
          </a:stretch>
        </p:blipFill>
        <p:spPr bwMode="auto">
          <a:xfrm>
            <a:off x="7602847" y="456159"/>
            <a:ext cx="1143000" cy="1143000"/>
          </a:xfrm>
          <a:prstGeom prst="rect">
            <a:avLst/>
          </a:prstGeom>
          <a:noFill/>
          <a:extLst>
            <a:ext uri="{909E8E84-426E-40DD-AFC4-6F175D3DCCD1}">
              <a14:hiddenFill xmlns="" xmlns:a14="http://schemas.microsoft.com/office/drawing/2010/main">
                <a:solidFill>
                  <a:srgbClr val="FFFFFF"/>
                </a:solidFill>
              </a14:hiddenFill>
            </a:ext>
          </a:extLst>
        </p:spPr>
      </p:pic>
      <p:grpSp>
        <p:nvGrpSpPr>
          <p:cNvPr id="3" name="Group 39"/>
          <p:cNvGrpSpPr/>
          <p:nvPr/>
        </p:nvGrpSpPr>
        <p:grpSpPr>
          <a:xfrm rot="10800000" flipV="1">
            <a:off x="857221" y="1405300"/>
            <a:ext cx="6037811" cy="45719"/>
            <a:chOff x="0" y="5791200"/>
            <a:chExt cx="8084345" cy="330200"/>
          </a:xfrm>
        </p:grpSpPr>
        <p:sp>
          <p:nvSpPr>
            <p:cNvPr id="41" name="Rectangle 40"/>
            <p:cNvSpPr/>
            <p:nvPr/>
          </p:nvSpPr>
          <p:spPr>
            <a:xfrm>
              <a:off x="0" y="5791200"/>
              <a:ext cx="1064261" cy="330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p:cNvSpPr/>
            <p:nvPr/>
          </p:nvSpPr>
          <p:spPr>
            <a:xfrm>
              <a:off x="1066800" y="5791200"/>
              <a:ext cx="997745" cy="3302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p:cNvSpPr/>
            <p:nvPr/>
          </p:nvSpPr>
          <p:spPr>
            <a:xfrm>
              <a:off x="2057400" y="5791200"/>
              <a:ext cx="997745" cy="3302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p:cNvSpPr/>
            <p:nvPr/>
          </p:nvSpPr>
          <p:spPr>
            <a:xfrm>
              <a:off x="3048000" y="5791200"/>
              <a:ext cx="997745" cy="3302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Rectangle 44"/>
            <p:cNvSpPr/>
            <p:nvPr/>
          </p:nvSpPr>
          <p:spPr>
            <a:xfrm>
              <a:off x="4038600" y="5791200"/>
              <a:ext cx="997745" cy="330200"/>
            </a:xfrm>
            <a:prstGeom prst="rect">
              <a:avLst/>
            </a:prstGeom>
            <a:solidFill>
              <a:srgbClr val="235F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p:cNvSpPr/>
            <p:nvPr/>
          </p:nvSpPr>
          <p:spPr>
            <a:xfrm>
              <a:off x="5029200" y="5791200"/>
              <a:ext cx="1122463" cy="33020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p:cNvSpPr/>
            <p:nvPr/>
          </p:nvSpPr>
          <p:spPr>
            <a:xfrm>
              <a:off x="6096000" y="5791200"/>
              <a:ext cx="997745" cy="3302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p:cNvSpPr/>
            <p:nvPr/>
          </p:nvSpPr>
          <p:spPr>
            <a:xfrm>
              <a:off x="7086600" y="5791200"/>
              <a:ext cx="997745" cy="330200"/>
            </a:xfrm>
            <a:prstGeom prst="rect">
              <a:avLst/>
            </a:prstGeom>
            <a:solidFill>
              <a:srgbClr val="5440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3" name="Rectangle 32"/>
          <p:cNvSpPr/>
          <p:nvPr/>
        </p:nvSpPr>
        <p:spPr>
          <a:xfrm>
            <a:off x="7373012" y="381000"/>
            <a:ext cx="1542388" cy="12633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 xmlns:p14="http://schemas.microsoft.com/office/powerpoint/2010/main" val="3947313259"/>
      </p:ext>
    </p:extLst>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6">
                                            <p:txEl>
                                              <p:pRg st="0" end="0"/>
                                            </p:txEl>
                                          </p:spTgt>
                                        </p:tgtEl>
                                        <p:attrNameLst>
                                          <p:attrName>style.color</p:attrName>
                                        </p:attrNameLst>
                                      </p:cBhvr>
                                      <p:to>
                                        <a:srgbClr val="000000"/>
                                      </p:to>
                                    </p:animClr>
                                    <p:animClr clrSpc="rgb" dir="cw">
                                      <p:cBhvr>
                                        <p:cTn id="7" dur="500" fill="hold"/>
                                        <p:tgtEl>
                                          <p:spTgt spid="6">
                                            <p:txEl>
                                              <p:pRg st="0" end="0"/>
                                            </p:txEl>
                                          </p:spTgt>
                                        </p:tgtEl>
                                        <p:attrNameLst>
                                          <p:attrName>fillcolor</p:attrName>
                                        </p:attrNameLst>
                                      </p:cBhvr>
                                      <p:to>
                                        <a:srgbClr val="000000"/>
                                      </p:to>
                                    </p:animClr>
                                    <p:set>
                                      <p:cBhvr>
                                        <p:cTn id="8" dur="500" fill="hold"/>
                                        <p:tgtEl>
                                          <p:spTgt spid="6">
                                            <p:txEl>
                                              <p:pRg st="0" end="0"/>
                                            </p:txEl>
                                          </p:spTgt>
                                        </p:tgtEl>
                                        <p:attrNameLst>
                                          <p:attrName>fill.type</p:attrName>
                                        </p:attrNameLst>
                                      </p:cBhvr>
                                      <p:to>
                                        <p:strVal val="solid"/>
                                      </p:to>
                                    </p:set>
                                    <p:set>
                                      <p:cBhvr>
                                        <p:cTn id="9" dur="500" fill="hold"/>
                                        <p:tgtEl>
                                          <p:spTgt spid="6">
                                            <p:txEl>
                                              <p:pRg st="0" end="0"/>
                                            </p:txEl>
                                          </p:spTgt>
                                        </p:tgtEl>
                                        <p:attrNameLst>
                                          <p:attrName>fill.on</p:attrName>
                                        </p:attrNameLst>
                                      </p:cBhvr>
                                      <p:to>
                                        <p:strVal val="true"/>
                                      </p:to>
                                    </p:set>
                                  </p:childTnLst>
                                </p:cTn>
                              </p:par>
                            </p:childTnLst>
                          </p:cTn>
                        </p:par>
                      </p:childTnLst>
                    </p:cTn>
                  </p:par>
                  <p:par>
                    <p:cTn id="10" fill="hold">
                      <p:stCondLst>
                        <p:cond delay="indefinite"/>
                      </p:stCondLst>
                      <p:childTnLst>
                        <p:par>
                          <p:cTn id="11" fill="hold">
                            <p:stCondLst>
                              <p:cond delay="0"/>
                            </p:stCondLst>
                            <p:childTnLst>
                              <p:par>
                                <p:cTn id="12" presetID="19" presetClass="emph" presetSubtype="0" fill="hold" nodeType="clickEffect">
                                  <p:stCondLst>
                                    <p:cond delay="0"/>
                                  </p:stCondLst>
                                  <p:childTnLst>
                                    <p:animClr clrSpc="rgb" dir="cw">
                                      <p:cBhvr override="childStyle">
                                        <p:cTn id="13" dur="500" fill="hold"/>
                                        <p:tgtEl>
                                          <p:spTgt spid="6">
                                            <p:txEl>
                                              <p:pRg st="1" end="1"/>
                                            </p:txEl>
                                          </p:spTgt>
                                        </p:tgtEl>
                                        <p:attrNameLst>
                                          <p:attrName>style.color</p:attrName>
                                        </p:attrNameLst>
                                      </p:cBhvr>
                                      <p:to>
                                        <a:srgbClr val="000000"/>
                                      </p:to>
                                    </p:animClr>
                                    <p:animClr clrSpc="rgb" dir="cw">
                                      <p:cBhvr>
                                        <p:cTn id="14" dur="500" fill="hold"/>
                                        <p:tgtEl>
                                          <p:spTgt spid="6">
                                            <p:txEl>
                                              <p:pRg st="1" end="1"/>
                                            </p:txEl>
                                          </p:spTgt>
                                        </p:tgtEl>
                                        <p:attrNameLst>
                                          <p:attrName>fillcolor</p:attrName>
                                        </p:attrNameLst>
                                      </p:cBhvr>
                                      <p:to>
                                        <a:srgbClr val="000000"/>
                                      </p:to>
                                    </p:animClr>
                                    <p:set>
                                      <p:cBhvr>
                                        <p:cTn id="15" dur="500" fill="hold"/>
                                        <p:tgtEl>
                                          <p:spTgt spid="6">
                                            <p:txEl>
                                              <p:pRg st="1" end="1"/>
                                            </p:txEl>
                                          </p:spTgt>
                                        </p:tgtEl>
                                        <p:attrNameLst>
                                          <p:attrName>fill.type</p:attrName>
                                        </p:attrNameLst>
                                      </p:cBhvr>
                                      <p:to>
                                        <p:strVal val="solid"/>
                                      </p:to>
                                    </p:set>
                                    <p:set>
                                      <p:cBhvr>
                                        <p:cTn id="16" dur="500" fill="hold"/>
                                        <p:tgtEl>
                                          <p:spTgt spid="6">
                                            <p:txEl>
                                              <p:pRg st="1" end="1"/>
                                            </p:txEl>
                                          </p:spTgt>
                                        </p:tgtEl>
                                        <p:attrNameLst>
                                          <p:attrName>fill.on</p:attrName>
                                        </p:attrNameLst>
                                      </p:cBhvr>
                                      <p:to>
                                        <p:strVal val="true"/>
                                      </p:to>
                                    </p:set>
                                  </p:childTnLst>
                                </p:cTn>
                              </p:par>
                            </p:childTnLst>
                          </p:cTn>
                        </p:par>
                      </p:childTnLst>
                    </p:cTn>
                  </p:par>
                  <p:par>
                    <p:cTn id="17" fill="hold">
                      <p:stCondLst>
                        <p:cond delay="indefinite"/>
                      </p:stCondLst>
                      <p:childTnLst>
                        <p:par>
                          <p:cTn id="18" fill="hold">
                            <p:stCondLst>
                              <p:cond delay="0"/>
                            </p:stCondLst>
                            <p:childTnLst>
                              <p:par>
                                <p:cTn id="19" presetID="19" presetClass="emph" presetSubtype="0" fill="hold" nodeType="clickEffect">
                                  <p:stCondLst>
                                    <p:cond delay="0"/>
                                  </p:stCondLst>
                                  <p:childTnLst>
                                    <p:animClr clrSpc="rgb" dir="cw">
                                      <p:cBhvr override="childStyle">
                                        <p:cTn id="20" dur="500" fill="hold"/>
                                        <p:tgtEl>
                                          <p:spTgt spid="6">
                                            <p:txEl>
                                              <p:pRg st="2" end="2"/>
                                            </p:txEl>
                                          </p:spTgt>
                                        </p:tgtEl>
                                        <p:attrNameLst>
                                          <p:attrName>style.color</p:attrName>
                                        </p:attrNameLst>
                                      </p:cBhvr>
                                      <p:to>
                                        <a:srgbClr val="000000"/>
                                      </p:to>
                                    </p:animClr>
                                    <p:animClr clrSpc="rgb" dir="cw">
                                      <p:cBhvr>
                                        <p:cTn id="21" dur="500" fill="hold"/>
                                        <p:tgtEl>
                                          <p:spTgt spid="6">
                                            <p:txEl>
                                              <p:pRg st="2" end="2"/>
                                            </p:txEl>
                                          </p:spTgt>
                                        </p:tgtEl>
                                        <p:attrNameLst>
                                          <p:attrName>fillcolor</p:attrName>
                                        </p:attrNameLst>
                                      </p:cBhvr>
                                      <p:to>
                                        <a:srgbClr val="000000"/>
                                      </p:to>
                                    </p:animClr>
                                    <p:set>
                                      <p:cBhvr>
                                        <p:cTn id="22" dur="500" fill="hold"/>
                                        <p:tgtEl>
                                          <p:spTgt spid="6">
                                            <p:txEl>
                                              <p:pRg st="2" end="2"/>
                                            </p:txEl>
                                          </p:spTgt>
                                        </p:tgtEl>
                                        <p:attrNameLst>
                                          <p:attrName>fill.type</p:attrName>
                                        </p:attrNameLst>
                                      </p:cBhvr>
                                      <p:to>
                                        <p:strVal val="solid"/>
                                      </p:to>
                                    </p:set>
                                    <p:set>
                                      <p:cBhvr>
                                        <p:cTn id="23" dur="500" fill="hold"/>
                                        <p:tgtEl>
                                          <p:spTgt spid="6">
                                            <p:txEl>
                                              <p:pRg st="2" end="2"/>
                                            </p:txEl>
                                          </p:spTgt>
                                        </p:tgtEl>
                                        <p:attrNameLst>
                                          <p:attrName>fill.on</p:attrName>
                                        </p:attrNameLst>
                                      </p:cBhvr>
                                      <p:to>
                                        <p:strVal val="true"/>
                                      </p:to>
                                    </p:set>
                                  </p:childTnLst>
                                </p:cTn>
                              </p:par>
                            </p:childTnLst>
                          </p:cTn>
                        </p:par>
                      </p:childTnLst>
                    </p:cTn>
                  </p:par>
                  <p:par>
                    <p:cTn id="24" fill="hold">
                      <p:stCondLst>
                        <p:cond delay="indefinite"/>
                      </p:stCondLst>
                      <p:childTnLst>
                        <p:par>
                          <p:cTn id="25" fill="hold">
                            <p:stCondLst>
                              <p:cond delay="0"/>
                            </p:stCondLst>
                            <p:childTnLst>
                              <p:par>
                                <p:cTn id="26" presetID="19" presetClass="emph" presetSubtype="0" fill="hold" nodeType="clickEffect">
                                  <p:stCondLst>
                                    <p:cond delay="0"/>
                                  </p:stCondLst>
                                  <p:childTnLst>
                                    <p:animClr clrSpc="rgb" dir="cw">
                                      <p:cBhvr override="childStyle">
                                        <p:cTn id="27" dur="500" fill="hold"/>
                                        <p:tgtEl>
                                          <p:spTgt spid="6">
                                            <p:txEl>
                                              <p:pRg st="3" end="3"/>
                                            </p:txEl>
                                          </p:spTgt>
                                        </p:tgtEl>
                                        <p:attrNameLst>
                                          <p:attrName>style.color</p:attrName>
                                        </p:attrNameLst>
                                      </p:cBhvr>
                                      <p:to>
                                        <a:srgbClr val="000000"/>
                                      </p:to>
                                    </p:animClr>
                                    <p:animClr clrSpc="rgb" dir="cw">
                                      <p:cBhvr>
                                        <p:cTn id="28" dur="500" fill="hold"/>
                                        <p:tgtEl>
                                          <p:spTgt spid="6">
                                            <p:txEl>
                                              <p:pRg st="3" end="3"/>
                                            </p:txEl>
                                          </p:spTgt>
                                        </p:tgtEl>
                                        <p:attrNameLst>
                                          <p:attrName>fillcolor</p:attrName>
                                        </p:attrNameLst>
                                      </p:cBhvr>
                                      <p:to>
                                        <a:srgbClr val="000000"/>
                                      </p:to>
                                    </p:animClr>
                                    <p:set>
                                      <p:cBhvr>
                                        <p:cTn id="29" dur="500" fill="hold"/>
                                        <p:tgtEl>
                                          <p:spTgt spid="6">
                                            <p:txEl>
                                              <p:pRg st="3" end="3"/>
                                            </p:txEl>
                                          </p:spTgt>
                                        </p:tgtEl>
                                        <p:attrNameLst>
                                          <p:attrName>fill.type</p:attrName>
                                        </p:attrNameLst>
                                      </p:cBhvr>
                                      <p:to>
                                        <p:strVal val="solid"/>
                                      </p:to>
                                    </p:set>
                                    <p:set>
                                      <p:cBhvr>
                                        <p:cTn id="30" dur="500" fill="hold"/>
                                        <p:tgtEl>
                                          <p:spTgt spid="6">
                                            <p:txEl>
                                              <p:pRg st="3" end="3"/>
                                            </p:txEl>
                                          </p:spTgt>
                                        </p:tgtEl>
                                        <p:attrNameLst>
                                          <p:attrName>fill.on</p:attrName>
                                        </p:attrNameLst>
                                      </p:cBhvr>
                                      <p:to>
                                        <p:strVal val="true"/>
                                      </p:to>
                                    </p:set>
                                  </p:childTnLst>
                                </p:cTn>
                              </p:par>
                            </p:childTnLst>
                          </p:cTn>
                        </p:par>
                      </p:childTnLst>
                    </p:cTn>
                  </p:par>
                  <p:par>
                    <p:cTn id="31" fill="hold">
                      <p:stCondLst>
                        <p:cond delay="indefinite"/>
                      </p:stCondLst>
                      <p:childTnLst>
                        <p:par>
                          <p:cTn id="32" fill="hold">
                            <p:stCondLst>
                              <p:cond delay="0"/>
                            </p:stCondLst>
                            <p:childTnLst>
                              <p:par>
                                <p:cTn id="33" presetID="19" presetClass="emph" presetSubtype="0" fill="hold" nodeType="clickEffect">
                                  <p:stCondLst>
                                    <p:cond delay="0"/>
                                  </p:stCondLst>
                                  <p:childTnLst>
                                    <p:animClr clrSpc="rgb" dir="cw">
                                      <p:cBhvr override="childStyle">
                                        <p:cTn id="34" dur="500" fill="hold"/>
                                        <p:tgtEl>
                                          <p:spTgt spid="6">
                                            <p:txEl>
                                              <p:pRg st="4" end="4"/>
                                            </p:txEl>
                                          </p:spTgt>
                                        </p:tgtEl>
                                        <p:attrNameLst>
                                          <p:attrName>style.color</p:attrName>
                                        </p:attrNameLst>
                                      </p:cBhvr>
                                      <p:to>
                                        <a:srgbClr val="000000"/>
                                      </p:to>
                                    </p:animClr>
                                    <p:animClr clrSpc="rgb" dir="cw">
                                      <p:cBhvr>
                                        <p:cTn id="35" dur="500" fill="hold"/>
                                        <p:tgtEl>
                                          <p:spTgt spid="6">
                                            <p:txEl>
                                              <p:pRg st="4" end="4"/>
                                            </p:txEl>
                                          </p:spTgt>
                                        </p:tgtEl>
                                        <p:attrNameLst>
                                          <p:attrName>fillcolor</p:attrName>
                                        </p:attrNameLst>
                                      </p:cBhvr>
                                      <p:to>
                                        <a:srgbClr val="000000"/>
                                      </p:to>
                                    </p:animClr>
                                    <p:set>
                                      <p:cBhvr>
                                        <p:cTn id="36" dur="500" fill="hold"/>
                                        <p:tgtEl>
                                          <p:spTgt spid="6">
                                            <p:txEl>
                                              <p:pRg st="4" end="4"/>
                                            </p:txEl>
                                          </p:spTgt>
                                        </p:tgtEl>
                                        <p:attrNameLst>
                                          <p:attrName>fill.type</p:attrName>
                                        </p:attrNameLst>
                                      </p:cBhvr>
                                      <p:to>
                                        <p:strVal val="solid"/>
                                      </p:to>
                                    </p:set>
                                    <p:set>
                                      <p:cBhvr>
                                        <p:cTn id="37" dur="500" fill="hold"/>
                                        <p:tgtEl>
                                          <p:spTgt spid="6">
                                            <p:txEl>
                                              <p:pRg st="4" end="4"/>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85800" y="735271"/>
            <a:ext cx="8229599" cy="584775"/>
          </a:xfrm>
          <a:prstGeom prst="rect">
            <a:avLst/>
          </a:prstGeom>
          <a:noFill/>
        </p:spPr>
        <p:txBody>
          <a:bodyPr wrap="square" rtlCol="0">
            <a:spAutoFit/>
          </a:bodyPr>
          <a:lstStyle/>
          <a:p>
            <a:r>
              <a:rPr lang="en-US" sz="3200" b="1" dirty="0">
                <a:solidFill>
                  <a:schemeClr val="tx2"/>
                </a:solidFill>
                <a:latin typeface="Candara" pitchFamily="34" charset="0"/>
                <a:cs typeface="Arial" pitchFamily="34" charset="0"/>
              </a:rPr>
              <a:t>Causes of Failure of the Revolt 1/2</a:t>
            </a:r>
          </a:p>
        </p:txBody>
      </p:sp>
      <p:sp>
        <p:nvSpPr>
          <p:cNvPr id="6" name="TextBox 5"/>
          <p:cNvSpPr txBox="1"/>
          <p:nvPr/>
        </p:nvSpPr>
        <p:spPr>
          <a:xfrm>
            <a:off x="685801" y="1741320"/>
            <a:ext cx="8020022" cy="4524315"/>
          </a:xfrm>
          <a:prstGeom prst="rect">
            <a:avLst/>
          </a:prstGeom>
          <a:noFill/>
        </p:spPr>
        <p:txBody>
          <a:bodyPr wrap="square" rtlCol="0">
            <a:spAutoFit/>
          </a:bodyPr>
          <a:lstStyle/>
          <a:p>
            <a:pPr marL="914400" lvl="1" indent="-457200" algn="just">
              <a:buFont typeface="Arial" panose="020B0604020202020204" pitchFamily="34" charset="0"/>
              <a:buChar char="•"/>
            </a:pPr>
            <a:r>
              <a:rPr lang="en-US" altLang="en-US" sz="2400" dirty="0">
                <a:latin typeface="Candara" pitchFamily="34" charset="0"/>
                <a:cs typeface="Arial" pitchFamily="34" charset="0"/>
              </a:rPr>
              <a:t>Lack of definite aim by the Indians.</a:t>
            </a:r>
            <a:endParaRPr lang="en-US" sz="2400" dirty="0">
              <a:latin typeface="Candara" pitchFamily="34" charset="0"/>
              <a:cs typeface="Arial" pitchFamily="34" charset="0"/>
            </a:endParaRPr>
          </a:p>
          <a:p>
            <a:pPr marL="914400" lvl="1" indent="-457200" algn="just">
              <a:buFont typeface="Arial" panose="020B0604020202020204" pitchFamily="34" charset="0"/>
              <a:buChar char="•"/>
            </a:pPr>
            <a:r>
              <a:rPr lang="en-US" altLang="en-US" sz="2400" dirty="0">
                <a:latin typeface="Candara" pitchFamily="34" charset="0"/>
                <a:cs typeface="Arial" pitchFamily="34" charset="0"/>
              </a:rPr>
              <a:t>Every group and faction fought for personal reasons without a central Indian command.</a:t>
            </a:r>
          </a:p>
          <a:p>
            <a:pPr marL="914400" lvl="1" indent="-457200" algn="just">
              <a:buFont typeface="Arial" panose="020B0604020202020204" pitchFamily="34" charset="0"/>
              <a:buChar char="•"/>
            </a:pPr>
            <a:r>
              <a:rPr lang="en-US" altLang="en-US" sz="2400" dirty="0">
                <a:latin typeface="Candara" pitchFamily="34" charset="0"/>
                <a:cs typeface="Arial" pitchFamily="34" charset="0"/>
              </a:rPr>
              <a:t>Some had problem with job insecurity, some had problem with high taxes, while others were concerned with preserving their rule in their states etc. </a:t>
            </a:r>
          </a:p>
          <a:p>
            <a:pPr marL="914400" lvl="1" indent="-457200" algn="just">
              <a:buFont typeface="Arial" panose="020B0604020202020204" pitchFamily="34" charset="0"/>
              <a:buChar char="•"/>
            </a:pPr>
            <a:r>
              <a:rPr lang="en-US" altLang="en-US" sz="2400" dirty="0">
                <a:latin typeface="Candara" pitchFamily="34" charset="0"/>
                <a:cs typeface="Arial" pitchFamily="34" charset="0"/>
              </a:rPr>
              <a:t>Lack of Unity. </a:t>
            </a:r>
          </a:p>
          <a:p>
            <a:pPr marL="914400" lvl="1" indent="-457200" algn="just">
              <a:buFont typeface="Arial" panose="020B0604020202020204" pitchFamily="34" charset="0"/>
              <a:buChar char="•"/>
            </a:pPr>
            <a:r>
              <a:rPr lang="en-US" altLang="en-US" sz="2400" dirty="0">
                <a:latin typeface="Candara" pitchFamily="34" charset="0"/>
                <a:cs typeface="Arial" pitchFamily="34" charset="0"/>
              </a:rPr>
              <a:t>The revolt was not pre-decided. It could not start at one time in the whole of India therefore, EIC effectively crushed it. </a:t>
            </a:r>
          </a:p>
          <a:p>
            <a:pPr marL="914400" lvl="1" indent="-457200" algn="just">
              <a:buFont typeface="Arial" panose="020B0604020202020204" pitchFamily="34" charset="0"/>
              <a:buChar char="•"/>
            </a:pPr>
            <a:endParaRPr lang="en-US" altLang="en-US" sz="2400" dirty="0">
              <a:latin typeface="Candara" pitchFamily="34" charset="0"/>
              <a:cs typeface="Arial" pitchFamily="34" charset="0"/>
            </a:endParaRPr>
          </a:p>
        </p:txBody>
      </p:sp>
      <p:sp>
        <p:nvSpPr>
          <p:cNvPr id="2" name="Slide Number Placeholder 1"/>
          <p:cNvSpPr>
            <a:spLocks noGrp="1"/>
          </p:cNvSpPr>
          <p:nvPr>
            <p:ph type="sldNum" sz="quarter" idx="12"/>
          </p:nvPr>
        </p:nvSpPr>
        <p:spPr/>
        <p:txBody>
          <a:bodyPr/>
          <a:lstStyle/>
          <a:p>
            <a:fld id="{08A8661F-1CDE-4F7E-AE93-7F9785FD6839}" type="slidenum">
              <a:rPr lang="en-US" smtClean="0"/>
              <a:pPr/>
              <a:t>11</a:t>
            </a:fld>
            <a:endParaRPr lang="en-US"/>
          </a:p>
        </p:txBody>
      </p:sp>
      <p:pic>
        <p:nvPicPr>
          <p:cNvPr id="39" name="Picture 38" descr="https://i.vimeocdn.com/portrait/10125853_300x300"/>
          <p:cNvPicPr>
            <a:picLocks noChangeAspect="1" noChangeArrowheads="1"/>
          </p:cNvPicPr>
          <p:nvPr/>
        </p:nvPicPr>
        <p:blipFill>
          <a:blip r:embed="rId3" cstate="print">
            <a:extLst>
              <a:ext uri="{BEBA8EAE-BF5A-486C-A8C5-ECC9F3942E4B}">
                <a14:imgProps xmlns="" xmlns:a14="http://schemas.microsoft.com/office/drawing/2010/main">
                  <a14:imgLayer r:embed="rId4">
                    <a14:imgEffect>
                      <a14:sharpenSoften amount="50000"/>
                    </a14:imgEffect>
                    <a14:imgEffect>
                      <a14:brightnessContrast contrast="-40000"/>
                    </a14:imgEffect>
                  </a14:imgLayer>
                </a14:imgProps>
              </a:ext>
              <a:ext uri="{28A0092B-C50C-407E-A947-70E740481C1C}">
                <a14:useLocalDpi xmlns="" xmlns:a14="http://schemas.microsoft.com/office/drawing/2010/main" val="0"/>
              </a:ext>
            </a:extLst>
          </a:blip>
          <a:srcRect/>
          <a:stretch>
            <a:fillRect/>
          </a:stretch>
        </p:blipFill>
        <p:spPr bwMode="auto">
          <a:xfrm>
            <a:off x="7602847" y="456159"/>
            <a:ext cx="1143000" cy="1143000"/>
          </a:xfrm>
          <a:prstGeom prst="rect">
            <a:avLst/>
          </a:prstGeom>
          <a:noFill/>
          <a:extLst>
            <a:ext uri="{909E8E84-426E-40DD-AFC4-6F175D3DCCD1}">
              <a14:hiddenFill xmlns="" xmlns:a14="http://schemas.microsoft.com/office/drawing/2010/main">
                <a:solidFill>
                  <a:srgbClr val="FFFFFF"/>
                </a:solidFill>
              </a14:hiddenFill>
            </a:ext>
          </a:extLst>
        </p:spPr>
      </p:pic>
      <p:grpSp>
        <p:nvGrpSpPr>
          <p:cNvPr id="3" name="Group 39"/>
          <p:cNvGrpSpPr/>
          <p:nvPr/>
        </p:nvGrpSpPr>
        <p:grpSpPr>
          <a:xfrm rot="10800000" flipV="1">
            <a:off x="857221" y="1405300"/>
            <a:ext cx="6037811" cy="45719"/>
            <a:chOff x="0" y="5791200"/>
            <a:chExt cx="8084345" cy="330200"/>
          </a:xfrm>
        </p:grpSpPr>
        <p:sp>
          <p:nvSpPr>
            <p:cNvPr id="41" name="Rectangle 40"/>
            <p:cNvSpPr/>
            <p:nvPr/>
          </p:nvSpPr>
          <p:spPr>
            <a:xfrm>
              <a:off x="0" y="5791200"/>
              <a:ext cx="1064261" cy="330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p:cNvSpPr/>
            <p:nvPr/>
          </p:nvSpPr>
          <p:spPr>
            <a:xfrm>
              <a:off x="1066800" y="5791200"/>
              <a:ext cx="997745" cy="3302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p:cNvSpPr/>
            <p:nvPr/>
          </p:nvSpPr>
          <p:spPr>
            <a:xfrm>
              <a:off x="2057400" y="5791200"/>
              <a:ext cx="997745" cy="3302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p:cNvSpPr/>
            <p:nvPr/>
          </p:nvSpPr>
          <p:spPr>
            <a:xfrm>
              <a:off x="3048000" y="5791200"/>
              <a:ext cx="997745" cy="3302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Rectangle 44"/>
            <p:cNvSpPr/>
            <p:nvPr/>
          </p:nvSpPr>
          <p:spPr>
            <a:xfrm>
              <a:off x="4038600" y="5791200"/>
              <a:ext cx="997745" cy="330200"/>
            </a:xfrm>
            <a:prstGeom prst="rect">
              <a:avLst/>
            </a:prstGeom>
            <a:solidFill>
              <a:srgbClr val="235F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p:cNvSpPr/>
            <p:nvPr/>
          </p:nvSpPr>
          <p:spPr>
            <a:xfrm>
              <a:off x="5029200" y="5791200"/>
              <a:ext cx="1122463" cy="33020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p:cNvSpPr/>
            <p:nvPr/>
          </p:nvSpPr>
          <p:spPr>
            <a:xfrm>
              <a:off x="6096000" y="5791200"/>
              <a:ext cx="997745" cy="3302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p:cNvSpPr/>
            <p:nvPr/>
          </p:nvSpPr>
          <p:spPr>
            <a:xfrm>
              <a:off x="7086600" y="5791200"/>
              <a:ext cx="997745" cy="330200"/>
            </a:xfrm>
            <a:prstGeom prst="rect">
              <a:avLst/>
            </a:prstGeom>
            <a:solidFill>
              <a:srgbClr val="5440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3" name="Rectangle 32"/>
          <p:cNvSpPr/>
          <p:nvPr/>
        </p:nvSpPr>
        <p:spPr>
          <a:xfrm>
            <a:off x="7373012" y="381000"/>
            <a:ext cx="1542388" cy="12633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 xmlns:p14="http://schemas.microsoft.com/office/powerpoint/2010/main" val="3947313259"/>
      </p:ext>
    </p:extLst>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6">
                                            <p:txEl>
                                              <p:pRg st="0" end="0"/>
                                            </p:txEl>
                                          </p:spTgt>
                                        </p:tgtEl>
                                        <p:attrNameLst>
                                          <p:attrName>style.color</p:attrName>
                                        </p:attrNameLst>
                                      </p:cBhvr>
                                      <p:to>
                                        <a:srgbClr val="000000"/>
                                      </p:to>
                                    </p:animClr>
                                    <p:animClr clrSpc="rgb" dir="cw">
                                      <p:cBhvr>
                                        <p:cTn id="7" dur="500" fill="hold"/>
                                        <p:tgtEl>
                                          <p:spTgt spid="6">
                                            <p:txEl>
                                              <p:pRg st="0" end="0"/>
                                            </p:txEl>
                                          </p:spTgt>
                                        </p:tgtEl>
                                        <p:attrNameLst>
                                          <p:attrName>fillcolor</p:attrName>
                                        </p:attrNameLst>
                                      </p:cBhvr>
                                      <p:to>
                                        <a:srgbClr val="000000"/>
                                      </p:to>
                                    </p:animClr>
                                    <p:set>
                                      <p:cBhvr>
                                        <p:cTn id="8" dur="500" fill="hold"/>
                                        <p:tgtEl>
                                          <p:spTgt spid="6">
                                            <p:txEl>
                                              <p:pRg st="0" end="0"/>
                                            </p:txEl>
                                          </p:spTgt>
                                        </p:tgtEl>
                                        <p:attrNameLst>
                                          <p:attrName>fill.type</p:attrName>
                                        </p:attrNameLst>
                                      </p:cBhvr>
                                      <p:to>
                                        <p:strVal val="solid"/>
                                      </p:to>
                                    </p:set>
                                    <p:set>
                                      <p:cBhvr>
                                        <p:cTn id="9" dur="500" fill="hold"/>
                                        <p:tgtEl>
                                          <p:spTgt spid="6">
                                            <p:txEl>
                                              <p:pRg st="0" end="0"/>
                                            </p:txEl>
                                          </p:spTgt>
                                        </p:tgtEl>
                                        <p:attrNameLst>
                                          <p:attrName>fill.on</p:attrName>
                                        </p:attrNameLst>
                                      </p:cBhvr>
                                      <p:to>
                                        <p:strVal val="true"/>
                                      </p:to>
                                    </p:set>
                                  </p:childTnLst>
                                </p:cTn>
                              </p:par>
                            </p:childTnLst>
                          </p:cTn>
                        </p:par>
                      </p:childTnLst>
                    </p:cTn>
                  </p:par>
                  <p:par>
                    <p:cTn id="10" fill="hold">
                      <p:stCondLst>
                        <p:cond delay="indefinite"/>
                      </p:stCondLst>
                      <p:childTnLst>
                        <p:par>
                          <p:cTn id="11" fill="hold">
                            <p:stCondLst>
                              <p:cond delay="0"/>
                            </p:stCondLst>
                            <p:childTnLst>
                              <p:par>
                                <p:cTn id="12" presetID="19" presetClass="emph" presetSubtype="0" fill="hold" nodeType="clickEffect">
                                  <p:stCondLst>
                                    <p:cond delay="0"/>
                                  </p:stCondLst>
                                  <p:childTnLst>
                                    <p:animClr clrSpc="rgb" dir="cw">
                                      <p:cBhvr override="childStyle">
                                        <p:cTn id="13" dur="500" fill="hold"/>
                                        <p:tgtEl>
                                          <p:spTgt spid="6">
                                            <p:txEl>
                                              <p:pRg st="1" end="1"/>
                                            </p:txEl>
                                          </p:spTgt>
                                        </p:tgtEl>
                                        <p:attrNameLst>
                                          <p:attrName>style.color</p:attrName>
                                        </p:attrNameLst>
                                      </p:cBhvr>
                                      <p:to>
                                        <a:srgbClr val="000000"/>
                                      </p:to>
                                    </p:animClr>
                                    <p:animClr clrSpc="rgb" dir="cw">
                                      <p:cBhvr>
                                        <p:cTn id="14" dur="500" fill="hold"/>
                                        <p:tgtEl>
                                          <p:spTgt spid="6">
                                            <p:txEl>
                                              <p:pRg st="1" end="1"/>
                                            </p:txEl>
                                          </p:spTgt>
                                        </p:tgtEl>
                                        <p:attrNameLst>
                                          <p:attrName>fillcolor</p:attrName>
                                        </p:attrNameLst>
                                      </p:cBhvr>
                                      <p:to>
                                        <a:srgbClr val="000000"/>
                                      </p:to>
                                    </p:animClr>
                                    <p:set>
                                      <p:cBhvr>
                                        <p:cTn id="15" dur="500" fill="hold"/>
                                        <p:tgtEl>
                                          <p:spTgt spid="6">
                                            <p:txEl>
                                              <p:pRg st="1" end="1"/>
                                            </p:txEl>
                                          </p:spTgt>
                                        </p:tgtEl>
                                        <p:attrNameLst>
                                          <p:attrName>fill.type</p:attrName>
                                        </p:attrNameLst>
                                      </p:cBhvr>
                                      <p:to>
                                        <p:strVal val="solid"/>
                                      </p:to>
                                    </p:set>
                                    <p:set>
                                      <p:cBhvr>
                                        <p:cTn id="16" dur="500" fill="hold"/>
                                        <p:tgtEl>
                                          <p:spTgt spid="6">
                                            <p:txEl>
                                              <p:pRg st="1" end="1"/>
                                            </p:txEl>
                                          </p:spTgt>
                                        </p:tgtEl>
                                        <p:attrNameLst>
                                          <p:attrName>fill.on</p:attrName>
                                        </p:attrNameLst>
                                      </p:cBhvr>
                                      <p:to>
                                        <p:strVal val="true"/>
                                      </p:to>
                                    </p:set>
                                  </p:childTnLst>
                                </p:cTn>
                              </p:par>
                            </p:childTnLst>
                          </p:cTn>
                        </p:par>
                      </p:childTnLst>
                    </p:cTn>
                  </p:par>
                  <p:par>
                    <p:cTn id="17" fill="hold">
                      <p:stCondLst>
                        <p:cond delay="indefinite"/>
                      </p:stCondLst>
                      <p:childTnLst>
                        <p:par>
                          <p:cTn id="18" fill="hold">
                            <p:stCondLst>
                              <p:cond delay="0"/>
                            </p:stCondLst>
                            <p:childTnLst>
                              <p:par>
                                <p:cTn id="19" presetID="19" presetClass="emph" presetSubtype="0" fill="hold" nodeType="clickEffect">
                                  <p:stCondLst>
                                    <p:cond delay="0"/>
                                  </p:stCondLst>
                                  <p:childTnLst>
                                    <p:animClr clrSpc="rgb" dir="cw">
                                      <p:cBhvr override="childStyle">
                                        <p:cTn id="20" dur="500" fill="hold"/>
                                        <p:tgtEl>
                                          <p:spTgt spid="6">
                                            <p:txEl>
                                              <p:pRg st="2" end="2"/>
                                            </p:txEl>
                                          </p:spTgt>
                                        </p:tgtEl>
                                        <p:attrNameLst>
                                          <p:attrName>style.color</p:attrName>
                                        </p:attrNameLst>
                                      </p:cBhvr>
                                      <p:to>
                                        <a:srgbClr val="000000"/>
                                      </p:to>
                                    </p:animClr>
                                    <p:animClr clrSpc="rgb" dir="cw">
                                      <p:cBhvr>
                                        <p:cTn id="21" dur="500" fill="hold"/>
                                        <p:tgtEl>
                                          <p:spTgt spid="6">
                                            <p:txEl>
                                              <p:pRg st="2" end="2"/>
                                            </p:txEl>
                                          </p:spTgt>
                                        </p:tgtEl>
                                        <p:attrNameLst>
                                          <p:attrName>fillcolor</p:attrName>
                                        </p:attrNameLst>
                                      </p:cBhvr>
                                      <p:to>
                                        <a:srgbClr val="000000"/>
                                      </p:to>
                                    </p:animClr>
                                    <p:set>
                                      <p:cBhvr>
                                        <p:cTn id="22" dur="500" fill="hold"/>
                                        <p:tgtEl>
                                          <p:spTgt spid="6">
                                            <p:txEl>
                                              <p:pRg st="2" end="2"/>
                                            </p:txEl>
                                          </p:spTgt>
                                        </p:tgtEl>
                                        <p:attrNameLst>
                                          <p:attrName>fill.type</p:attrName>
                                        </p:attrNameLst>
                                      </p:cBhvr>
                                      <p:to>
                                        <p:strVal val="solid"/>
                                      </p:to>
                                    </p:set>
                                    <p:set>
                                      <p:cBhvr>
                                        <p:cTn id="23" dur="500" fill="hold"/>
                                        <p:tgtEl>
                                          <p:spTgt spid="6">
                                            <p:txEl>
                                              <p:pRg st="2" end="2"/>
                                            </p:txEl>
                                          </p:spTgt>
                                        </p:tgtEl>
                                        <p:attrNameLst>
                                          <p:attrName>fill.on</p:attrName>
                                        </p:attrNameLst>
                                      </p:cBhvr>
                                      <p:to>
                                        <p:strVal val="true"/>
                                      </p:to>
                                    </p:set>
                                  </p:childTnLst>
                                </p:cTn>
                              </p:par>
                            </p:childTnLst>
                          </p:cTn>
                        </p:par>
                      </p:childTnLst>
                    </p:cTn>
                  </p:par>
                  <p:par>
                    <p:cTn id="24" fill="hold">
                      <p:stCondLst>
                        <p:cond delay="indefinite"/>
                      </p:stCondLst>
                      <p:childTnLst>
                        <p:par>
                          <p:cTn id="25" fill="hold">
                            <p:stCondLst>
                              <p:cond delay="0"/>
                            </p:stCondLst>
                            <p:childTnLst>
                              <p:par>
                                <p:cTn id="26" presetID="19" presetClass="emph" presetSubtype="0" fill="hold" nodeType="clickEffect">
                                  <p:stCondLst>
                                    <p:cond delay="0"/>
                                  </p:stCondLst>
                                  <p:childTnLst>
                                    <p:animClr clrSpc="rgb" dir="cw">
                                      <p:cBhvr override="childStyle">
                                        <p:cTn id="27" dur="500" fill="hold"/>
                                        <p:tgtEl>
                                          <p:spTgt spid="6">
                                            <p:txEl>
                                              <p:pRg st="3" end="3"/>
                                            </p:txEl>
                                          </p:spTgt>
                                        </p:tgtEl>
                                        <p:attrNameLst>
                                          <p:attrName>style.color</p:attrName>
                                        </p:attrNameLst>
                                      </p:cBhvr>
                                      <p:to>
                                        <a:srgbClr val="000000"/>
                                      </p:to>
                                    </p:animClr>
                                    <p:animClr clrSpc="rgb" dir="cw">
                                      <p:cBhvr>
                                        <p:cTn id="28" dur="500" fill="hold"/>
                                        <p:tgtEl>
                                          <p:spTgt spid="6">
                                            <p:txEl>
                                              <p:pRg st="3" end="3"/>
                                            </p:txEl>
                                          </p:spTgt>
                                        </p:tgtEl>
                                        <p:attrNameLst>
                                          <p:attrName>fillcolor</p:attrName>
                                        </p:attrNameLst>
                                      </p:cBhvr>
                                      <p:to>
                                        <a:srgbClr val="000000"/>
                                      </p:to>
                                    </p:animClr>
                                    <p:set>
                                      <p:cBhvr>
                                        <p:cTn id="29" dur="500" fill="hold"/>
                                        <p:tgtEl>
                                          <p:spTgt spid="6">
                                            <p:txEl>
                                              <p:pRg st="3" end="3"/>
                                            </p:txEl>
                                          </p:spTgt>
                                        </p:tgtEl>
                                        <p:attrNameLst>
                                          <p:attrName>fill.type</p:attrName>
                                        </p:attrNameLst>
                                      </p:cBhvr>
                                      <p:to>
                                        <p:strVal val="solid"/>
                                      </p:to>
                                    </p:set>
                                    <p:set>
                                      <p:cBhvr>
                                        <p:cTn id="30" dur="500" fill="hold"/>
                                        <p:tgtEl>
                                          <p:spTgt spid="6">
                                            <p:txEl>
                                              <p:pRg st="3" end="3"/>
                                            </p:txEl>
                                          </p:spTgt>
                                        </p:tgtEl>
                                        <p:attrNameLst>
                                          <p:attrName>fill.on</p:attrName>
                                        </p:attrNameLst>
                                      </p:cBhvr>
                                      <p:to>
                                        <p:strVal val="true"/>
                                      </p:to>
                                    </p:set>
                                  </p:childTnLst>
                                </p:cTn>
                              </p:par>
                            </p:childTnLst>
                          </p:cTn>
                        </p:par>
                      </p:childTnLst>
                    </p:cTn>
                  </p:par>
                  <p:par>
                    <p:cTn id="31" fill="hold">
                      <p:stCondLst>
                        <p:cond delay="indefinite"/>
                      </p:stCondLst>
                      <p:childTnLst>
                        <p:par>
                          <p:cTn id="32" fill="hold">
                            <p:stCondLst>
                              <p:cond delay="0"/>
                            </p:stCondLst>
                            <p:childTnLst>
                              <p:par>
                                <p:cTn id="33" presetID="19" presetClass="emph" presetSubtype="0" fill="hold" nodeType="clickEffect">
                                  <p:stCondLst>
                                    <p:cond delay="0"/>
                                  </p:stCondLst>
                                  <p:childTnLst>
                                    <p:animClr clrSpc="rgb" dir="cw">
                                      <p:cBhvr override="childStyle">
                                        <p:cTn id="34" dur="500" fill="hold"/>
                                        <p:tgtEl>
                                          <p:spTgt spid="6">
                                            <p:txEl>
                                              <p:pRg st="4" end="4"/>
                                            </p:txEl>
                                          </p:spTgt>
                                        </p:tgtEl>
                                        <p:attrNameLst>
                                          <p:attrName>style.color</p:attrName>
                                        </p:attrNameLst>
                                      </p:cBhvr>
                                      <p:to>
                                        <a:srgbClr val="000000"/>
                                      </p:to>
                                    </p:animClr>
                                    <p:animClr clrSpc="rgb" dir="cw">
                                      <p:cBhvr>
                                        <p:cTn id="35" dur="500" fill="hold"/>
                                        <p:tgtEl>
                                          <p:spTgt spid="6">
                                            <p:txEl>
                                              <p:pRg st="4" end="4"/>
                                            </p:txEl>
                                          </p:spTgt>
                                        </p:tgtEl>
                                        <p:attrNameLst>
                                          <p:attrName>fillcolor</p:attrName>
                                        </p:attrNameLst>
                                      </p:cBhvr>
                                      <p:to>
                                        <a:srgbClr val="000000"/>
                                      </p:to>
                                    </p:animClr>
                                    <p:set>
                                      <p:cBhvr>
                                        <p:cTn id="36" dur="500" fill="hold"/>
                                        <p:tgtEl>
                                          <p:spTgt spid="6">
                                            <p:txEl>
                                              <p:pRg st="4" end="4"/>
                                            </p:txEl>
                                          </p:spTgt>
                                        </p:tgtEl>
                                        <p:attrNameLst>
                                          <p:attrName>fill.type</p:attrName>
                                        </p:attrNameLst>
                                      </p:cBhvr>
                                      <p:to>
                                        <p:strVal val="solid"/>
                                      </p:to>
                                    </p:set>
                                    <p:set>
                                      <p:cBhvr>
                                        <p:cTn id="37" dur="500" fill="hold"/>
                                        <p:tgtEl>
                                          <p:spTgt spid="6">
                                            <p:txEl>
                                              <p:pRg st="4" end="4"/>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85800" y="735271"/>
            <a:ext cx="8229599" cy="584775"/>
          </a:xfrm>
          <a:prstGeom prst="rect">
            <a:avLst/>
          </a:prstGeom>
          <a:noFill/>
        </p:spPr>
        <p:txBody>
          <a:bodyPr wrap="square" rtlCol="0">
            <a:spAutoFit/>
          </a:bodyPr>
          <a:lstStyle/>
          <a:p>
            <a:r>
              <a:rPr lang="en-US" sz="3200" b="1" dirty="0">
                <a:solidFill>
                  <a:schemeClr val="tx2"/>
                </a:solidFill>
                <a:latin typeface="Candara" pitchFamily="34" charset="0"/>
                <a:cs typeface="Arial" pitchFamily="34" charset="0"/>
              </a:rPr>
              <a:t>Causes of Failure of the Revolt 2/2</a:t>
            </a:r>
          </a:p>
        </p:txBody>
      </p:sp>
      <p:sp>
        <p:nvSpPr>
          <p:cNvPr id="6" name="TextBox 5"/>
          <p:cNvSpPr txBox="1"/>
          <p:nvPr/>
        </p:nvSpPr>
        <p:spPr>
          <a:xfrm>
            <a:off x="685801" y="1741320"/>
            <a:ext cx="8020022" cy="4893647"/>
          </a:xfrm>
          <a:prstGeom prst="rect">
            <a:avLst/>
          </a:prstGeom>
          <a:noFill/>
        </p:spPr>
        <p:txBody>
          <a:bodyPr wrap="square" rtlCol="0">
            <a:spAutoFit/>
          </a:bodyPr>
          <a:lstStyle/>
          <a:p>
            <a:pPr marL="914400" lvl="1" indent="-457200" algn="just">
              <a:buFont typeface="Arial" panose="020B0604020202020204" pitchFamily="34" charset="0"/>
              <a:buChar char="•"/>
            </a:pPr>
            <a:r>
              <a:rPr lang="en-US" altLang="en-US" sz="2400" dirty="0">
                <a:latin typeface="Candara" pitchFamily="34" charset="0"/>
                <a:cs typeface="Arial" pitchFamily="34" charset="0"/>
              </a:rPr>
              <a:t>Lack of public support: Educated groups (mainly converts to Christianity), many traders, and lots of peasants did not participate in it because they were blossoming  in the rule of EIC.  </a:t>
            </a:r>
          </a:p>
          <a:p>
            <a:pPr marL="914400" lvl="1" indent="-457200" algn="just">
              <a:buFont typeface="Arial" panose="020B0604020202020204" pitchFamily="34" charset="0"/>
              <a:buChar char="•"/>
            </a:pPr>
            <a:r>
              <a:rPr lang="en-US" altLang="en-US" sz="2400" dirty="0">
                <a:latin typeface="Candara" pitchFamily="34" charset="0"/>
                <a:cs typeface="Arial" pitchFamily="34" charset="0"/>
              </a:rPr>
              <a:t>Lack of national spirit. </a:t>
            </a:r>
            <a:r>
              <a:rPr lang="en-US" altLang="en-US" sz="2400" dirty="0" err="1">
                <a:latin typeface="Candara" pitchFamily="34" charset="0"/>
                <a:cs typeface="Arial" pitchFamily="34" charset="0"/>
              </a:rPr>
              <a:t>Lacknow</a:t>
            </a:r>
            <a:r>
              <a:rPr lang="en-US" altLang="en-US" sz="2400" dirty="0">
                <a:latin typeface="Candara" pitchFamily="34" charset="0"/>
                <a:cs typeface="Arial" pitchFamily="34" charset="0"/>
              </a:rPr>
              <a:t>, Jhansi and Bihar just revolted to safeguard their rulers’ narrow interests rather than safeguarding the larger interest of India</a:t>
            </a:r>
          </a:p>
          <a:p>
            <a:pPr marL="914400" lvl="1" indent="-457200" algn="just">
              <a:buFont typeface="Arial" panose="020B0604020202020204" pitchFamily="34" charset="0"/>
              <a:buChar char="•"/>
            </a:pPr>
            <a:r>
              <a:rPr lang="en-US" altLang="en-US" sz="2400" dirty="0">
                <a:latin typeface="Candara" pitchFamily="34" charset="0"/>
                <a:cs typeface="Arial" pitchFamily="34" charset="0"/>
              </a:rPr>
              <a:t>No efficient war tactics: The </a:t>
            </a:r>
            <a:r>
              <a:rPr lang="en-US" altLang="en-US" sz="2400" dirty="0" err="1">
                <a:latin typeface="Candara" pitchFamily="34" charset="0"/>
                <a:cs typeface="Arial" pitchFamily="34" charset="0"/>
              </a:rPr>
              <a:t>Mughal</a:t>
            </a:r>
            <a:r>
              <a:rPr lang="en-US" altLang="en-US" sz="2400" dirty="0">
                <a:latin typeface="Candara" pitchFamily="34" charset="0"/>
                <a:cs typeface="Arial" pitchFamily="34" charset="0"/>
              </a:rPr>
              <a:t> ruler and other local rulers had quite weak armies which had no match for the English officers and their war tactics. </a:t>
            </a:r>
          </a:p>
          <a:p>
            <a:pPr marL="914400" lvl="1" indent="-457200" algn="just">
              <a:buFont typeface="Arial" panose="020B0604020202020204" pitchFamily="34" charset="0"/>
              <a:buChar char="•"/>
            </a:pPr>
            <a:r>
              <a:rPr lang="en-US" altLang="en-US" sz="2400" dirty="0">
                <a:latin typeface="Candara" pitchFamily="34" charset="0"/>
                <a:cs typeface="Arial" pitchFamily="34" charset="0"/>
              </a:rPr>
              <a:t>The efficient English officials were able to suppress mutiny in 1857 </a:t>
            </a:r>
          </a:p>
          <a:p>
            <a:pPr marL="914400" lvl="1" indent="-457200" algn="just">
              <a:buFont typeface="Arial" panose="020B0604020202020204" pitchFamily="34" charset="0"/>
              <a:buChar char="•"/>
            </a:pPr>
            <a:endParaRPr lang="en-US" altLang="en-US" sz="2400" dirty="0">
              <a:latin typeface="Candara" pitchFamily="34" charset="0"/>
              <a:cs typeface="Arial" pitchFamily="34" charset="0"/>
            </a:endParaRPr>
          </a:p>
        </p:txBody>
      </p:sp>
      <p:sp>
        <p:nvSpPr>
          <p:cNvPr id="2" name="Slide Number Placeholder 1"/>
          <p:cNvSpPr>
            <a:spLocks noGrp="1"/>
          </p:cNvSpPr>
          <p:nvPr>
            <p:ph type="sldNum" sz="quarter" idx="12"/>
          </p:nvPr>
        </p:nvSpPr>
        <p:spPr/>
        <p:txBody>
          <a:bodyPr/>
          <a:lstStyle/>
          <a:p>
            <a:fld id="{08A8661F-1CDE-4F7E-AE93-7F9785FD6839}" type="slidenum">
              <a:rPr lang="en-US" smtClean="0"/>
              <a:pPr/>
              <a:t>12</a:t>
            </a:fld>
            <a:endParaRPr lang="en-US"/>
          </a:p>
        </p:txBody>
      </p:sp>
      <p:pic>
        <p:nvPicPr>
          <p:cNvPr id="39" name="Picture 38" descr="https://i.vimeocdn.com/portrait/10125853_300x300"/>
          <p:cNvPicPr>
            <a:picLocks noChangeAspect="1" noChangeArrowheads="1"/>
          </p:cNvPicPr>
          <p:nvPr/>
        </p:nvPicPr>
        <p:blipFill>
          <a:blip r:embed="rId3" cstate="print">
            <a:extLst>
              <a:ext uri="{BEBA8EAE-BF5A-486C-A8C5-ECC9F3942E4B}">
                <a14:imgProps xmlns="" xmlns:a14="http://schemas.microsoft.com/office/drawing/2010/main">
                  <a14:imgLayer r:embed="rId4">
                    <a14:imgEffect>
                      <a14:sharpenSoften amount="50000"/>
                    </a14:imgEffect>
                    <a14:imgEffect>
                      <a14:brightnessContrast contrast="-40000"/>
                    </a14:imgEffect>
                  </a14:imgLayer>
                </a14:imgProps>
              </a:ext>
              <a:ext uri="{28A0092B-C50C-407E-A947-70E740481C1C}">
                <a14:useLocalDpi xmlns="" xmlns:a14="http://schemas.microsoft.com/office/drawing/2010/main" val="0"/>
              </a:ext>
            </a:extLst>
          </a:blip>
          <a:srcRect/>
          <a:stretch>
            <a:fillRect/>
          </a:stretch>
        </p:blipFill>
        <p:spPr bwMode="auto">
          <a:xfrm>
            <a:off x="7602847" y="456159"/>
            <a:ext cx="1143000" cy="1143000"/>
          </a:xfrm>
          <a:prstGeom prst="rect">
            <a:avLst/>
          </a:prstGeom>
          <a:noFill/>
          <a:extLst>
            <a:ext uri="{909E8E84-426E-40DD-AFC4-6F175D3DCCD1}">
              <a14:hiddenFill xmlns="" xmlns:a14="http://schemas.microsoft.com/office/drawing/2010/main">
                <a:solidFill>
                  <a:srgbClr val="FFFFFF"/>
                </a:solidFill>
              </a14:hiddenFill>
            </a:ext>
          </a:extLst>
        </p:spPr>
      </p:pic>
      <p:grpSp>
        <p:nvGrpSpPr>
          <p:cNvPr id="3" name="Group 39"/>
          <p:cNvGrpSpPr/>
          <p:nvPr/>
        </p:nvGrpSpPr>
        <p:grpSpPr>
          <a:xfrm rot="10800000" flipV="1">
            <a:off x="857221" y="1405300"/>
            <a:ext cx="6037811" cy="45719"/>
            <a:chOff x="0" y="5791200"/>
            <a:chExt cx="8084345" cy="330200"/>
          </a:xfrm>
        </p:grpSpPr>
        <p:sp>
          <p:nvSpPr>
            <p:cNvPr id="41" name="Rectangle 40"/>
            <p:cNvSpPr/>
            <p:nvPr/>
          </p:nvSpPr>
          <p:spPr>
            <a:xfrm>
              <a:off x="0" y="5791200"/>
              <a:ext cx="1064261" cy="330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p:cNvSpPr/>
            <p:nvPr/>
          </p:nvSpPr>
          <p:spPr>
            <a:xfrm>
              <a:off x="1066800" y="5791200"/>
              <a:ext cx="997745" cy="3302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p:cNvSpPr/>
            <p:nvPr/>
          </p:nvSpPr>
          <p:spPr>
            <a:xfrm>
              <a:off x="2057400" y="5791200"/>
              <a:ext cx="997745" cy="3302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p:cNvSpPr/>
            <p:nvPr/>
          </p:nvSpPr>
          <p:spPr>
            <a:xfrm>
              <a:off x="3048000" y="5791200"/>
              <a:ext cx="997745" cy="3302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Rectangle 44"/>
            <p:cNvSpPr/>
            <p:nvPr/>
          </p:nvSpPr>
          <p:spPr>
            <a:xfrm>
              <a:off x="4038600" y="5791200"/>
              <a:ext cx="997745" cy="330200"/>
            </a:xfrm>
            <a:prstGeom prst="rect">
              <a:avLst/>
            </a:prstGeom>
            <a:solidFill>
              <a:srgbClr val="235F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p:cNvSpPr/>
            <p:nvPr/>
          </p:nvSpPr>
          <p:spPr>
            <a:xfrm>
              <a:off x="5029200" y="5791200"/>
              <a:ext cx="1122463" cy="33020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p:cNvSpPr/>
            <p:nvPr/>
          </p:nvSpPr>
          <p:spPr>
            <a:xfrm>
              <a:off x="6096000" y="5791200"/>
              <a:ext cx="997745" cy="3302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p:cNvSpPr/>
            <p:nvPr/>
          </p:nvSpPr>
          <p:spPr>
            <a:xfrm>
              <a:off x="7086600" y="5791200"/>
              <a:ext cx="997745" cy="330200"/>
            </a:xfrm>
            <a:prstGeom prst="rect">
              <a:avLst/>
            </a:prstGeom>
            <a:solidFill>
              <a:srgbClr val="5440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3" name="Rectangle 32"/>
          <p:cNvSpPr/>
          <p:nvPr/>
        </p:nvSpPr>
        <p:spPr>
          <a:xfrm>
            <a:off x="7373012" y="381000"/>
            <a:ext cx="1542388" cy="12633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 xmlns:p14="http://schemas.microsoft.com/office/powerpoint/2010/main" val="3947313259"/>
      </p:ext>
    </p:extLst>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6">
                                            <p:txEl>
                                              <p:pRg st="0" end="0"/>
                                            </p:txEl>
                                          </p:spTgt>
                                        </p:tgtEl>
                                        <p:attrNameLst>
                                          <p:attrName>style.color</p:attrName>
                                        </p:attrNameLst>
                                      </p:cBhvr>
                                      <p:to>
                                        <a:srgbClr val="000000"/>
                                      </p:to>
                                    </p:animClr>
                                    <p:animClr clrSpc="rgb" dir="cw">
                                      <p:cBhvr>
                                        <p:cTn id="7" dur="500" fill="hold"/>
                                        <p:tgtEl>
                                          <p:spTgt spid="6">
                                            <p:txEl>
                                              <p:pRg st="0" end="0"/>
                                            </p:txEl>
                                          </p:spTgt>
                                        </p:tgtEl>
                                        <p:attrNameLst>
                                          <p:attrName>fillcolor</p:attrName>
                                        </p:attrNameLst>
                                      </p:cBhvr>
                                      <p:to>
                                        <a:srgbClr val="000000"/>
                                      </p:to>
                                    </p:animClr>
                                    <p:set>
                                      <p:cBhvr>
                                        <p:cTn id="8" dur="500" fill="hold"/>
                                        <p:tgtEl>
                                          <p:spTgt spid="6">
                                            <p:txEl>
                                              <p:pRg st="0" end="0"/>
                                            </p:txEl>
                                          </p:spTgt>
                                        </p:tgtEl>
                                        <p:attrNameLst>
                                          <p:attrName>fill.type</p:attrName>
                                        </p:attrNameLst>
                                      </p:cBhvr>
                                      <p:to>
                                        <p:strVal val="solid"/>
                                      </p:to>
                                    </p:set>
                                    <p:set>
                                      <p:cBhvr>
                                        <p:cTn id="9" dur="500" fill="hold"/>
                                        <p:tgtEl>
                                          <p:spTgt spid="6">
                                            <p:txEl>
                                              <p:pRg st="0" end="0"/>
                                            </p:txEl>
                                          </p:spTgt>
                                        </p:tgtEl>
                                        <p:attrNameLst>
                                          <p:attrName>fill.on</p:attrName>
                                        </p:attrNameLst>
                                      </p:cBhvr>
                                      <p:to>
                                        <p:strVal val="true"/>
                                      </p:to>
                                    </p:set>
                                  </p:childTnLst>
                                </p:cTn>
                              </p:par>
                            </p:childTnLst>
                          </p:cTn>
                        </p:par>
                      </p:childTnLst>
                    </p:cTn>
                  </p:par>
                  <p:par>
                    <p:cTn id="10" fill="hold">
                      <p:stCondLst>
                        <p:cond delay="indefinite"/>
                      </p:stCondLst>
                      <p:childTnLst>
                        <p:par>
                          <p:cTn id="11" fill="hold">
                            <p:stCondLst>
                              <p:cond delay="0"/>
                            </p:stCondLst>
                            <p:childTnLst>
                              <p:par>
                                <p:cTn id="12" presetID="19" presetClass="emph" presetSubtype="0" fill="hold" nodeType="clickEffect">
                                  <p:stCondLst>
                                    <p:cond delay="0"/>
                                  </p:stCondLst>
                                  <p:childTnLst>
                                    <p:animClr clrSpc="rgb" dir="cw">
                                      <p:cBhvr override="childStyle">
                                        <p:cTn id="13" dur="500" fill="hold"/>
                                        <p:tgtEl>
                                          <p:spTgt spid="6">
                                            <p:txEl>
                                              <p:pRg st="1" end="1"/>
                                            </p:txEl>
                                          </p:spTgt>
                                        </p:tgtEl>
                                        <p:attrNameLst>
                                          <p:attrName>style.color</p:attrName>
                                        </p:attrNameLst>
                                      </p:cBhvr>
                                      <p:to>
                                        <a:srgbClr val="000000"/>
                                      </p:to>
                                    </p:animClr>
                                    <p:animClr clrSpc="rgb" dir="cw">
                                      <p:cBhvr>
                                        <p:cTn id="14" dur="500" fill="hold"/>
                                        <p:tgtEl>
                                          <p:spTgt spid="6">
                                            <p:txEl>
                                              <p:pRg st="1" end="1"/>
                                            </p:txEl>
                                          </p:spTgt>
                                        </p:tgtEl>
                                        <p:attrNameLst>
                                          <p:attrName>fillcolor</p:attrName>
                                        </p:attrNameLst>
                                      </p:cBhvr>
                                      <p:to>
                                        <a:srgbClr val="000000"/>
                                      </p:to>
                                    </p:animClr>
                                    <p:set>
                                      <p:cBhvr>
                                        <p:cTn id="15" dur="500" fill="hold"/>
                                        <p:tgtEl>
                                          <p:spTgt spid="6">
                                            <p:txEl>
                                              <p:pRg st="1" end="1"/>
                                            </p:txEl>
                                          </p:spTgt>
                                        </p:tgtEl>
                                        <p:attrNameLst>
                                          <p:attrName>fill.type</p:attrName>
                                        </p:attrNameLst>
                                      </p:cBhvr>
                                      <p:to>
                                        <p:strVal val="solid"/>
                                      </p:to>
                                    </p:set>
                                    <p:set>
                                      <p:cBhvr>
                                        <p:cTn id="16" dur="500" fill="hold"/>
                                        <p:tgtEl>
                                          <p:spTgt spid="6">
                                            <p:txEl>
                                              <p:pRg st="1" end="1"/>
                                            </p:txEl>
                                          </p:spTgt>
                                        </p:tgtEl>
                                        <p:attrNameLst>
                                          <p:attrName>fill.on</p:attrName>
                                        </p:attrNameLst>
                                      </p:cBhvr>
                                      <p:to>
                                        <p:strVal val="true"/>
                                      </p:to>
                                    </p:set>
                                  </p:childTnLst>
                                </p:cTn>
                              </p:par>
                            </p:childTnLst>
                          </p:cTn>
                        </p:par>
                      </p:childTnLst>
                    </p:cTn>
                  </p:par>
                  <p:par>
                    <p:cTn id="17" fill="hold">
                      <p:stCondLst>
                        <p:cond delay="indefinite"/>
                      </p:stCondLst>
                      <p:childTnLst>
                        <p:par>
                          <p:cTn id="18" fill="hold">
                            <p:stCondLst>
                              <p:cond delay="0"/>
                            </p:stCondLst>
                            <p:childTnLst>
                              <p:par>
                                <p:cTn id="19" presetID="19" presetClass="emph" presetSubtype="0" fill="hold" nodeType="clickEffect">
                                  <p:stCondLst>
                                    <p:cond delay="0"/>
                                  </p:stCondLst>
                                  <p:childTnLst>
                                    <p:animClr clrSpc="rgb" dir="cw">
                                      <p:cBhvr override="childStyle">
                                        <p:cTn id="20" dur="500" fill="hold"/>
                                        <p:tgtEl>
                                          <p:spTgt spid="6">
                                            <p:txEl>
                                              <p:pRg st="2" end="2"/>
                                            </p:txEl>
                                          </p:spTgt>
                                        </p:tgtEl>
                                        <p:attrNameLst>
                                          <p:attrName>style.color</p:attrName>
                                        </p:attrNameLst>
                                      </p:cBhvr>
                                      <p:to>
                                        <a:srgbClr val="000000"/>
                                      </p:to>
                                    </p:animClr>
                                    <p:animClr clrSpc="rgb" dir="cw">
                                      <p:cBhvr>
                                        <p:cTn id="21" dur="500" fill="hold"/>
                                        <p:tgtEl>
                                          <p:spTgt spid="6">
                                            <p:txEl>
                                              <p:pRg st="2" end="2"/>
                                            </p:txEl>
                                          </p:spTgt>
                                        </p:tgtEl>
                                        <p:attrNameLst>
                                          <p:attrName>fillcolor</p:attrName>
                                        </p:attrNameLst>
                                      </p:cBhvr>
                                      <p:to>
                                        <a:srgbClr val="000000"/>
                                      </p:to>
                                    </p:animClr>
                                    <p:set>
                                      <p:cBhvr>
                                        <p:cTn id="22" dur="500" fill="hold"/>
                                        <p:tgtEl>
                                          <p:spTgt spid="6">
                                            <p:txEl>
                                              <p:pRg st="2" end="2"/>
                                            </p:txEl>
                                          </p:spTgt>
                                        </p:tgtEl>
                                        <p:attrNameLst>
                                          <p:attrName>fill.type</p:attrName>
                                        </p:attrNameLst>
                                      </p:cBhvr>
                                      <p:to>
                                        <p:strVal val="solid"/>
                                      </p:to>
                                    </p:set>
                                    <p:set>
                                      <p:cBhvr>
                                        <p:cTn id="23" dur="500" fill="hold"/>
                                        <p:tgtEl>
                                          <p:spTgt spid="6">
                                            <p:txEl>
                                              <p:pRg st="2" end="2"/>
                                            </p:txEl>
                                          </p:spTgt>
                                        </p:tgtEl>
                                        <p:attrNameLst>
                                          <p:attrName>fill.on</p:attrName>
                                        </p:attrNameLst>
                                      </p:cBhvr>
                                      <p:to>
                                        <p:strVal val="true"/>
                                      </p:to>
                                    </p:set>
                                  </p:childTnLst>
                                </p:cTn>
                              </p:par>
                            </p:childTnLst>
                          </p:cTn>
                        </p:par>
                      </p:childTnLst>
                    </p:cTn>
                  </p:par>
                  <p:par>
                    <p:cTn id="24" fill="hold">
                      <p:stCondLst>
                        <p:cond delay="indefinite"/>
                      </p:stCondLst>
                      <p:childTnLst>
                        <p:par>
                          <p:cTn id="25" fill="hold">
                            <p:stCondLst>
                              <p:cond delay="0"/>
                            </p:stCondLst>
                            <p:childTnLst>
                              <p:par>
                                <p:cTn id="26" presetID="19" presetClass="emph" presetSubtype="0" fill="hold" nodeType="clickEffect">
                                  <p:stCondLst>
                                    <p:cond delay="0"/>
                                  </p:stCondLst>
                                  <p:childTnLst>
                                    <p:animClr clrSpc="rgb" dir="cw">
                                      <p:cBhvr override="childStyle">
                                        <p:cTn id="27" dur="500" fill="hold"/>
                                        <p:tgtEl>
                                          <p:spTgt spid="6">
                                            <p:txEl>
                                              <p:pRg st="3" end="3"/>
                                            </p:txEl>
                                          </p:spTgt>
                                        </p:tgtEl>
                                        <p:attrNameLst>
                                          <p:attrName>style.color</p:attrName>
                                        </p:attrNameLst>
                                      </p:cBhvr>
                                      <p:to>
                                        <a:srgbClr val="000000"/>
                                      </p:to>
                                    </p:animClr>
                                    <p:animClr clrSpc="rgb" dir="cw">
                                      <p:cBhvr>
                                        <p:cTn id="28" dur="500" fill="hold"/>
                                        <p:tgtEl>
                                          <p:spTgt spid="6">
                                            <p:txEl>
                                              <p:pRg st="3" end="3"/>
                                            </p:txEl>
                                          </p:spTgt>
                                        </p:tgtEl>
                                        <p:attrNameLst>
                                          <p:attrName>fillcolor</p:attrName>
                                        </p:attrNameLst>
                                      </p:cBhvr>
                                      <p:to>
                                        <a:srgbClr val="000000"/>
                                      </p:to>
                                    </p:animClr>
                                    <p:set>
                                      <p:cBhvr>
                                        <p:cTn id="29" dur="500" fill="hold"/>
                                        <p:tgtEl>
                                          <p:spTgt spid="6">
                                            <p:txEl>
                                              <p:pRg st="3" end="3"/>
                                            </p:txEl>
                                          </p:spTgt>
                                        </p:tgtEl>
                                        <p:attrNameLst>
                                          <p:attrName>fill.type</p:attrName>
                                        </p:attrNameLst>
                                      </p:cBhvr>
                                      <p:to>
                                        <p:strVal val="solid"/>
                                      </p:to>
                                    </p:set>
                                    <p:set>
                                      <p:cBhvr>
                                        <p:cTn id="30" dur="500" fill="hold"/>
                                        <p:tgtEl>
                                          <p:spTgt spid="6">
                                            <p:txEl>
                                              <p:pRg st="3" end="3"/>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85801" y="735271"/>
            <a:ext cx="6517658" cy="584775"/>
          </a:xfrm>
          <a:prstGeom prst="rect">
            <a:avLst/>
          </a:prstGeom>
          <a:noFill/>
        </p:spPr>
        <p:txBody>
          <a:bodyPr wrap="square" rtlCol="0">
            <a:spAutoFit/>
          </a:bodyPr>
          <a:lstStyle/>
          <a:p>
            <a:r>
              <a:rPr lang="en-US" sz="3200" b="1" dirty="0">
                <a:solidFill>
                  <a:schemeClr val="tx2"/>
                </a:solidFill>
                <a:latin typeface="Candara" pitchFamily="34" charset="0"/>
                <a:cs typeface="Arial" pitchFamily="34" charset="0"/>
              </a:rPr>
              <a:t>Nature of the War of Independence</a:t>
            </a:r>
          </a:p>
        </p:txBody>
      </p:sp>
      <p:sp>
        <p:nvSpPr>
          <p:cNvPr id="6" name="TextBox 5"/>
          <p:cNvSpPr txBox="1"/>
          <p:nvPr/>
        </p:nvSpPr>
        <p:spPr>
          <a:xfrm>
            <a:off x="685801" y="1741321"/>
            <a:ext cx="8020022" cy="2308324"/>
          </a:xfrm>
          <a:prstGeom prst="rect">
            <a:avLst/>
          </a:prstGeom>
          <a:noFill/>
        </p:spPr>
        <p:txBody>
          <a:bodyPr wrap="square" rtlCol="0">
            <a:spAutoFit/>
          </a:bodyPr>
          <a:lstStyle/>
          <a:p>
            <a:pPr marL="457200" indent="-457200" algn="just">
              <a:lnSpc>
                <a:spcPct val="150000"/>
              </a:lnSpc>
              <a:buFont typeface="Wingdings" panose="05000000000000000000" pitchFamily="2" charset="2"/>
              <a:buChar char="q"/>
            </a:pPr>
            <a:r>
              <a:rPr lang="en-US" altLang="en-US" sz="2400" dirty="0">
                <a:latin typeface="Candara" pitchFamily="34" charset="0"/>
                <a:cs typeface="Arial" pitchFamily="34" charset="0"/>
              </a:rPr>
              <a:t>It was not religious.</a:t>
            </a:r>
          </a:p>
          <a:p>
            <a:pPr marL="457200" indent="-457200" algn="just">
              <a:lnSpc>
                <a:spcPct val="150000"/>
              </a:lnSpc>
              <a:buFont typeface="Wingdings" panose="05000000000000000000" pitchFamily="2" charset="2"/>
              <a:buChar char="q"/>
            </a:pPr>
            <a:r>
              <a:rPr lang="en-US" altLang="en-US" sz="2400" dirty="0">
                <a:latin typeface="Candara" pitchFamily="34" charset="0"/>
                <a:cs typeface="Arial" pitchFamily="34" charset="0"/>
              </a:rPr>
              <a:t>It was more economic and socio-cultural.</a:t>
            </a:r>
          </a:p>
          <a:p>
            <a:pPr marL="457200" indent="-457200" algn="just">
              <a:lnSpc>
                <a:spcPct val="150000"/>
              </a:lnSpc>
              <a:buFont typeface="Wingdings" panose="05000000000000000000" pitchFamily="2" charset="2"/>
              <a:buChar char="q"/>
            </a:pPr>
            <a:r>
              <a:rPr lang="en-US" altLang="en-US" sz="2400" dirty="0">
                <a:latin typeface="Candara" pitchFamily="34" charset="0"/>
                <a:cs typeface="Arial" pitchFamily="34" charset="0"/>
              </a:rPr>
              <a:t>It was blamed by Hindus to be the act of Muslims alone as religious conspiracy against the British.</a:t>
            </a:r>
            <a:endParaRPr lang="en-US" sz="2400" dirty="0">
              <a:latin typeface="Candara" pitchFamily="34" charset="0"/>
              <a:cs typeface="Arial" pitchFamily="34" charset="0"/>
            </a:endParaRPr>
          </a:p>
        </p:txBody>
      </p:sp>
      <p:sp>
        <p:nvSpPr>
          <p:cNvPr id="2" name="Slide Number Placeholder 1"/>
          <p:cNvSpPr>
            <a:spLocks noGrp="1"/>
          </p:cNvSpPr>
          <p:nvPr>
            <p:ph type="sldNum" sz="quarter" idx="12"/>
          </p:nvPr>
        </p:nvSpPr>
        <p:spPr/>
        <p:txBody>
          <a:bodyPr/>
          <a:lstStyle/>
          <a:p>
            <a:fld id="{08A8661F-1CDE-4F7E-AE93-7F9785FD6839}" type="slidenum">
              <a:rPr lang="en-US" smtClean="0"/>
              <a:pPr/>
              <a:t>13</a:t>
            </a:fld>
            <a:endParaRPr lang="en-US"/>
          </a:p>
        </p:txBody>
      </p:sp>
      <p:pic>
        <p:nvPicPr>
          <p:cNvPr id="39" name="Picture 38" descr="https://i.vimeocdn.com/portrait/10125853_300x300"/>
          <p:cNvPicPr>
            <a:picLocks noChangeAspect="1" noChangeArrowheads="1"/>
          </p:cNvPicPr>
          <p:nvPr/>
        </p:nvPicPr>
        <p:blipFill>
          <a:blip r:embed="rId3" cstate="print">
            <a:extLst>
              <a:ext uri="{BEBA8EAE-BF5A-486C-A8C5-ECC9F3942E4B}">
                <a14:imgProps xmlns="" xmlns:a14="http://schemas.microsoft.com/office/drawing/2010/main">
                  <a14:imgLayer r:embed="rId4">
                    <a14:imgEffect>
                      <a14:sharpenSoften amount="50000"/>
                    </a14:imgEffect>
                    <a14:imgEffect>
                      <a14:brightnessContrast contrast="-40000"/>
                    </a14:imgEffect>
                  </a14:imgLayer>
                </a14:imgProps>
              </a:ext>
              <a:ext uri="{28A0092B-C50C-407E-A947-70E740481C1C}">
                <a14:useLocalDpi xmlns="" xmlns:a14="http://schemas.microsoft.com/office/drawing/2010/main" val="0"/>
              </a:ext>
            </a:extLst>
          </a:blip>
          <a:srcRect/>
          <a:stretch>
            <a:fillRect/>
          </a:stretch>
        </p:blipFill>
        <p:spPr bwMode="auto">
          <a:xfrm>
            <a:off x="7602847" y="456159"/>
            <a:ext cx="1143000" cy="1143000"/>
          </a:xfrm>
          <a:prstGeom prst="rect">
            <a:avLst/>
          </a:prstGeom>
          <a:noFill/>
          <a:extLst>
            <a:ext uri="{909E8E84-426E-40DD-AFC4-6F175D3DCCD1}">
              <a14:hiddenFill xmlns="" xmlns:a14="http://schemas.microsoft.com/office/drawing/2010/main">
                <a:solidFill>
                  <a:srgbClr val="FFFFFF"/>
                </a:solidFill>
              </a14:hiddenFill>
            </a:ext>
          </a:extLst>
        </p:spPr>
      </p:pic>
      <p:grpSp>
        <p:nvGrpSpPr>
          <p:cNvPr id="40" name="Group 39"/>
          <p:cNvGrpSpPr/>
          <p:nvPr/>
        </p:nvGrpSpPr>
        <p:grpSpPr>
          <a:xfrm rot="10800000" flipV="1">
            <a:off x="857221" y="1405300"/>
            <a:ext cx="6037811" cy="45719"/>
            <a:chOff x="0" y="5791200"/>
            <a:chExt cx="8084345" cy="330200"/>
          </a:xfrm>
        </p:grpSpPr>
        <p:sp>
          <p:nvSpPr>
            <p:cNvPr id="41" name="Rectangle 40"/>
            <p:cNvSpPr/>
            <p:nvPr/>
          </p:nvSpPr>
          <p:spPr>
            <a:xfrm>
              <a:off x="0" y="5791200"/>
              <a:ext cx="1064261" cy="330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p:cNvSpPr/>
            <p:nvPr/>
          </p:nvSpPr>
          <p:spPr>
            <a:xfrm>
              <a:off x="1066800" y="5791200"/>
              <a:ext cx="997745" cy="3302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p:cNvSpPr/>
            <p:nvPr/>
          </p:nvSpPr>
          <p:spPr>
            <a:xfrm>
              <a:off x="2057400" y="5791200"/>
              <a:ext cx="997745" cy="3302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p:cNvSpPr/>
            <p:nvPr/>
          </p:nvSpPr>
          <p:spPr>
            <a:xfrm>
              <a:off x="3048000" y="5791200"/>
              <a:ext cx="997745" cy="3302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Rectangle 44"/>
            <p:cNvSpPr/>
            <p:nvPr/>
          </p:nvSpPr>
          <p:spPr>
            <a:xfrm>
              <a:off x="4038600" y="5791200"/>
              <a:ext cx="997745" cy="330200"/>
            </a:xfrm>
            <a:prstGeom prst="rect">
              <a:avLst/>
            </a:prstGeom>
            <a:solidFill>
              <a:srgbClr val="235F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p:cNvSpPr/>
            <p:nvPr/>
          </p:nvSpPr>
          <p:spPr>
            <a:xfrm>
              <a:off x="5029200" y="5791200"/>
              <a:ext cx="1122463" cy="33020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p:cNvSpPr/>
            <p:nvPr/>
          </p:nvSpPr>
          <p:spPr>
            <a:xfrm>
              <a:off x="6096000" y="5791200"/>
              <a:ext cx="997745" cy="3302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p:cNvSpPr/>
            <p:nvPr/>
          </p:nvSpPr>
          <p:spPr>
            <a:xfrm>
              <a:off x="7086600" y="5791200"/>
              <a:ext cx="997745" cy="330200"/>
            </a:xfrm>
            <a:prstGeom prst="rect">
              <a:avLst/>
            </a:prstGeom>
            <a:solidFill>
              <a:srgbClr val="5440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3" name="Rectangle 32"/>
          <p:cNvSpPr/>
          <p:nvPr/>
        </p:nvSpPr>
        <p:spPr>
          <a:xfrm>
            <a:off x="7373012" y="381000"/>
            <a:ext cx="1542388" cy="12633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2" descr="Image result for red tick mark png"/>
          <p:cNvPicPr>
            <a:picLocks noChangeAspect="1" noChangeArrowheads="1"/>
          </p:cNvPicPr>
          <p:nvPr/>
        </p:nvPicPr>
        <p:blipFill>
          <a:blip r:embed="rId5" cstate="print">
            <a:extLst>
              <a:ext uri="{28A0092B-C50C-407E-A947-70E740481C1C}">
                <a14:useLocalDpi xmlns="" xmlns:a14="http://schemas.microsoft.com/office/drawing/2010/main" val="0"/>
              </a:ext>
            </a:extLst>
          </a:blip>
          <a:srcRect/>
          <a:stretch>
            <a:fillRect/>
          </a:stretch>
        </p:blipFill>
        <p:spPr bwMode="auto">
          <a:xfrm>
            <a:off x="711281" y="1717118"/>
            <a:ext cx="507919" cy="492682"/>
          </a:xfrm>
          <a:prstGeom prst="rect">
            <a:avLst/>
          </a:prstGeom>
          <a:noFill/>
          <a:extLst>
            <a:ext uri="{909E8E84-426E-40DD-AFC4-6F175D3DCCD1}">
              <a14:hiddenFill xmlns="" xmlns:a14="http://schemas.microsoft.com/office/drawing/2010/main">
                <a:solidFill>
                  <a:srgbClr val="FFFFFF"/>
                </a:solidFill>
              </a14:hiddenFill>
            </a:ext>
          </a:extLst>
        </p:spPr>
      </p:pic>
      <p:pic>
        <p:nvPicPr>
          <p:cNvPr id="22" name="Picture 2" descr="Image result for red tick mark png"/>
          <p:cNvPicPr>
            <a:picLocks noChangeAspect="1" noChangeArrowheads="1"/>
          </p:cNvPicPr>
          <p:nvPr/>
        </p:nvPicPr>
        <p:blipFill>
          <a:blip r:embed="rId5" cstate="print">
            <a:extLst>
              <a:ext uri="{28A0092B-C50C-407E-A947-70E740481C1C}">
                <a14:useLocalDpi xmlns="" xmlns:a14="http://schemas.microsoft.com/office/drawing/2010/main" val="0"/>
              </a:ext>
            </a:extLst>
          </a:blip>
          <a:srcRect/>
          <a:stretch>
            <a:fillRect/>
          </a:stretch>
        </p:blipFill>
        <p:spPr bwMode="auto">
          <a:xfrm>
            <a:off x="711281" y="2250518"/>
            <a:ext cx="507919" cy="492682"/>
          </a:xfrm>
          <a:prstGeom prst="rect">
            <a:avLst/>
          </a:prstGeom>
          <a:noFill/>
          <a:extLst>
            <a:ext uri="{909E8E84-426E-40DD-AFC4-6F175D3DCCD1}">
              <a14:hiddenFill xmlns="" xmlns:a14="http://schemas.microsoft.com/office/drawing/2010/main">
                <a:solidFill>
                  <a:srgbClr val="FFFFFF"/>
                </a:solidFill>
              </a14:hiddenFill>
            </a:ext>
          </a:extLst>
        </p:spPr>
      </p:pic>
      <p:pic>
        <p:nvPicPr>
          <p:cNvPr id="23" name="Picture 2" descr="Image result for red tick mark png"/>
          <p:cNvPicPr>
            <a:picLocks noChangeAspect="1" noChangeArrowheads="1"/>
          </p:cNvPicPr>
          <p:nvPr/>
        </p:nvPicPr>
        <p:blipFill>
          <a:blip r:embed="rId5" cstate="print">
            <a:extLst>
              <a:ext uri="{28A0092B-C50C-407E-A947-70E740481C1C}">
                <a14:useLocalDpi xmlns="" xmlns:a14="http://schemas.microsoft.com/office/drawing/2010/main" val="0"/>
              </a:ext>
            </a:extLst>
          </a:blip>
          <a:srcRect/>
          <a:stretch>
            <a:fillRect/>
          </a:stretch>
        </p:blipFill>
        <p:spPr bwMode="auto">
          <a:xfrm>
            <a:off x="711281" y="2783918"/>
            <a:ext cx="507919" cy="492682"/>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2391893184"/>
      </p:ext>
    </p:extLst>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6">
                                            <p:txEl>
                                              <p:pRg st="0" end="0"/>
                                            </p:txEl>
                                          </p:spTgt>
                                        </p:tgtEl>
                                        <p:attrNameLst>
                                          <p:attrName>style.color</p:attrName>
                                        </p:attrNameLst>
                                      </p:cBhvr>
                                      <p:to>
                                        <a:srgbClr val="000000"/>
                                      </p:to>
                                    </p:animClr>
                                    <p:animClr clrSpc="rgb" dir="cw">
                                      <p:cBhvr>
                                        <p:cTn id="7" dur="500" fill="hold"/>
                                        <p:tgtEl>
                                          <p:spTgt spid="6">
                                            <p:txEl>
                                              <p:pRg st="0" end="0"/>
                                            </p:txEl>
                                          </p:spTgt>
                                        </p:tgtEl>
                                        <p:attrNameLst>
                                          <p:attrName>fillcolor</p:attrName>
                                        </p:attrNameLst>
                                      </p:cBhvr>
                                      <p:to>
                                        <a:srgbClr val="000000"/>
                                      </p:to>
                                    </p:animClr>
                                    <p:set>
                                      <p:cBhvr>
                                        <p:cTn id="8" dur="500" fill="hold"/>
                                        <p:tgtEl>
                                          <p:spTgt spid="6">
                                            <p:txEl>
                                              <p:pRg st="0" end="0"/>
                                            </p:txEl>
                                          </p:spTgt>
                                        </p:tgtEl>
                                        <p:attrNameLst>
                                          <p:attrName>fill.type</p:attrName>
                                        </p:attrNameLst>
                                      </p:cBhvr>
                                      <p:to>
                                        <p:strVal val="solid"/>
                                      </p:to>
                                    </p:set>
                                    <p:set>
                                      <p:cBhvr>
                                        <p:cTn id="9" dur="500" fill="hold"/>
                                        <p:tgtEl>
                                          <p:spTgt spid="6">
                                            <p:txEl>
                                              <p:pRg st="0" end="0"/>
                                            </p:txEl>
                                          </p:spTgt>
                                        </p:tgtEl>
                                        <p:attrNameLst>
                                          <p:attrName>fill.on</p:attrName>
                                        </p:attrNameLst>
                                      </p:cBhvr>
                                      <p:to>
                                        <p:strVal val="true"/>
                                      </p:to>
                                    </p:set>
                                  </p:childTnLst>
                                </p:cTn>
                              </p:par>
                              <p:par>
                                <p:cTn id="10" presetID="10" presetClass="entr" presetSubtype="0" fill="hold" nodeType="with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19" presetClass="emph" presetSubtype="0" fill="hold" nodeType="clickEffect">
                                  <p:stCondLst>
                                    <p:cond delay="0"/>
                                  </p:stCondLst>
                                  <p:childTnLst>
                                    <p:animClr clrSpc="rgb" dir="cw">
                                      <p:cBhvr override="childStyle">
                                        <p:cTn id="16" dur="500" fill="hold"/>
                                        <p:tgtEl>
                                          <p:spTgt spid="6">
                                            <p:txEl>
                                              <p:pRg st="1" end="1"/>
                                            </p:txEl>
                                          </p:spTgt>
                                        </p:tgtEl>
                                        <p:attrNameLst>
                                          <p:attrName>style.color</p:attrName>
                                        </p:attrNameLst>
                                      </p:cBhvr>
                                      <p:to>
                                        <a:srgbClr val="000000"/>
                                      </p:to>
                                    </p:animClr>
                                    <p:animClr clrSpc="rgb" dir="cw">
                                      <p:cBhvr>
                                        <p:cTn id="17" dur="500" fill="hold"/>
                                        <p:tgtEl>
                                          <p:spTgt spid="6">
                                            <p:txEl>
                                              <p:pRg st="1" end="1"/>
                                            </p:txEl>
                                          </p:spTgt>
                                        </p:tgtEl>
                                        <p:attrNameLst>
                                          <p:attrName>fillcolor</p:attrName>
                                        </p:attrNameLst>
                                      </p:cBhvr>
                                      <p:to>
                                        <a:srgbClr val="000000"/>
                                      </p:to>
                                    </p:animClr>
                                    <p:set>
                                      <p:cBhvr>
                                        <p:cTn id="18" dur="500" fill="hold"/>
                                        <p:tgtEl>
                                          <p:spTgt spid="6">
                                            <p:txEl>
                                              <p:pRg st="1" end="1"/>
                                            </p:txEl>
                                          </p:spTgt>
                                        </p:tgtEl>
                                        <p:attrNameLst>
                                          <p:attrName>fill.type</p:attrName>
                                        </p:attrNameLst>
                                      </p:cBhvr>
                                      <p:to>
                                        <p:strVal val="solid"/>
                                      </p:to>
                                    </p:set>
                                    <p:set>
                                      <p:cBhvr>
                                        <p:cTn id="19" dur="500" fill="hold"/>
                                        <p:tgtEl>
                                          <p:spTgt spid="6">
                                            <p:txEl>
                                              <p:pRg st="1" end="1"/>
                                            </p:txEl>
                                          </p:spTgt>
                                        </p:tgtEl>
                                        <p:attrNameLst>
                                          <p:attrName>fill.on</p:attrName>
                                        </p:attrNameLst>
                                      </p:cBhvr>
                                      <p:to>
                                        <p:strVal val="true"/>
                                      </p:to>
                                    </p:set>
                                  </p:childTnLst>
                                </p:cTn>
                              </p:par>
                              <p:par>
                                <p:cTn id="20" presetID="10" presetClass="entr" presetSubtype="0" fill="hold" nodeType="with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fade">
                                      <p:cBhvr>
                                        <p:cTn id="22" dur="500"/>
                                        <p:tgtEl>
                                          <p:spTgt spid="22"/>
                                        </p:tgtEl>
                                      </p:cBhvr>
                                    </p:animEffect>
                                  </p:childTnLst>
                                </p:cTn>
                              </p:par>
                            </p:childTnLst>
                          </p:cTn>
                        </p:par>
                      </p:childTnLst>
                    </p:cTn>
                  </p:par>
                  <p:par>
                    <p:cTn id="23" fill="hold">
                      <p:stCondLst>
                        <p:cond delay="indefinite"/>
                      </p:stCondLst>
                      <p:childTnLst>
                        <p:par>
                          <p:cTn id="24" fill="hold">
                            <p:stCondLst>
                              <p:cond delay="0"/>
                            </p:stCondLst>
                            <p:childTnLst>
                              <p:par>
                                <p:cTn id="25" presetID="19" presetClass="emph" presetSubtype="0" fill="hold" nodeType="clickEffect">
                                  <p:stCondLst>
                                    <p:cond delay="0"/>
                                  </p:stCondLst>
                                  <p:childTnLst>
                                    <p:animClr clrSpc="rgb" dir="cw">
                                      <p:cBhvr override="childStyle">
                                        <p:cTn id="26" dur="500" fill="hold"/>
                                        <p:tgtEl>
                                          <p:spTgt spid="6">
                                            <p:txEl>
                                              <p:pRg st="2" end="2"/>
                                            </p:txEl>
                                          </p:spTgt>
                                        </p:tgtEl>
                                        <p:attrNameLst>
                                          <p:attrName>style.color</p:attrName>
                                        </p:attrNameLst>
                                      </p:cBhvr>
                                      <p:to>
                                        <a:srgbClr val="000000"/>
                                      </p:to>
                                    </p:animClr>
                                    <p:animClr clrSpc="rgb" dir="cw">
                                      <p:cBhvr>
                                        <p:cTn id="27" dur="500" fill="hold"/>
                                        <p:tgtEl>
                                          <p:spTgt spid="6">
                                            <p:txEl>
                                              <p:pRg st="2" end="2"/>
                                            </p:txEl>
                                          </p:spTgt>
                                        </p:tgtEl>
                                        <p:attrNameLst>
                                          <p:attrName>fillcolor</p:attrName>
                                        </p:attrNameLst>
                                      </p:cBhvr>
                                      <p:to>
                                        <a:srgbClr val="000000"/>
                                      </p:to>
                                    </p:animClr>
                                    <p:set>
                                      <p:cBhvr>
                                        <p:cTn id="28" dur="500" fill="hold"/>
                                        <p:tgtEl>
                                          <p:spTgt spid="6">
                                            <p:txEl>
                                              <p:pRg st="2" end="2"/>
                                            </p:txEl>
                                          </p:spTgt>
                                        </p:tgtEl>
                                        <p:attrNameLst>
                                          <p:attrName>fill.type</p:attrName>
                                        </p:attrNameLst>
                                      </p:cBhvr>
                                      <p:to>
                                        <p:strVal val="solid"/>
                                      </p:to>
                                    </p:set>
                                    <p:set>
                                      <p:cBhvr>
                                        <p:cTn id="29" dur="500" fill="hold"/>
                                        <p:tgtEl>
                                          <p:spTgt spid="6">
                                            <p:txEl>
                                              <p:pRg st="2" end="2"/>
                                            </p:txEl>
                                          </p:spTgt>
                                        </p:tgtEl>
                                        <p:attrNameLst>
                                          <p:attrName>fill.on</p:attrName>
                                        </p:attrNameLst>
                                      </p:cBhvr>
                                      <p:to>
                                        <p:strVal val="true"/>
                                      </p:to>
                                    </p:set>
                                  </p:childTnLst>
                                </p:cTn>
                              </p:par>
                              <p:par>
                                <p:cTn id="30" presetID="10" presetClass="entr" presetSubtype="0" fill="hold" nodeType="with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fade">
                                      <p:cBhvr>
                                        <p:cTn id="32"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85801" y="735271"/>
            <a:ext cx="6517658" cy="584775"/>
          </a:xfrm>
          <a:prstGeom prst="rect">
            <a:avLst/>
          </a:prstGeom>
          <a:noFill/>
        </p:spPr>
        <p:txBody>
          <a:bodyPr wrap="square" rtlCol="0">
            <a:spAutoFit/>
          </a:bodyPr>
          <a:lstStyle/>
          <a:p>
            <a:r>
              <a:rPr lang="en-US" sz="3200" b="1" dirty="0">
                <a:solidFill>
                  <a:schemeClr val="tx2"/>
                </a:solidFill>
                <a:latin typeface="Candara" pitchFamily="34" charset="0"/>
                <a:cs typeface="Arial" pitchFamily="34" charset="0"/>
              </a:rPr>
              <a:t>Urdu-Hindi Controversy [1/10]</a:t>
            </a:r>
          </a:p>
        </p:txBody>
      </p:sp>
      <p:sp>
        <p:nvSpPr>
          <p:cNvPr id="6" name="TextBox 5"/>
          <p:cNvSpPr txBox="1"/>
          <p:nvPr/>
        </p:nvSpPr>
        <p:spPr>
          <a:xfrm>
            <a:off x="685801" y="1741321"/>
            <a:ext cx="8020022" cy="1569660"/>
          </a:xfrm>
          <a:prstGeom prst="rect">
            <a:avLst/>
          </a:prstGeom>
          <a:noFill/>
        </p:spPr>
        <p:txBody>
          <a:bodyPr wrap="square" rtlCol="0">
            <a:spAutoFit/>
          </a:bodyPr>
          <a:lstStyle/>
          <a:p>
            <a:pPr marL="457200" indent="-457200" algn="just">
              <a:lnSpc>
                <a:spcPct val="150000"/>
              </a:lnSpc>
              <a:buFont typeface="Wingdings" panose="05000000000000000000" pitchFamily="2" charset="2"/>
              <a:buChar char="q"/>
            </a:pPr>
            <a:r>
              <a:rPr lang="en-US" altLang="en-US" sz="2400" b="1" i="1" dirty="0">
                <a:latin typeface="Candara" pitchFamily="34" charset="0"/>
                <a:cs typeface="Arial" pitchFamily="34" charset="0"/>
              </a:rPr>
              <a:t>Advent of Sir Syed Ahmed Khan</a:t>
            </a:r>
            <a:endParaRPr lang="en-US" altLang="en-US" sz="2800" b="1" i="1" dirty="0">
              <a:latin typeface="Candara" pitchFamily="34" charset="0"/>
              <a:cs typeface="Arial" pitchFamily="34" charset="0"/>
            </a:endParaRPr>
          </a:p>
          <a:p>
            <a:pPr marL="800100" lvl="1" indent="-342900" algn="just">
              <a:lnSpc>
                <a:spcPct val="150000"/>
              </a:lnSpc>
              <a:buFont typeface="Arial" panose="020B0604020202020204" pitchFamily="34" charset="0"/>
              <a:buChar char="•"/>
            </a:pPr>
            <a:r>
              <a:rPr lang="en-US" altLang="en-US" sz="2000" dirty="0">
                <a:latin typeface="Candara" pitchFamily="34" charset="0"/>
                <a:cs typeface="Arial" pitchFamily="34" charset="0"/>
              </a:rPr>
              <a:t>Language is a fundamental means of social-cultural interaction.</a:t>
            </a:r>
          </a:p>
          <a:p>
            <a:pPr marL="800100" lvl="1" indent="-342900" algn="just">
              <a:lnSpc>
                <a:spcPct val="150000"/>
              </a:lnSpc>
              <a:buFont typeface="Arial" panose="020B0604020202020204" pitchFamily="34" charset="0"/>
              <a:buChar char="•"/>
            </a:pPr>
            <a:r>
              <a:rPr lang="en-US" altLang="en-US" sz="2000" dirty="0">
                <a:latin typeface="Candara" pitchFamily="34" charset="0"/>
                <a:cs typeface="Arial" pitchFamily="34" charset="0"/>
              </a:rPr>
              <a:t> It may lead to disintegration in societies with cultural diversities.</a:t>
            </a:r>
            <a:endParaRPr lang="en-US" sz="2400" dirty="0">
              <a:latin typeface="Candara" pitchFamily="34" charset="0"/>
              <a:cs typeface="Arial" pitchFamily="34" charset="0"/>
            </a:endParaRPr>
          </a:p>
        </p:txBody>
      </p:sp>
      <p:sp>
        <p:nvSpPr>
          <p:cNvPr id="2" name="Slide Number Placeholder 1"/>
          <p:cNvSpPr>
            <a:spLocks noGrp="1"/>
          </p:cNvSpPr>
          <p:nvPr>
            <p:ph type="sldNum" sz="quarter" idx="12"/>
          </p:nvPr>
        </p:nvSpPr>
        <p:spPr/>
        <p:txBody>
          <a:bodyPr/>
          <a:lstStyle/>
          <a:p>
            <a:fld id="{08A8661F-1CDE-4F7E-AE93-7F9785FD6839}" type="slidenum">
              <a:rPr lang="en-US" smtClean="0"/>
              <a:pPr/>
              <a:t>14</a:t>
            </a:fld>
            <a:endParaRPr lang="en-US"/>
          </a:p>
        </p:txBody>
      </p:sp>
      <p:pic>
        <p:nvPicPr>
          <p:cNvPr id="39" name="Picture 38" descr="https://i.vimeocdn.com/portrait/10125853_300x300"/>
          <p:cNvPicPr>
            <a:picLocks noChangeAspect="1" noChangeArrowheads="1"/>
          </p:cNvPicPr>
          <p:nvPr/>
        </p:nvPicPr>
        <p:blipFill>
          <a:blip r:embed="rId3" cstate="print">
            <a:extLst>
              <a:ext uri="{BEBA8EAE-BF5A-486C-A8C5-ECC9F3942E4B}">
                <a14:imgProps xmlns="" xmlns:a14="http://schemas.microsoft.com/office/drawing/2010/main">
                  <a14:imgLayer r:embed="rId4">
                    <a14:imgEffect>
                      <a14:sharpenSoften amount="50000"/>
                    </a14:imgEffect>
                    <a14:imgEffect>
                      <a14:brightnessContrast contrast="-40000"/>
                    </a14:imgEffect>
                  </a14:imgLayer>
                </a14:imgProps>
              </a:ext>
              <a:ext uri="{28A0092B-C50C-407E-A947-70E740481C1C}">
                <a14:useLocalDpi xmlns="" xmlns:a14="http://schemas.microsoft.com/office/drawing/2010/main" val="0"/>
              </a:ext>
            </a:extLst>
          </a:blip>
          <a:srcRect/>
          <a:stretch>
            <a:fillRect/>
          </a:stretch>
        </p:blipFill>
        <p:spPr bwMode="auto">
          <a:xfrm>
            <a:off x="7602847" y="456159"/>
            <a:ext cx="1143000" cy="1143000"/>
          </a:xfrm>
          <a:prstGeom prst="rect">
            <a:avLst/>
          </a:prstGeom>
          <a:noFill/>
          <a:extLst>
            <a:ext uri="{909E8E84-426E-40DD-AFC4-6F175D3DCCD1}">
              <a14:hiddenFill xmlns="" xmlns:a14="http://schemas.microsoft.com/office/drawing/2010/main">
                <a:solidFill>
                  <a:srgbClr val="FFFFFF"/>
                </a:solidFill>
              </a14:hiddenFill>
            </a:ext>
          </a:extLst>
        </p:spPr>
      </p:pic>
      <p:grpSp>
        <p:nvGrpSpPr>
          <p:cNvPr id="40" name="Group 39"/>
          <p:cNvGrpSpPr/>
          <p:nvPr/>
        </p:nvGrpSpPr>
        <p:grpSpPr>
          <a:xfrm rot="10800000" flipV="1">
            <a:off x="857221" y="1405300"/>
            <a:ext cx="6037811" cy="45719"/>
            <a:chOff x="0" y="5791200"/>
            <a:chExt cx="8084345" cy="330200"/>
          </a:xfrm>
        </p:grpSpPr>
        <p:sp>
          <p:nvSpPr>
            <p:cNvPr id="41" name="Rectangle 40"/>
            <p:cNvSpPr/>
            <p:nvPr/>
          </p:nvSpPr>
          <p:spPr>
            <a:xfrm>
              <a:off x="0" y="5791200"/>
              <a:ext cx="1064261" cy="330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p:cNvSpPr/>
            <p:nvPr/>
          </p:nvSpPr>
          <p:spPr>
            <a:xfrm>
              <a:off x="1066800" y="5791200"/>
              <a:ext cx="997745" cy="3302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p:cNvSpPr/>
            <p:nvPr/>
          </p:nvSpPr>
          <p:spPr>
            <a:xfrm>
              <a:off x="2057400" y="5791200"/>
              <a:ext cx="997745" cy="3302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p:cNvSpPr/>
            <p:nvPr/>
          </p:nvSpPr>
          <p:spPr>
            <a:xfrm>
              <a:off x="3048000" y="5791200"/>
              <a:ext cx="997745" cy="3302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Rectangle 44"/>
            <p:cNvSpPr/>
            <p:nvPr/>
          </p:nvSpPr>
          <p:spPr>
            <a:xfrm>
              <a:off x="4038600" y="5791200"/>
              <a:ext cx="997745" cy="330200"/>
            </a:xfrm>
            <a:prstGeom prst="rect">
              <a:avLst/>
            </a:prstGeom>
            <a:solidFill>
              <a:srgbClr val="235F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p:cNvSpPr/>
            <p:nvPr/>
          </p:nvSpPr>
          <p:spPr>
            <a:xfrm>
              <a:off x="5029200" y="5791200"/>
              <a:ext cx="1122463" cy="33020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p:cNvSpPr/>
            <p:nvPr/>
          </p:nvSpPr>
          <p:spPr>
            <a:xfrm>
              <a:off x="6096000" y="5791200"/>
              <a:ext cx="997745" cy="3302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p:cNvSpPr/>
            <p:nvPr/>
          </p:nvSpPr>
          <p:spPr>
            <a:xfrm>
              <a:off x="7086600" y="5791200"/>
              <a:ext cx="997745" cy="330200"/>
            </a:xfrm>
            <a:prstGeom prst="rect">
              <a:avLst/>
            </a:prstGeom>
            <a:solidFill>
              <a:srgbClr val="5440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3" name="Rectangle 32"/>
          <p:cNvSpPr/>
          <p:nvPr/>
        </p:nvSpPr>
        <p:spPr>
          <a:xfrm>
            <a:off x="7373012" y="381000"/>
            <a:ext cx="1542388" cy="12633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2" descr="Image result for red tick mark png"/>
          <p:cNvPicPr>
            <a:picLocks noChangeAspect="1" noChangeArrowheads="1"/>
          </p:cNvPicPr>
          <p:nvPr/>
        </p:nvPicPr>
        <p:blipFill>
          <a:blip r:embed="rId5" cstate="print">
            <a:extLst>
              <a:ext uri="{28A0092B-C50C-407E-A947-70E740481C1C}">
                <a14:useLocalDpi xmlns="" xmlns:a14="http://schemas.microsoft.com/office/drawing/2010/main" val="0"/>
              </a:ext>
            </a:extLst>
          </a:blip>
          <a:srcRect/>
          <a:stretch>
            <a:fillRect/>
          </a:stretch>
        </p:blipFill>
        <p:spPr bwMode="auto">
          <a:xfrm>
            <a:off x="711281" y="1717118"/>
            <a:ext cx="507919" cy="492682"/>
          </a:xfrm>
          <a:prstGeom prst="rect">
            <a:avLst/>
          </a:prstGeom>
          <a:noFill/>
          <a:extLst>
            <a:ext uri="{909E8E84-426E-40DD-AFC4-6F175D3DCCD1}">
              <a14:hiddenFill xmlns="" xmlns:a14="http://schemas.microsoft.com/office/drawing/2010/main">
                <a:solidFill>
                  <a:srgbClr val="FFFFFF"/>
                </a:solidFill>
              </a14:hiddenFill>
            </a:ext>
          </a:extLst>
        </p:spPr>
      </p:pic>
      <p:pic>
        <p:nvPicPr>
          <p:cNvPr id="17" name="Picture 2" descr="Image result for sir syed ahmed khan"/>
          <p:cNvPicPr>
            <a:picLocks noChangeAspect="1" noChangeArrowheads="1"/>
          </p:cNvPicPr>
          <p:nvPr/>
        </p:nvPicPr>
        <p:blipFill>
          <a:blip r:embed="rId6">
            <a:extLst>
              <a:ext uri="{28A0092B-C50C-407E-A947-70E740481C1C}">
                <a14:useLocalDpi xmlns="" xmlns:a14="http://schemas.microsoft.com/office/drawing/2010/main" val="0"/>
              </a:ext>
            </a:extLst>
          </a:blip>
          <a:srcRect/>
          <a:stretch>
            <a:fillRect/>
          </a:stretch>
        </p:blipFill>
        <p:spPr bwMode="auto">
          <a:xfrm>
            <a:off x="1069434" y="3579384"/>
            <a:ext cx="2606600" cy="3120680"/>
          </a:xfrm>
          <a:prstGeom prst="rect">
            <a:avLst/>
          </a:prstGeom>
          <a:ln>
            <a:noFill/>
          </a:ln>
          <a:effectLst>
            <a:outerShdw blurRad="190500" algn="tl" rotWithShape="0">
              <a:srgbClr val="000000">
                <a:alpha val="70000"/>
              </a:srgbClr>
            </a:outerShdw>
          </a:effectLst>
          <a:extLst>
            <a:ext uri="{909E8E84-426E-40DD-AFC4-6F175D3DCCD1}">
              <a14:hiddenFill xmlns="" xmlns:a14="http://schemas.microsoft.com/office/drawing/2010/main">
                <a:solidFill>
                  <a:srgbClr val="FFFFFF"/>
                </a:solidFill>
              </a14:hiddenFill>
            </a:ext>
          </a:extLst>
        </p:spPr>
      </p:pic>
      <p:pic>
        <p:nvPicPr>
          <p:cNvPr id="2050" name="Picture 2" descr="Related image"/>
          <p:cNvPicPr>
            <a:picLocks noChangeAspect="1" noChangeArrowheads="1"/>
          </p:cNvPicPr>
          <p:nvPr/>
        </p:nvPicPr>
        <p:blipFill>
          <a:blip r:embed="rId7">
            <a:extLst>
              <a:ext uri="{28A0092B-C50C-407E-A947-70E740481C1C}">
                <a14:useLocalDpi xmlns="" xmlns:a14="http://schemas.microsoft.com/office/drawing/2010/main" val="0"/>
              </a:ext>
            </a:extLst>
          </a:blip>
          <a:srcRect/>
          <a:stretch>
            <a:fillRect/>
          </a:stretch>
        </p:blipFill>
        <p:spPr bwMode="auto">
          <a:xfrm>
            <a:off x="3993278" y="3581631"/>
            <a:ext cx="4210023" cy="3120679"/>
          </a:xfrm>
          <a:prstGeom prst="rect">
            <a:avLst/>
          </a:prstGeom>
          <a:ln>
            <a:noFill/>
          </a:ln>
          <a:effectLst>
            <a:outerShdw blurRad="190500" algn="tl" rotWithShape="0">
              <a:srgbClr val="000000">
                <a:alpha val="70000"/>
              </a:srgbClr>
            </a:outerShdw>
          </a:effectLst>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2859599836"/>
      </p:ext>
    </p:extLst>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mph" presetSubtype="0" fill="hold" nodeType="withEffect">
                                  <p:stCondLst>
                                    <p:cond delay="0"/>
                                  </p:stCondLst>
                                  <p:childTnLst>
                                    <p:animClr clrSpc="rgb" dir="cw">
                                      <p:cBhvr override="childStyle">
                                        <p:cTn id="6" dur="500" fill="hold"/>
                                        <p:tgtEl>
                                          <p:spTgt spid="6">
                                            <p:txEl>
                                              <p:pRg st="0" end="0"/>
                                            </p:txEl>
                                          </p:spTgt>
                                        </p:tgtEl>
                                        <p:attrNameLst>
                                          <p:attrName>style.color</p:attrName>
                                        </p:attrNameLst>
                                      </p:cBhvr>
                                      <p:to>
                                        <a:srgbClr val="000000"/>
                                      </p:to>
                                    </p:animClr>
                                    <p:animClr clrSpc="rgb" dir="cw">
                                      <p:cBhvr>
                                        <p:cTn id="7" dur="500" fill="hold"/>
                                        <p:tgtEl>
                                          <p:spTgt spid="6">
                                            <p:txEl>
                                              <p:pRg st="0" end="0"/>
                                            </p:txEl>
                                          </p:spTgt>
                                        </p:tgtEl>
                                        <p:attrNameLst>
                                          <p:attrName>fillcolor</p:attrName>
                                        </p:attrNameLst>
                                      </p:cBhvr>
                                      <p:to>
                                        <a:srgbClr val="000000"/>
                                      </p:to>
                                    </p:animClr>
                                    <p:set>
                                      <p:cBhvr>
                                        <p:cTn id="8" dur="500" fill="hold"/>
                                        <p:tgtEl>
                                          <p:spTgt spid="6">
                                            <p:txEl>
                                              <p:pRg st="0" end="0"/>
                                            </p:txEl>
                                          </p:spTgt>
                                        </p:tgtEl>
                                        <p:attrNameLst>
                                          <p:attrName>fill.type</p:attrName>
                                        </p:attrNameLst>
                                      </p:cBhvr>
                                      <p:to>
                                        <p:strVal val="solid"/>
                                      </p:to>
                                    </p:set>
                                    <p:set>
                                      <p:cBhvr>
                                        <p:cTn id="9" dur="500" fill="hold"/>
                                        <p:tgtEl>
                                          <p:spTgt spid="6">
                                            <p:txEl>
                                              <p:pRg st="0" end="0"/>
                                            </p:txEl>
                                          </p:spTgt>
                                        </p:tgtEl>
                                        <p:attrNameLst>
                                          <p:attrName>fill.on</p:attrName>
                                        </p:attrNameLst>
                                      </p:cBhvr>
                                      <p:to>
                                        <p:strVal val="true"/>
                                      </p:to>
                                    </p:set>
                                  </p:childTnLst>
                                </p:cTn>
                              </p:par>
                              <p:par>
                                <p:cTn id="10" presetID="10" presetClass="entr" presetSubtype="0" fill="hold" nodeType="with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19" presetClass="emph" presetSubtype="0" fill="hold" nodeType="clickEffect">
                                  <p:stCondLst>
                                    <p:cond delay="0"/>
                                  </p:stCondLst>
                                  <p:childTnLst>
                                    <p:animClr clrSpc="rgb" dir="cw">
                                      <p:cBhvr override="childStyle">
                                        <p:cTn id="16" dur="500" fill="hold"/>
                                        <p:tgtEl>
                                          <p:spTgt spid="6">
                                            <p:txEl>
                                              <p:pRg st="1" end="1"/>
                                            </p:txEl>
                                          </p:spTgt>
                                        </p:tgtEl>
                                        <p:attrNameLst>
                                          <p:attrName>style.color</p:attrName>
                                        </p:attrNameLst>
                                      </p:cBhvr>
                                      <p:to>
                                        <a:srgbClr val="000000"/>
                                      </p:to>
                                    </p:animClr>
                                    <p:animClr clrSpc="rgb" dir="cw">
                                      <p:cBhvr>
                                        <p:cTn id="17" dur="500" fill="hold"/>
                                        <p:tgtEl>
                                          <p:spTgt spid="6">
                                            <p:txEl>
                                              <p:pRg st="1" end="1"/>
                                            </p:txEl>
                                          </p:spTgt>
                                        </p:tgtEl>
                                        <p:attrNameLst>
                                          <p:attrName>fillcolor</p:attrName>
                                        </p:attrNameLst>
                                      </p:cBhvr>
                                      <p:to>
                                        <a:srgbClr val="000000"/>
                                      </p:to>
                                    </p:animClr>
                                    <p:set>
                                      <p:cBhvr>
                                        <p:cTn id="18" dur="500" fill="hold"/>
                                        <p:tgtEl>
                                          <p:spTgt spid="6">
                                            <p:txEl>
                                              <p:pRg st="1" end="1"/>
                                            </p:txEl>
                                          </p:spTgt>
                                        </p:tgtEl>
                                        <p:attrNameLst>
                                          <p:attrName>fill.type</p:attrName>
                                        </p:attrNameLst>
                                      </p:cBhvr>
                                      <p:to>
                                        <p:strVal val="solid"/>
                                      </p:to>
                                    </p:set>
                                    <p:set>
                                      <p:cBhvr>
                                        <p:cTn id="19" dur="500" fill="hold"/>
                                        <p:tgtEl>
                                          <p:spTgt spid="6">
                                            <p:txEl>
                                              <p:pRg st="1" end="1"/>
                                            </p:txEl>
                                          </p:spTgt>
                                        </p:tgtEl>
                                        <p:attrNameLst>
                                          <p:attrName>fill.on</p:attrName>
                                        </p:attrNameLst>
                                      </p:cBhvr>
                                      <p:to>
                                        <p:strVal val="true"/>
                                      </p:to>
                                    </p:set>
                                  </p:childTnLst>
                                </p:cTn>
                              </p:par>
                            </p:childTnLst>
                          </p:cTn>
                        </p:par>
                      </p:childTnLst>
                    </p:cTn>
                  </p:par>
                  <p:par>
                    <p:cTn id="20" fill="hold">
                      <p:stCondLst>
                        <p:cond delay="indefinite"/>
                      </p:stCondLst>
                      <p:childTnLst>
                        <p:par>
                          <p:cTn id="21" fill="hold">
                            <p:stCondLst>
                              <p:cond delay="0"/>
                            </p:stCondLst>
                            <p:childTnLst>
                              <p:par>
                                <p:cTn id="22" presetID="19" presetClass="emph" presetSubtype="0" fill="hold" nodeType="clickEffect">
                                  <p:stCondLst>
                                    <p:cond delay="0"/>
                                  </p:stCondLst>
                                  <p:childTnLst>
                                    <p:animClr clrSpc="rgb" dir="cw">
                                      <p:cBhvr override="childStyle">
                                        <p:cTn id="23" dur="500" fill="hold"/>
                                        <p:tgtEl>
                                          <p:spTgt spid="6">
                                            <p:txEl>
                                              <p:pRg st="2" end="2"/>
                                            </p:txEl>
                                          </p:spTgt>
                                        </p:tgtEl>
                                        <p:attrNameLst>
                                          <p:attrName>style.color</p:attrName>
                                        </p:attrNameLst>
                                      </p:cBhvr>
                                      <p:to>
                                        <a:srgbClr val="000000"/>
                                      </p:to>
                                    </p:animClr>
                                    <p:animClr clrSpc="rgb" dir="cw">
                                      <p:cBhvr>
                                        <p:cTn id="24" dur="500" fill="hold"/>
                                        <p:tgtEl>
                                          <p:spTgt spid="6">
                                            <p:txEl>
                                              <p:pRg st="2" end="2"/>
                                            </p:txEl>
                                          </p:spTgt>
                                        </p:tgtEl>
                                        <p:attrNameLst>
                                          <p:attrName>fillcolor</p:attrName>
                                        </p:attrNameLst>
                                      </p:cBhvr>
                                      <p:to>
                                        <a:srgbClr val="000000"/>
                                      </p:to>
                                    </p:animClr>
                                    <p:set>
                                      <p:cBhvr>
                                        <p:cTn id="25" dur="500" fill="hold"/>
                                        <p:tgtEl>
                                          <p:spTgt spid="6">
                                            <p:txEl>
                                              <p:pRg st="2" end="2"/>
                                            </p:txEl>
                                          </p:spTgt>
                                        </p:tgtEl>
                                        <p:attrNameLst>
                                          <p:attrName>fill.type</p:attrName>
                                        </p:attrNameLst>
                                      </p:cBhvr>
                                      <p:to>
                                        <p:strVal val="solid"/>
                                      </p:to>
                                    </p:set>
                                    <p:set>
                                      <p:cBhvr>
                                        <p:cTn id="26" dur="500" fill="hold"/>
                                        <p:tgtEl>
                                          <p:spTgt spid="6">
                                            <p:txEl>
                                              <p:pRg st="2" end="2"/>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85801" y="735271"/>
            <a:ext cx="6517658" cy="584775"/>
          </a:xfrm>
          <a:prstGeom prst="rect">
            <a:avLst/>
          </a:prstGeom>
          <a:noFill/>
        </p:spPr>
        <p:txBody>
          <a:bodyPr wrap="square" rtlCol="0">
            <a:spAutoFit/>
          </a:bodyPr>
          <a:lstStyle/>
          <a:p>
            <a:r>
              <a:rPr lang="en-US" sz="3200" b="1" dirty="0">
                <a:solidFill>
                  <a:schemeClr val="tx2"/>
                </a:solidFill>
                <a:latin typeface="Candara" pitchFamily="34" charset="0"/>
                <a:cs typeface="Arial" pitchFamily="34" charset="0"/>
              </a:rPr>
              <a:t>Urdu-Hindi Controversy [2/10]</a:t>
            </a:r>
          </a:p>
        </p:txBody>
      </p:sp>
      <p:sp>
        <p:nvSpPr>
          <p:cNvPr id="6" name="TextBox 5"/>
          <p:cNvSpPr txBox="1"/>
          <p:nvPr/>
        </p:nvSpPr>
        <p:spPr>
          <a:xfrm>
            <a:off x="685801" y="1741321"/>
            <a:ext cx="8020022" cy="4401205"/>
          </a:xfrm>
          <a:prstGeom prst="rect">
            <a:avLst/>
          </a:prstGeom>
          <a:noFill/>
        </p:spPr>
        <p:txBody>
          <a:bodyPr wrap="square" rtlCol="0">
            <a:spAutoFit/>
          </a:bodyPr>
          <a:lstStyle/>
          <a:p>
            <a:pPr marL="342900" indent="-342900" algn="just">
              <a:buFont typeface="Arial" panose="020B0604020202020204" pitchFamily="34" charset="0"/>
              <a:buChar char="•"/>
            </a:pPr>
            <a:r>
              <a:rPr lang="en-US" altLang="en-US" sz="2000" dirty="0">
                <a:latin typeface="Candara" pitchFamily="34" charset="0"/>
                <a:cs typeface="Arial" pitchFamily="34" charset="0"/>
              </a:rPr>
              <a:t>The Urdu language was born in India. </a:t>
            </a:r>
          </a:p>
          <a:p>
            <a:pPr marL="342900" indent="-342900" algn="just">
              <a:buFont typeface="Arial" panose="020B0604020202020204" pitchFamily="34" charset="0"/>
              <a:buChar char="•"/>
            </a:pPr>
            <a:r>
              <a:rPr lang="en-US" altLang="en-US" sz="2000" dirty="0">
                <a:latin typeface="Candara" pitchFamily="34" charset="0"/>
                <a:cs typeface="Arial" pitchFamily="34" charset="0"/>
              </a:rPr>
              <a:t>India was considered to be a golden sparrow in terms of its fertile land and man power. That is why lots of invaders came to occupy it for different purposes.</a:t>
            </a:r>
          </a:p>
          <a:p>
            <a:pPr marL="342900" indent="-342900" algn="just">
              <a:buFont typeface="Arial" panose="020B0604020202020204" pitchFamily="34" charset="0"/>
              <a:buChar char="•"/>
            </a:pPr>
            <a:r>
              <a:rPr lang="en-US" altLang="en-US" sz="2000" dirty="0">
                <a:latin typeface="Candara" pitchFamily="34" charset="0"/>
                <a:cs typeface="Arial" pitchFamily="34" charset="0"/>
              </a:rPr>
              <a:t>It so happened that when these different people from different regions of the world came to India, they brought with them, among other things, their language as well.</a:t>
            </a:r>
          </a:p>
          <a:p>
            <a:pPr marL="342900" indent="-342900" algn="just">
              <a:buFont typeface="Arial" panose="020B0604020202020204" pitchFamily="34" charset="0"/>
              <a:buChar char="•"/>
            </a:pPr>
            <a:r>
              <a:rPr lang="en-US" altLang="en-US" sz="2000" dirty="0">
                <a:latin typeface="Candara" pitchFamily="34" charset="0"/>
                <a:cs typeface="Arial" pitchFamily="34" charset="0"/>
              </a:rPr>
              <a:t>People like Arabs, Persians and Turks, etc. when mingled with the native people, they exchanged many words of their languages and thus with this mingling, a new language emerged which was termed Urdu, meaning the “</a:t>
            </a:r>
            <a:r>
              <a:rPr lang="en-US" altLang="en-US" sz="2000" b="1" dirty="0">
                <a:latin typeface="Candara" pitchFamily="34" charset="0"/>
                <a:cs typeface="Arial" pitchFamily="34" charset="0"/>
              </a:rPr>
              <a:t>language of the troops</a:t>
            </a:r>
            <a:r>
              <a:rPr lang="en-US" altLang="en-US" sz="2000" dirty="0">
                <a:latin typeface="Candara" pitchFamily="34" charset="0"/>
                <a:cs typeface="Arial" pitchFamily="34" charset="0"/>
              </a:rPr>
              <a:t>”.</a:t>
            </a:r>
          </a:p>
          <a:p>
            <a:pPr marL="342900" indent="-342900" algn="just">
              <a:buFont typeface="Arial" panose="020B0604020202020204" pitchFamily="34" charset="0"/>
              <a:buChar char="•"/>
            </a:pPr>
            <a:r>
              <a:rPr lang="en-US" altLang="en-US" sz="2000" dirty="0">
                <a:latin typeface="Candara" pitchFamily="34" charset="0"/>
                <a:cs typeface="Arial" pitchFamily="34" charset="0"/>
              </a:rPr>
              <a:t>Since it was formed by the invaders of the Muslim world and emerged during the rule of the Mughals in India, it was termed as the language of the Muslims and that is why initially it was called “</a:t>
            </a:r>
            <a:r>
              <a:rPr lang="en-US" altLang="en-US" sz="2000" b="1" dirty="0" err="1">
                <a:latin typeface="Candara" pitchFamily="34" charset="0"/>
                <a:cs typeface="Arial" pitchFamily="34" charset="0"/>
              </a:rPr>
              <a:t>Musalmani</a:t>
            </a:r>
            <a:r>
              <a:rPr lang="en-US" altLang="en-US" sz="2000" b="1" dirty="0">
                <a:latin typeface="Candara" pitchFamily="34" charset="0"/>
                <a:cs typeface="Arial" pitchFamily="34" charset="0"/>
              </a:rPr>
              <a:t>”</a:t>
            </a:r>
            <a:r>
              <a:rPr lang="en-US" altLang="en-US" sz="2000" dirty="0">
                <a:latin typeface="Candara" pitchFamily="34" charset="0"/>
                <a:cs typeface="Arial" pitchFamily="34" charset="0"/>
              </a:rPr>
              <a:t>.</a:t>
            </a:r>
            <a:endParaRPr lang="en-US" sz="2800" dirty="0">
              <a:latin typeface="Candara" pitchFamily="34" charset="0"/>
              <a:cs typeface="Arial" pitchFamily="34" charset="0"/>
            </a:endParaRPr>
          </a:p>
        </p:txBody>
      </p:sp>
      <p:sp>
        <p:nvSpPr>
          <p:cNvPr id="2" name="Slide Number Placeholder 1"/>
          <p:cNvSpPr>
            <a:spLocks noGrp="1"/>
          </p:cNvSpPr>
          <p:nvPr>
            <p:ph type="sldNum" sz="quarter" idx="12"/>
          </p:nvPr>
        </p:nvSpPr>
        <p:spPr/>
        <p:txBody>
          <a:bodyPr/>
          <a:lstStyle/>
          <a:p>
            <a:fld id="{08A8661F-1CDE-4F7E-AE93-7F9785FD6839}" type="slidenum">
              <a:rPr lang="en-US" smtClean="0"/>
              <a:pPr/>
              <a:t>15</a:t>
            </a:fld>
            <a:endParaRPr lang="en-US" dirty="0"/>
          </a:p>
        </p:txBody>
      </p:sp>
      <p:pic>
        <p:nvPicPr>
          <p:cNvPr id="39" name="Picture 38" descr="https://i.vimeocdn.com/portrait/10125853_300x300"/>
          <p:cNvPicPr>
            <a:picLocks noChangeAspect="1" noChangeArrowheads="1"/>
          </p:cNvPicPr>
          <p:nvPr/>
        </p:nvPicPr>
        <p:blipFill>
          <a:blip r:embed="rId3" cstate="print">
            <a:extLst>
              <a:ext uri="{BEBA8EAE-BF5A-486C-A8C5-ECC9F3942E4B}">
                <a14:imgProps xmlns="" xmlns:a14="http://schemas.microsoft.com/office/drawing/2010/main">
                  <a14:imgLayer r:embed="rId4">
                    <a14:imgEffect>
                      <a14:sharpenSoften amount="50000"/>
                    </a14:imgEffect>
                    <a14:imgEffect>
                      <a14:brightnessContrast contrast="-40000"/>
                    </a14:imgEffect>
                  </a14:imgLayer>
                </a14:imgProps>
              </a:ext>
              <a:ext uri="{28A0092B-C50C-407E-A947-70E740481C1C}">
                <a14:useLocalDpi xmlns="" xmlns:a14="http://schemas.microsoft.com/office/drawing/2010/main" val="0"/>
              </a:ext>
            </a:extLst>
          </a:blip>
          <a:srcRect/>
          <a:stretch>
            <a:fillRect/>
          </a:stretch>
        </p:blipFill>
        <p:spPr bwMode="auto">
          <a:xfrm>
            <a:off x="7602847" y="456159"/>
            <a:ext cx="1143000" cy="1143000"/>
          </a:xfrm>
          <a:prstGeom prst="rect">
            <a:avLst/>
          </a:prstGeom>
          <a:noFill/>
          <a:extLst>
            <a:ext uri="{909E8E84-426E-40DD-AFC4-6F175D3DCCD1}">
              <a14:hiddenFill xmlns="" xmlns:a14="http://schemas.microsoft.com/office/drawing/2010/main">
                <a:solidFill>
                  <a:srgbClr val="FFFFFF"/>
                </a:solidFill>
              </a14:hiddenFill>
            </a:ext>
          </a:extLst>
        </p:spPr>
      </p:pic>
      <p:grpSp>
        <p:nvGrpSpPr>
          <p:cNvPr id="40" name="Group 39"/>
          <p:cNvGrpSpPr/>
          <p:nvPr/>
        </p:nvGrpSpPr>
        <p:grpSpPr>
          <a:xfrm rot="10800000" flipV="1">
            <a:off x="857221" y="1405300"/>
            <a:ext cx="6037811" cy="45719"/>
            <a:chOff x="0" y="5791200"/>
            <a:chExt cx="8084345" cy="330200"/>
          </a:xfrm>
        </p:grpSpPr>
        <p:sp>
          <p:nvSpPr>
            <p:cNvPr id="41" name="Rectangle 40"/>
            <p:cNvSpPr/>
            <p:nvPr/>
          </p:nvSpPr>
          <p:spPr>
            <a:xfrm>
              <a:off x="0" y="5791200"/>
              <a:ext cx="1064261" cy="330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p:cNvSpPr/>
            <p:nvPr/>
          </p:nvSpPr>
          <p:spPr>
            <a:xfrm>
              <a:off x="1066800" y="5791200"/>
              <a:ext cx="997745" cy="3302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p:cNvSpPr/>
            <p:nvPr/>
          </p:nvSpPr>
          <p:spPr>
            <a:xfrm>
              <a:off x="2057400" y="5791200"/>
              <a:ext cx="997745" cy="3302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p:cNvSpPr/>
            <p:nvPr/>
          </p:nvSpPr>
          <p:spPr>
            <a:xfrm>
              <a:off x="3048000" y="5791200"/>
              <a:ext cx="997745" cy="3302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Rectangle 44"/>
            <p:cNvSpPr/>
            <p:nvPr/>
          </p:nvSpPr>
          <p:spPr>
            <a:xfrm>
              <a:off x="4038600" y="5791200"/>
              <a:ext cx="997745" cy="330200"/>
            </a:xfrm>
            <a:prstGeom prst="rect">
              <a:avLst/>
            </a:prstGeom>
            <a:solidFill>
              <a:srgbClr val="235F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p:cNvSpPr/>
            <p:nvPr/>
          </p:nvSpPr>
          <p:spPr>
            <a:xfrm>
              <a:off x="5029200" y="5791200"/>
              <a:ext cx="1122463" cy="33020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p:cNvSpPr/>
            <p:nvPr/>
          </p:nvSpPr>
          <p:spPr>
            <a:xfrm>
              <a:off x="6096000" y="5791200"/>
              <a:ext cx="997745" cy="3302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p:cNvSpPr/>
            <p:nvPr/>
          </p:nvSpPr>
          <p:spPr>
            <a:xfrm>
              <a:off x="7086600" y="5791200"/>
              <a:ext cx="997745" cy="330200"/>
            </a:xfrm>
            <a:prstGeom prst="rect">
              <a:avLst/>
            </a:prstGeom>
            <a:solidFill>
              <a:srgbClr val="5440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3" name="Rectangle 32"/>
          <p:cNvSpPr/>
          <p:nvPr/>
        </p:nvSpPr>
        <p:spPr>
          <a:xfrm>
            <a:off x="7373012" y="381000"/>
            <a:ext cx="1542388" cy="12633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 xmlns:p14="http://schemas.microsoft.com/office/powerpoint/2010/main" val="3390297252"/>
      </p:ext>
    </p:extLst>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6">
                                            <p:txEl>
                                              <p:pRg st="0" end="0"/>
                                            </p:txEl>
                                          </p:spTgt>
                                        </p:tgtEl>
                                        <p:attrNameLst>
                                          <p:attrName>style.color</p:attrName>
                                        </p:attrNameLst>
                                      </p:cBhvr>
                                      <p:to>
                                        <a:srgbClr val="000000"/>
                                      </p:to>
                                    </p:animClr>
                                    <p:animClr clrSpc="rgb" dir="cw">
                                      <p:cBhvr>
                                        <p:cTn id="7" dur="500" fill="hold"/>
                                        <p:tgtEl>
                                          <p:spTgt spid="6">
                                            <p:txEl>
                                              <p:pRg st="0" end="0"/>
                                            </p:txEl>
                                          </p:spTgt>
                                        </p:tgtEl>
                                        <p:attrNameLst>
                                          <p:attrName>fillcolor</p:attrName>
                                        </p:attrNameLst>
                                      </p:cBhvr>
                                      <p:to>
                                        <a:srgbClr val="000000"/>
                                      </p:to>
                                    </p:animClr>
                                    <p:set>
                                      <p:cBhvr>
                                        <p:cTn id="8" dur="500" fill="hold"/>
                                        <p:tgtEl>
                                          <p:spTgt spid="6">
                                            <p:txEl>
                                              <p:pRg st="0" end="0"/>
                                            </p:txEl>
                                          </p:spTgt>
                                        </p:tgtEl>
                                        <p:attrNameLst>
                                          <p:attrName>fill.type</p:attrName>
                                        </p:attrNameLst>
                                      </p:cBhvr>
                                      <p:to>
                                        <p:strVal val="solid"/>
                                      </p:to>
                                    </p:set>
                                    <p:set>
                                      <p:cBhvr>
                                        <p:cTn id="9" dur="500" fill="hold"/>
                                        <p:tgtEl>
                                          <p:spTgt spid="6">
                                            <p:txEl>
                                              <p:pRg st="0" end="0"/>
                                            </p:txEl>
                                          </p:spTgt>
                                        </p:tgtEl>
                                        <p:attrNameLst>
                                          <p:attrName>fill.on</p:attrName>
                                        </p:attrNameLst>
                                      </p:cBhvr>
                                      <p:to>
                                        <p:strVal val="true"/>
                                      </p:to>
                                    </p:set>
                                  </p:childTnLst>
                                </p:cTn>
                              </p:par>
                            </p:childTnLst>
                          </p:cTn>
                        </p:par>
                      </p:childTnLst>
                    </p:cTn>
                  </p:par>
                  <p:par>
                    <p:cTn id="10" fill="hold">
                      <p:stCondLst>
                        <p:cond delay="indefinite"/>
                      </p:stCondLst>
                      <p:childTnLst>
                        <p:par>
                          <p:cTn id="11" fill="hold">
                            <p:stCondLst>
                              <p:cond delay="0"/>
                            </p:stCondLst>
                            <p:childTnLst>
                              <p:par>
                                <p:cTn id="12" presetID="19" presetClass="emph" presetSubtype="0" fill="hold" nodeType="clickEffect">
                                  <p:stCondLst>
                                    <p:cond delay="0"/>
                                  </p:stCondLst>
                                  <p:childTnLst>
                                    <p:animClr clrSpc="rgb" dir="cw">
                                      <p:cBhvr override="childStyle">
                                        <p:cTn id="13" dur="500" fill="hold"/>
                                        <p:tgtEl>
                                          <p:spTgt spid="6">
                                            <p:txEl>
                                              <p:pRg st="1" end="1"/>
                                            </p:txEl>
                                          </p:spTgt>
                                        </p:tgtEl>
                                        <p:attrNameLst>
                                          <p:attrName>style.color</p:attrName>
                                        </p:attrNameLst>
                                      </p:cBhvr>
                                      <p:to>
                                        <a:srgbClr val="000000"/>
                                      </p:to>
                                    </p:animClr>
                                    <p:animClr clrSpc="rgb" dir="cw">
                                      <p:cBhvr>
                                        <p:cTn id="14" dur="500" fill="hold"/>
                                        <p:tgtEl>
                                          <p:spTgt spid="6">
                                            <p:txEl>
                                              <p:pRg st="1" end="1"/>
                                            </p:txEl>
                                          </p:spTgt>
                                        </p:tgtEl>
                                        <p:attrNameLst>
                                          <p:attrName>fillcolor</p:attrName>
                                        </p:attrNameLst>
                                      </p:cBhvr>
                                      <p:to>
                                        <a:srgbClr val="000000"/>
                                      </p:to>
                                    </p:animClr>
                                    <p:set>
                                      <p:cBhvr>
                                        <p:cTn id="15" dur="500" fill="hold"/>
                                        <p:tgtEl>
                                          <p:spTgt spid="6">
                                            <p:txEl>
                                              <p:pRg st="1" end="1"/>
                                            </p:txEl>
                                          </p:spTgt>
                                        </p:tgtEl>
                                        <p:attrNameLst>
                                          <p:attrName>fill.type</p:attrName>
                                        </p:attrNameLst>
                                      </p:cBhvr>
                                      <p:to>
                                        <p:strVal val="solid"/>
                                      </p:to>
                                    </p:set>
                                    <p:set>
                                      <p:cBhvr>
                                        <p:cTn id="16" dur="500" fill="hold"/>
                                        <p:tgtEl>
                                          <p:spTgt spid="6">
                                            <p:txEl>
                                              <p:pRg st="1" end="1"/>
                                            </p:txEl>
                                          </p:spTgt>
                                        </p:tgtEl>
                                        <p:attrNameLst>
                                          <p:attrName>fill.on</p:attrName>
                                        </p:attrNameLst>
                                      </p:cBhvr>
                                      <p:to>
                                        <p:strVal val="true"/>
                                      </p:to>
                                    </p:set>
                                  </p:childTnLst>
                                </p:cTn>
                              </p:par>
                            </p:childTnLst>
                          </p:cTn>
                        </p:par>
                      </p:childTnLst>
                    </p:cTn>
                  </p:par>
                  <p:par>
                    <p:cTn id="17" fill="hold">
                      <p:stCondLst>
                        <p:cond delay="indefinite"/>
                      </p:stCondLst>
                      <p:childTnLst>
                        <p:par>
                          <p:cTn id="18" fill="hold">
                            <p:stCondLst>
                              <p:cond delay="0"/>
                            </p:stCondLst>
                            <p:childTnLst>
                              <p:par>
                                <p:cTn id="19" presetID="19" presetClass="emph" presetSubtype="0" fill="hold" nodeType="clickEffect">
                                  <p:stCondLst>
                                    <p:cond delay="0"/>
                                  </p:stCondLst>
                                  <p:childTnLst>
                                    <p:animClr clrSpc="rgb" dir="cw">
                                      <p:cBhvr override="childStyle">
                                        <p:cTn id="20" dur="500" fill="hold"/>
                                        <p:tgtEl>
                                          <p:spTgt spid="6">
                                            <p:txEl>
                                              <p:pRg st="2" end="2"/>
                                            </p:txEl>
                                          </p:spTgt>
                                        </p:tgtEl>
                                        <p:attrNameLst>
                                          <p:attrName>style.color</p:attrName>
                                        </p:attrNameLst>
                                      </p:cBhvr>
                                      <p:to>
                                        <a:srgbClr val="000000"/>
                                      </p:to>
                                    </p:animClr>
                                    <p:animClr clrSpc="rgb" dir="cw">
                                      <p:cBhvr>
                                        <p:cTn id="21" dur="500" fill="hold"/>
                                        <p:tgtEl>
                                          <p:spTgt spid="6">
                                            <p:txEl>
                                              <p:pRg st="2" end="2"/>
                                            </p:txEl>
                                          </p:spTgt>
                                        </p:tgtEl>
                                        <p:attrNameLst>
                                          <p:attrName>fillcolor</p:attrName>
                                        </p:attrNameLst>
                                      </p:cBhvr>
                                      <p:to>
                                        <a:srgbClr val="000000"/>
                                      </p:to>
                                    </p:animClr>
                                    <p:set>
                                      <p:cBhvr>
                                        <p:cTn id="22" dur="500" fill="hold"/>
                                        <p:tgtEl>
                                          <p:spTgt spid="6">
                                            <p:txEl>
                                              <p:pRg st="2" end="2"/>
                                            </p:txEl>
                                          </p:spTgt>
                                        </p:tgtEl>
                                        <p:attrNameLst>
                                          <p:attrName>fill.type</p:attrName>
                                        </p:attrNameLst>
                                      </p:cBhvr>
                                      <p:to>
                                        <p:strVal val="solid"/>
                                      </p:to>
                                    </p:set>
                                    <p:set>
                                      <p:cBhvr>
                                        <p:cTn id="23" dur="500" fill="hold"/>
                                        <p:tgtEl>
                                          <p:spTgt spid="6">
                                            <p:txEl>
                                              <p:pRg st="2" end="2"/>
                                            </p:txEl>
                                          </p:spTgt>
                                        </p:tgtEl>
                                        <p:attrNameLst>
                                          <p:attrName>fill.on</p:attrName>
                                        </p:attrNameLst>
                                      </p:cBhvr>
                                      <p:to>
                                        <p:strVal val="true"/>
                                      </p:to>
                                    </p:set>
                                  </p:childTnLst>
                                </p:cTn>
                              </p:par>
                            </p:childTnLst>
                          </p:cTn>
                        </p:par>
                      </p:childTnLst>
                    </p:cTn>
                  </p:par>
                  <p:par>
                    <p:cTn id="24" fill="hold">
                      <p:stCondLst>
                        <p:cond delay="indefinite"/>
                      </p:stCondLst>
                      <p:childTnLst>
                        <p:par>
                          <p:cTn id="25" fill="hold">
                            <p:stCondLst>
                              <p:cond delay="0"/>
                            </p:stCondLst>
                            <p:childTnLst>
                              <p:par>
                                <p:cTn id="26" presetID="19" presetClass="emph" presetSubtype="0" fill="hold" nodeType="clickEffect">
                                  <p:stCondLst>
                                    <p:cond delay="0"/>
                                  </p:stCondLst>
                                  <p:childTnLst>
                                    <p:animClr clrSpc="rgb" dir="cw">
                                      <p:cBhvr override="childStyle">
                                        <p:cTn id="27" dur="500" fill="hold"/>
                                        <p:tgtEl>
                                          <p:spTgt spid="6">
                                            <p:txEl>
                                              <p:pRg st="3" end="3"/>
                                            </p:txEl>
                                          </p:spTgt>
                                        </p:tgtEl>
                                        <p:attrNameLst>
                                          <p:attrName>style.color</p:attrName>
                                        </p:attrNameLst>
                                      </p:cBhvr>
                                      <p:to>
                                        <a:srgbClr val="000000"/>
                                      </p:to>
                                    </p:animClr>
                                    <p:animClr clrSpc="rgb" dir="cw">
                                      <p:cBhvr>
                                        <p:cTn id="28" dur="500" fill="hold"/>
                                        <p:tgtEl>
                                          <p:spTgt spid="6">
                                            <p:txEl>
                                              <p:pRg st="3" end="3"/>
                                            </p:txEl>
                                          </p:spTgt>
                                        </p:tgtEl>
                                        <p:attrNameLst>
                                          <p:attrName>fillcolor</p:attrName>
                                        </p:attrNameLst>
                                      </p:cBhvr>
                                      <p:to>
                                        <a:srgbClr val="000000"/>
                                      </p:to>
                                    </p:animClr>
                                    <p:set>
                                      <p:cBhvr>
                                        <p:cTn id="29" dur="500" fill="hold"/>
                                        <p:tgtEl>
                                          <p:spTgt spid="6">
                                            <p:txEl>
                                              <p:pRg st="3" end="3"/>
                                            </p:txEl>
                                          </p:spTgt>
                                        </p:tgtEl>
                                        <p:attrNameLst>
                                          <p:attrName>fill.type</p:attrName>
                                        </p:attrNameLst>
                                      </p:cBhvr>
                                      <p:to>
                                        <p:strVal val="solid"/>
                                      </p:to>
                                    </p:set>
                                    <p:set>
                                      <p:cBhvr>
                                        <p:cTn id="30" dur="500" fill="hold"/>
                                        <p:tgtEl>
                                          <p:spTgt spid="6">
                                            <p:txEl>
                                              <p:pRg st="3" end="3"/>
                                            </p:txEl>
                                          </p:spTgt>
                                        </p:tgtEl>
                                        <p:attrNameLst>
                                          <p:attrName>fill.on</p:attrName>
                                        </p:attrNameLst>
                                      </p:cBhvr>
                                      <p:to>
                                        <p:strVal val="true"/>
                                      </p:to>
                                    </p:set>
                                  </p:childTnLst>
                                </p:cTn>
                              </p:par>
                            </p:childTnLst>
                          </p:cTn>
                        </p:par>
                      </p:childTnLst>
                    </p:cTn>
                  </p:par>
                  <p:par>
                    <p:cTn id="31" fill="hold">
                      <p:stCondLst>
                        <p:cond delay="indefinite"/>
                      </p:stCondLst>
                      <p:childTnLst>
                        <p:par>
                          <p:cTn id="32" fill="hold">
                            <p:stCondLst>
                              <p:cond delay="0"/>
                            </p:stCondLst>
                            <p:childTnLst>
                              <p:par>
                                <p:cTn id="33" presetID="19" presetClass="emph" presetSubtype="0" fill="hold" nodeType="clickEffect">
                                  <p:stCondLst>
                                    <p:cond delay="0"/>
                                  </p:stCondLst>
                                  <p:childTnLst>
                                    <p:animClr clrSpc="rgb" dir="cw">
                                      <p:cBhvr override="childStyle">
                                        <p:cTn id="34" dur="500" fill="hold"/>
                                        <p:tgtEl>
                                          <p:spTgt spid="6">
                                            <p:txEl>
                                              <p:pRg st="4" end="4"/>
                                            </p:txEl>
                                          </p:spTgt>
                                        </p:tgtEl>
                                        <p:attrNameLst>
                                          <p:attrName>style.color</p:attrName>
                                        </p:attrNameLst>
                                      </p:cBhvr>
                                      <p:to>
                                        <a:srgbClr val="000000"/>
                                      </p:to>
                                    </p:animClr>
                                    <p:animClr clrSpc="rgb" dir="cw">
                                      <p:cBhvr>
                                        <p:cTn id="35" dur="500" fill="hold"/>
                                        <p:tgtEl>
                                          <p:spTgt spid="6">
                                            <p:txEl>
                                              <p:pRg st="4" end="4"/>
                                            </p:txEl>
                                          </p:spTgt>
                                        </p:tgtEl>
                                        <p:attrNameLst>
                                          <p:attrName>fillcolor</p:attrName>
                                        </p:attrNameLst>
                                      </p:cBhvr>
                                      <p:to>
                                        <a:srgbClr val="000000"/>
                                      </p:to>
                                    </p:animClr>
                                    <p:set>
                                      <p:cBhvr>
                                        <p:cTn id="36" dur="500" fill="hold"/>
                                        <p:tgtEl>
                                          <p:spTgt spid="6">
                                            <p:txEl>
                                              <p:pRg st="4" end="4"/>
                                            </p:txEl>
                                          </p:spTgt>
                                        </p:tgtEl>
                                        <p:attrNameLst>
                                          <p:attrName>fill.type</p:attrName>
                                        </p:attrNameLst>
                                      </p:cBhvr>
                                      <p:to>
                                        <p:strVal val="solid"/>
                                      </p:to>
                                    </p:set>
                                    <p:set>
                                      <p:cBhvr>
                                        <p:cTn id="37" dur="500" fill="hold"/>
                                        <p:tgtEl>
                                          <p:spTgt spid="6">
                                            <p:txEl>
                                              <p:pRg st="4" end="4"/>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85801" y="735271"/>
            <a:ext cx="6517658" cy="584775"/>
          </a:xfrm>
          <a:prstGeom prst="rect">
            <a:avLst/>
          </a:prstGeom>
          <a:noFill/>
        </p:spPr>
        <p:txBody>
          <a:bodyPr wrap="square" rtlCol="0">
            <a:spAutoFit/>
          </a:bodyPr>
          <a:lstStyle/>
          <a:p>
            <a:r>
              <a:rPr lang="en-US" sz="3200" b="1" dirty="0">
                <a:solidFill>
                  <a:schemeClr val="tx2"/>
                </a:solidFill>
                <a:latin typeface="Candara" pitchFamily="34" charset="0"/>
                <a:cs typeface="Arial" pitchFamily="34" charset="0"/>
              </a:rPr>
              <a:t>Urdu-Hindi Controversy [3/10]</a:t>
            </a:r>
          </a:p>
        </p:txBody>
      </p:sp>
      <p:sp>
        <p:nvSpPr>
          <p:cNvPr id="6" name="TextBox 5"/>
          <p:cNvSpPr txBox="1"/>
          <p:nvPr/>
        </p:nvSpPr>
        <p:spPr>
          <a:xfrm>
            <a:off x="685801" y="1741321"/>
            <a:ext cx="8020022" cy="4708981"/>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US" altLang="en-US" sz="2000" dirty="0">
                <a:latin typeface="Candara" pitchFamily="34" charset="0"/>
                <a:cs typeface="Arial" pitchFamily="34" charset="0"/>
              </a:rPr>
              <a:t>However, there were </a:t>
            </a:r>
            <a:r>
              <a:rPr lang="en-US" altLang="en-US" sz="2000" b="1" dirty="0">
                <a:latin typeface="Candara" pitchFamily="34" charset="0"/>
                <a:cs typeface="Arial" pitchFamily="34" charset="0"/>
              </a:rPr>
              <a:t>not</a:t>
            </a:r>
            <a:r>
              <a:rPr lang="en-US" altLang="en-US" sz="2000" dirty="0">
                <a:latin typeface="Candara" pitchFamily="34" charset="0"/>
                <a:cs typeface="Arial" pitchFamily="34" charset="0"/>
              </a:rPr>
              <a:t> </a:t>
            </a:r>
            <a:r>
              <a:rPr lang="en-US" altLang="en-US" sz="2000" b="1" dirty="0">
                <a:latin typeface="Candara" pitchFamily="34" charset="0"/>
                <a:cs typeface="Arial" pitchFamily="34" charset="0"/>
              </a:rPr>
              <a:t>only Muslims </a:t>
            </a:r>
            <a:r>
              <a:rPr lang="en-US" altLang="en-US" sz="2000" dirty="0">
                <a:latin typeface="Candara" pitchFamily="34" charset="0"/>
                <a:cs typeface="Arial" pitchFamily="34" charset="0"/>
              </a:rPr>
              <a:t>that spoke or used Urdu but </a:t>
            </a:r>
            <a:r>
              <a:rPr lang="en-US" altLang="en-US" sz="2000" b="1" dirty="0">
                <a:latin typeface="Candara" pitchFamily="34" charset="0"/>
                <a:cs typeface="Arial" pitchFamily="34" charset="0"/>
              </a:rPr>
              <a:t>all the communities in India </a:t>
            </a:r>
            <a:r>
              <a:rPr lang="en-US" altLang="en-US" sz="2000" dirty="0">
                <a:latin typeface="Candara" pitchFamily="34" charset="0"/>
                <a:cs typeface="Arial" pitchFamily="34" charset="0"/>
              </a:rPr>
              <a:t>joined hands for the promulgation and development of that new language. </a:t>
            </a:r>
          </a:p>
          <a:p>
            <a:pPr marL="342900" indent="-342900" algn="just">
              <a:lnSpc>
                <a:spcPct val="150000"/>
              </a:lnSpc>
              <a:buFont typeface="Arial" panose="020B0604020202020204" pitchFamily="34" charset="0"/>
              <a:buChar char="•"/>
            </a:pPr>
            <a:r>
              <a:rPr lang="en-US" altLang="en-US" sz="2000" dirty="0">
                <a:latin typeface="Candara" pitchFamily="34" charset="0"/>
                <a:cs typeface="Arial" pitchFamily="34" charset="0"/>
              </a:rPr>
              <a:t>It was not only used as an everyday language but </a:t>
            </a:r>
            <a:r>
              <a:rPr lang="en-US" altLang="en-US" sz="2000" b="1" dirty="0">
                <a:latin typeface="Candara" pitchFamily="34" charset="0"/>
                <a:cs typeface="Arial" pitchFamily="34" charset="0"/>
              </a:rPr>
              <a:t>a large number of literary works appeared </a:t>
            </a:r>
            <a:r>
              <a:rPr lang="en-US" altLang="en-US" sz="2000" dirty="0">
                <a:latin typeface="Candara" pitchFamily="34" charset="0"/>
                <a:cs typeface="Arial" pitchFamily="34" charset="0"/>
              </a:rPr>
              <a:t>in Urdu in all the regions of the sub-continent primarily Deccan, Lucknow, </a:t>
            </a:r>
            <a:r>
              <a:rPr lang="en-US" altLang="en-US" sz="2000" dirty="0" err="1">
                <a:latin typeface="Candara" pitchFamily="34" charset="0"/>
                <a:cs typeface="Arial" pitchFamily="34" charset="0"/>
              </a:rPr>
              <a:t>Maisur</a:t>
            </a:r>
            <a:r>
              <a:rPr lang="en-US" altLang="en-US" sz="2000" dirty="0">
                <a:latin typeface="Candara" pitchFamily="34" charset="0"/>
                <a:cs typeface="Arial" pitchFamily="34" charset="0"/>
              </a:rPr>
              <a:t>, Delhi etc. </a:t>
            </a:r>
          </a:p>
          <a:p>
            <a:pPr marL="342900" indent="-342900" algn="just">
              <a:lnSpc>
                <a:spcPct val="150000"/>
              </a:lnSpc>
              <a:buFont typeface="Arial" panose="020B0604020202020204" pitchFamily="34" charset="0"/>
              <a:buChar char="•"/>
            </a:pPr>
            <a:r>
              <a:rPr lang="en-US" altLang="en-US" sz="2000" dirty="0">
                <a:latin typeface="Candara" pitchFamily="34" charset="0"/>
                <a:cs typeface="Arial" pitchFamily="34" charset="0"/>
              </a:rPr>
              <a:t>Thus, </a:t>
            </a:r>
            <a:r>
              <a:rPr lang="en-US" altLang="en-US" sz="2000" b="1" dirty="0">
                <a:latin typeface="Candara" pitchFamily="34" charset="0"/>
                <a:cs typeface="Arial" pitchFamily="34" charset="0"/>
              </a:rPr>
              <a:t>almost the whole of India contributed </a:t>
            </a:r>
            <a:r>
              <a:rPr lang="en-US" altLang="en-US" sz="2000" dirty="0">
                <a:latin typeface="Candara" pitchFamily="34" charset="0"/>
                <a:cs typeface="Arial" pitchFamily="34" charset="0"/>
              </a:rPr>
              <a:t>to the flourishing of Urdu.</a:t>
            </a:r>
          </a:p>
          <a:p>
            <a:pPr marL="342900" indent="-342900" algn="just">
              <a:lnSpc>
                <a:spcPct val="150000"/>
              </a:lnSpc>
              <a:buFont typeface="Arial" panose="020B0604020202020204" pitchFamily="34" charset="0"/>
              <a:buChar char="•"/>
            </a:pPr>
            <a:r>
              <a:rPr lang="en-US" altLang="en-US" sz="2000" dirty="0">
                <a:latin typeface="Candara" pitchFamily="34" charset="0"/>
                <a:cs typeface="Arial" pitchFamily="34" charset="0"/>
              </a:rPr>
              <a:t>In 1837, </a:t>
            </a:r>
            <a:r>
              <a:rPr lang="en-US" altLang="en-US" sz="2000" b="1" dirty="0">
                <a:latin typeface="Candara" pitchFamily="34" charset="0"/>
                <a:cs typeface="Arial" pitchFamily="34" charset="0"/>
              </a:rPr>
              <a:t>Persian was replaced by Urdu </a:t>
            </a:r>
            <a:r>
              <a:rPr lang="en-US" altLang="en-US" sz="2000" dirty="0">
                <a:latin typeface="Candara" pitchFamily="34" charset="0"/>
                <a:cs typeface="Arial" pitchFamily="34" charset="0"/>
              </a:rPr>
              <a:t>as the court and state language, no one objected to that.</a:t>
            </a:r>
          </a:p>
        </p:txBody>
      </p:sp>
      <p:sp>
        <p:nvSpPr>
          <p:cNvPr id="2" name="Slide Number Placeholder 1"/>
          <p:cNvSpPr>
            <a:spLocks noGrp="1"/>
          </p:cNvSpPr>
          <p:nvPr>
            <p:ph type="sldNum" sz="quarter" idx="12"/>
          </p:nvPr>
        </p:nvSpPr>
        <p:spPr/>
        <p:txBody>
          <a:bodyPr/>
          <a:lstStyle/>
          <a:p>
            <a:fld id="{08A8661F-1CDE-4F7E-AE93-7F9785FD6839}" type="slidenum">
              <a:rPr lang="en-US" smtClean="0"/>
              <a:pPr/>
              <a:t>16</a:t>
            </a:fld>
            <a:endParaRPr lang="en-US" dirty="0"/>
          </a:p>
        </p:txBody>
      </p:sp>
      <p:pic>
        <p:nvPicPr>
          <p:cNvPr id="39" name="Picture 38" descr="https://i.vimeocdn.com/portrait/10125853_300x300"/>
          <p:cNvPicPr>
            <a:picLocks noChangeAspect="1" noChangeArrowheads="1"/>
          </p:cNvPicPr>
          <p:nvPr/>
        </p:nvPicPr>
        <p:blipFill>
          <a:blip r:embed="rId3" cstate="print">
            <a:extLst>
              <a:ext uri="{BEBA8EAE-BF5A-486C-A8C5-ECC9F3942E4B}">
                <a14:imgProps xmlns="" xmlns:a14="http://schemas.microsoft.com/office/drawing/2010/main">
                  <a14:imgLayer r:embed="rId4">
                    <a14:imgEffect>
                      <a14:sharpenSoften amount="50000"/>
                    </a14:imgEffect>
                    <a14:imgEffect>
                      <a14:brightnessContrast contrast="-40000"/>
                    </a14:imgEffect>
                  </a14:imgLayer>
                </a14:imgProps>
              </a:ext>
              <a:ext uri="{28A0092B-C50C-407E-A947-70E740481C1C}">
                <a14:useLocalDpi xmlns="" xmlns:a14="http://schemas.microsoft.com/office/drawing/2010/main" val="0"/>
              </a:ext>
            </a:extLst>
          </a:blip>
          <a:srcRect/>
          <a:stretch>
            <a:fillRect/>
          </a:stretch>
        </p:blipFill>
        <p:spPr bwMode="auto">
          <a:xfrm>
            <a:off x="7602847" y="456159"/>
            <a:ext cx="1143000" cy="1143000"/>
          </a:xfrm>
          <a:prstGeom prst="rect">
            <a:avLst/>
          </a:prstGeom>
          <a:noFill/>
          <a:extLst>
            <a:ext uri="{909E8E84-426E-40DD-AFC4-6F175D3DCCD1}">
              <a14:hiddenFill xmlns="" xmlns:a14="http://schemas.microsoft.com/office/drawing/2010/main">
                <a:solidFill>
                  <a:srgbClr val="FFFFFF"/>
                </a:solidFill>
              </a14:hiddenFill>
            </a:ext>
          </a:extLst>
        </p:spPr>
      </p:pic>
      <p:grpSp>
        <p:nvGrpSpPr>
          <p:cNvPr id="40" name="Group 39"/>
          <p:cNvGrpSpPr/>
          <p:nvPr/>
        </p:nvGrpSpPr>
        <p:grpSpPr>
          <a:xfrm rot="10800000" flipV="1">
            <a:off x="857221" y="1405300"/>
            <a:ext cx="6037811" cy="45719"/>
            <a:chOff x="0" y="5791200"/>
            <a:chExt cx="8084345" cy="330200"/>
          </a:xfrm>
        </p:grpSpPr>
        <p:sp>
          <p:nvSpPr>
            <p:cNvPr id="41" name="Rectangle 40"/>
            <p:cNvSpPr/>
            <p:nvPr/>
          </p:nvSpPr>
          <p:spPr>
            <a:xfrm>
              <a:off x="0" y="5791200"/>
              <a:ext cx="1064261" cy="330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p:cNvSpPr/>
            <p:nvPr/>
          </p:nvSpPr>
          <p:spPr>
            <a:xfrm>
              <a:off x="1066800" y="5791200"/>
              <a:ext cx="997745" cy="3302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p:cNvSpPr/>
            <p:nvPr/>
          </p:nvSpPr>
          <p:spPr>
            <a:xfrm>
              <a:off x="2057400" y="5791200"/>
              <a:ext cx="997745" cy="3302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p:cNvSpPr/>
            <p:nvPr/>
          </p:nvSpPr>
          <p:spPr>
            <a:xfrm>
              <a:off x="3048000" y="5791200"/>
              <a:ext cx="997745" cy="3302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Rectangle 44"/>
            <p:cNvSpPr/>
            <p:nvPr/>
          </p:nvSpPr>
          <p:spPr>
            <a:xfrm>
              <a:off x="4038600" y="5791200"/>
              <a:ext cx="997745" cy="330200"/>
            </a:xfrm>
            <a:prstGeom prst="rect">
              <a:avLst/>
            </a:prstGeom>
            <a:solidFill>
              <a:srgbClr val="235F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p:cNvSpPr/>
            <p:nvPr/>
          </p:nvSpPr>
          <p:spPr>
            <a:xfrm>
              <a:off x="5029200" y="5791200"/>
              <a:ext cx="1122463" cy="33020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p:cNvSpPr/>
            <p:nvPr/>
          </p:nvSpPr>
          <p:spPr>
            <a:xfrm>
              <a:off x="6096000" y="5791200"/>
              <a:ext cx="997745" cy="3302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p:cNvSpPr/>
            <p:nvPr/>
          </p:nvSpPr>
          <p:spPr>
            <a:xfrm>
              <a:off x="7086600" y="5791200"/>
              <a:ext cx="997745" cy="330200"/>
            </a:xfrm>
            <a:prstGeom prst="rect">
              <a:avLst/>
            </a:prstGeom>
            <a:solidFill>
              <a:srgbClr val="5440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3" name="Rectangle 32"/>
          <p:cNvSpPr/>
          <p:nvPr/>
        </p:nvSpPr>
        <p:spPr>
          <a:xfrm>
            <a:off x="7373012" y="381000"/>
            <a:ext cx="1542388" cy="12633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 xmlns:p14="http://schemas.microsoft.com/office/powerpoint/2010/main" val="4039209564"/>
      </p:ext>
    </p:extLst>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6">
                                            <p:txEl>
                                              <p:pRg st="0" end="0"/>
                                            </p:txEl>
                                          </p:spTgt>
                                        </p:tgtEl>
                                        <p:attrNameLst>
                                          <p:attrName>style.color</p:attrName>
                                        </p:attrNameLst>
                                      </p:cBhvr>
                                      <p:to>
                                        <a:srgbClr val="000000"/>
                                      </p:to>
                                    </p:animClr>
                                    <p:animClr clrSpc="rgb" dir="cw">
                                      <p:cBhvr>
                                        <p:cTn id="7" dur="500" fill="hold"/>
                                        <p:tgtEl>
                                          <p:spTgt spid="6">
                                            <p:txEl>
                                              <p:pRg st="0" end="0"/>
                                            </p:txEl>
                                          </p:spTgt>
                                        </p:tgtEl>
                                        <p:attrNameLst>
                                          <p:attrName>fillcolor</p:attrName>
                                        </p:attrNameLst>
                                      </p:cBhvr>
                                      <p:to>
                                        <a:srgbClr val="000000"/>
                                      </p:to>
                                    </p:animClr>
                                    <p:set>
                                      <p:cBhvr>
                                        <p:cTn id="8" dur="500" fill="hold"/>
                                        <p:tgtEl>
                                          <p:spTgt spid="6">
                                            <p:txEl>
                                              <p:pRg st="0" end="0"/>
                                            </p:txEl>
                                          </p:spTgt>
                                        </p:tgtEl>
                                        <p:attrNameLst>
                                          <p:attrName>fill.type</p:attrName>
                                        </p:attrNameLst>
                                      </p:cBhvr>
                                      <p:to>
                                        <p:strVal val="solid"/>
                                      </p:to>
                                    </p:set>
                                    <p:set>
                                      <p:cBhvr>
                                        <p:cTn id="9" dur="500" fill="hold"/>
                                        <p:tgtEl>
                                          <p:spTgt spid="6">
                                            <p:txEl>
                                              <p:pRg st="0" end="0"/>
                                            </p:txEl>
                                          </p:spTgt>
                                        </p:tgtEl>
                                        <p:attrNameLst>
                                          <p:attrName>fill.on</p:attrName>
                                        </p:attrNameLst>
                                      </p:cBhvr>
                                      <p:to>
                                        <p:strVal val="true"/>
                                      </p:to>
                                    </p:set>
                                  </p:childTnLst>
                                </p:cTn>
                              </p:par>
                            </p:childTnLst>
                          </p:cTn>
                        </p:par>
                      </p:childTnLst>
                    </p:cTn>
                  </p:par>
                  <p:par>
                    <p:cTn id="10" fill="hold">
                      <p:stCondLst>
                        <p:cond delay="indefinite"/>
                      </p:stCondLst>
                      <p:childTnLst>
                        <p:par>
                          <p:cTn id="11" fill="hold">
                            <p:stCondLst>
                              <p:cond delay="0"/>
                            </p:stCondLst>
                            <p:childTnLst>
                              <p:par>
                                <p:cTn id="12" presetID="19" presetClass="emph" presetSubtype="0" fill="hold" nodeType="clickEffect">
                                  <p:stCondLst>
                                    <p:cond delay="0"/>
                                  </p:stCondLst>
                                  <p:childTnLst>
                                    <p:animClr clrSpc="rgb" dir="cw">
                                      <p:cBhvr override="childStyle">
                                        <p:cTn id="13" dur="500" fill="hold"/>
                                        <p:tgtEl>
                                          <p:spTgt spid="6">
                                            <p:txEl>
                                              <p:pRg st="1" end="1"/>
                                            </p:txEl>
                                          </p:spTgt>
                                        </p:tgtEl>
                                        <p:attrNameLst>
                                          <p:attrName>style.color</p:attrName>
                                        </p:attrNameLst>
                                      </p:cBhvr>
                                      <p:to>
                                        <a:srgbClr val="000000"/>
                                      </p:to>
                                    </p:animClr>
                                    <p:animClr clrSpc="rgb" dir="cw">
                                      <p:cBhvr>
                                        <p:cTn id="14" dur="500" fill="hold"/>
                                        <p:tgtEl>
                                          <p:spTgt spid="6">
                                            <p:txEl>
                                              <p:pRg st="1" end="1"/>
                                            </p:txEl>
                                          </p:spTgt>
                                        </p:tgtEl>
                                        <p:attrNameLst>
                                          <p:attrName>fillcolor</p:attrName>
                                        </p:attrNameLst>
                                      </p:cBhvr>
                                      <p:to>
                                        <a:srgbClr val="000000"/>
                                      </p:to>
                                    </p:animClr>
                                    <p:set>
                                      <p:cBhvr>
                                        <p:cTn id="15" dur="500" fill="hold"/>
                                        <p:tgtEl>
                                          <p:spTgt spid="6">
                                            <p:txEl>
                                              <p:pRg st="1" end="1"/>
                                            </p:txEl>
                                          </p:spTgt>
                                        </p:tgtEl>
                                        <p:attrNameLst>
                                          <p:attrName>fill.type</p:attrName>
                                        </p:attrNameLst>
                                      </p:cBhvr>
                                      <p:to>
                                        <p:strVal val="solid"/>
                                      </p:to>
                                    </p:set>
                                    <p:set>
                                      <p:cBhvr>
                                        <p:cTn id="16" dur="500" fill="hold"/>
                                        <p:tgtEl>
                                          <p:spTgt spid="6">
                                            <p:txEl>
                                              <p:pRg st="1" end="1"/>
                                            </p:txEl>
                                          </p:spTgt>
                                        </p:tgtEl>
                                        <p:attrNameLst>
                                          <p:attrName>fill.on</p:attrName>
                                        </p:attrNameLst>
                                      </p:cBhvr>
                                      <p:to>
                                        <p:strVal val="true"/>
                                      </p:to>
                                    </p:set>
                                  </p:childTnLst>
                                </p:cTn>
                              </p:par>
                            </p:childTnLst>
                          </p:cTn>
                        </p:par>
                      </p:childTnLst>
                    </p:cTn>
                  </p:par>
                  <p:par>
                    <p:cTn id="17" fill="hold">
                      <p:stCondLst>
                        <p:cond delay="indefinite"/>
                      </p:stCondLst>
                      <p:childTnLst>
                        <p:par>
                          <p:cTn id="18" fill="hold">
                            <p:stCondLst>
                              <p:cond delay="0"/>
                            </p:stCondLst>
                            <p:childTnLst>
                              <p:par>
                                <p:cTn id="19" presetID="19" presetClass="emph" presetSubtype="0" fill="hold" nodeType="clickEffect">
                                  <p:stCondLst>
                                    <p:cond delay="0"/>
                                  </p:stCondLst>
                                  <p:childTnLst>
                                    <p:animClr clrSpc="rgb" dir="cw">
                                      <p:cBhvr override="childStyle">
                                        <p:cTn id="20" dur="500" fill="hold"/>
                                        <p:tgtEl>
                                          <p:spTgt spid="6">
                                            <p:txEl>
                                              <p:pRg st="2" end="2"/>
                                            </p:txEl>
                                          </p:spTgt>
                                        </p:tgtEl>
                                        <p:attrNameLst>
                                          <p:attrName>style.color</p:attrName>
                                        </p:attrNameLst>
                                      </p:cBhvr>
                                      <p:to>
                                        <a:srgbClr val="000000"/>
                                      </p:to>
                                    </p:animClr>
                                    <p:animClr clrSpc="rgb" dir="cw">
                                      <p:cBhvr>
                                        <p:cTn id="21" dur="500" fill="hold"/>
                                        <p:tgtEl>
                                          <p:spTgt spid="6">
                                            <p:txEl>
                                              <p:pRg st="2" end="2"/>
                                            </p:txEl>
                                          </p:spTgt>
                                        </p:tgtEl>
                                        <p:attrNameLst>
                                          <p:attrName>fillcolor</p:attrName>
                                        </p:attrNameLst>
                                      </p:cBhvr>
                                      <p:to>
                                        <a:srgbClr val="000000"/>
                                      </p:to>
                                    </p:animClr>
                                    <p:set>
                                      <p:cBhvr>
                                        <p:cTn id="22" dur="500" fill="hold"/>
                                        <p:tgtEl>
                                          <p:spTgt spid="6">
                                            <p:txEl>
                                              <p:pRg st="2" end="2"/>
                                            </p:txEl>
                                          </p:spTgt>
                                        </p:tgtEl>
                                        <p:attrNameLst>
                                          <p:attrName>fill.type</p:attrName>
                                        </p:attrNameLst>
                                      </p:cBhvr>
                                      <p:to>
                                        <p:strVal val="solid"/>
                                      </p:to>
                                    </p:set>
                                    <p:set>
                                      <p:cBhvr>
                                        <p:cTn id="23" dur="500" fill="hold"/>
                                        <p:tgtEl>
                                          <p:spTgt spid="6">
                                            <p:txEl>
                                              <p:pRg st="2" end="2"/>
                                            </p:txEl>
                                          </p:spTgt>
                                        </p:tgtEl>
                                        <p:attrNameLst>
                                          <p:attrName>fill.on</p:attrName>
                                        </p:attrNameLst>
                                      </p:cBhvr>
                                      <p:to>
                                        <p:strVal val="true"/>
                                      </p:to>
                                    </p:set>
                                  </p:childTnLst>
                                </p:cTn>
                              </p:par>
                            </p:childTnLst>
                          </p:cTn>
                        </p:par>
                      </p:childTnLst>
                    </p:cTn>
                  </p:par>
                  <p:par>
                    <p:cTn id="24" fill="hold">
                      <p:stCondLst>
                        <p:cond delay="indefinite"/>
                      </p:stCondLst>
                      <p:childTnLst>
                        <p:par>
                          <p:cTn id="25" fill="hold">
                            <p:stCondLst>
                              <p:cond delay="0"/>
                            </p:stCondLst>
                            <p:childTnLst>
                              <p:par>
                                <p:cTn id="26" presetID="19" presetClass="emph" presetSubtype="0" fill="hold" nodeType="clickEffect">
                                  <p:stCondLst>
                                    <p:cond delay="0"/>
                                  </p:stCondLst>
                                  <p:childTnLst>
                                    <p:animClr clrSpc="rgb" dir="cw">
                                      <p:cBhvr override="childStyle">
                                        <p:cTn id="27" dur="500" fill="hold"/>
                                        <p:tgtEl>
                                          <p:spTgt spid="6">
                                            <p:txEl>
                                              <p:pRg st="3" end="3"/>
                                            </p:txEl>
                                          </p:spTgt>
                                        </p:tgtEl>
                                        <p:attrNameLst>
                                          <p:attrName>style.color</p:attrName>
                                        </p:attrNameLst>
                                      </p:cBhvr>
                                      <p:to>
                                        <a:srgbClr val="000000"/>
                                      </p:to>
                                    </p:animClr>
                                    <p:animClr clrSpc="rgb" dir="cw">
                                      <p:cBhvr>
                                        <p:cTn id="28" dur="500" fill="hold"/>
                                        <p:tgtEl>
                                          <p:spTgt spid="6">
                                            <p:txEl>
                                              <p:pRg st="3" end="3"/>
                                            </p:txEl>
                                          </p:spTgt>
                                        </p:tgtEl>
                                        <p:attrNameLst>
                                          <p:attrName>fillcolor</p:attrName>
                                        </p:attrNameLst>
                                      </p:cBhvr>
                                      <p:to>
                                        <a:srgbClr val="000000"/>
                                      </p:to>
                                    </p:animClr>
                                    <p:set>
                                      <p:cBhvr>
                                        <p:cTn id="29" dur="500" fill="hold"/>
                                        <p:tgtEl>
                                          <p:spTgt spid="6">
                                            <p:txEl>
                                              <p:pRg st="3" end="3"/>
                                            </p:txEl>
                                          </p:spTgt>
                                        </p:tgtEl>
                                        <p:attrNameLst>
                                          <p:attrName>fill.type</p:attrName>
                                        </p:attrNameLst>
                                      </p:cBhvr>
                                      <p:to>
                                        <p:strVal val="solid"/>
                                      </p:to>
                                    </p:set>
                                    <p:set>
                                      <p:cBhvr>
                                        <p:cTn id="30" dur="500" fill="hold"/>
                                        <p:tgtEl>
                                          <p:spTgt spid="6">
                                            <p:txEl>
                                              <p:pRg st="3" end="3"/>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85801" y="735271"/>
            <a:ext cx="6517658" cy="584775"/>
          </a:xfrm>
          <a:prstGeom prst="rect">
            <a:avLst/>
          </a:prstGeom>
          <a:noFill/>
        </p:spPr>
        <p:txBody>
          <a:bodyPr wrap="square" rtlCol="0">
            <a:spAutoFit/>
          </a:bodyPr>
          <a:lstStyle/>
          <a:p>
            <a:r>
              <a:rPr lang="en-US" sz="3200" b="1" dirty="0">
                <a:solidFill>
                  <a:schemeClr val="tx2"/>
                </a:solidFill>
                <a:latin typeface="Candara" pitchFamily="34" charset="0"/>
                <a:cs typeface="Arial" pitchFamily="34" charset="0"/>
              </a:rPr>
              <a:t>Urdu-Hindi Controversy [4/10]</a:t>
            </a:r>
          </a:p>
        </p:txBody>
      </p:sp>
      <p:sp>
        <p:nvSpPr>
          <p:cNvPr id="6" name="TextBox 5"/>
          <p:cNvSpPr txBox="1"/>
          <p:nvPr/>
        </p:nvSpPr>
        <p:spPr>
          <a:xfrm>
            <a:off x="685801" y="1741321"/>
            <a:ext cx="8020022" cy="4247317"/>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US" altLang="en-US" sz="2000" dirty="0">
                <a:latin typeface="Candara" pitchFamily="34" charset="0"/>
                <a:cs typeface="Arial" pitchFamily="34" charset="0"/>
              </a:rPr>
              <a:t>With the fall of the Mughal Empire, Hindus, however, started looking at Urdu as the language of the invaders.</a:t>
            </a:r>
          </a:p>
          <a:p>
            <a:pPr marL="342900" indent="-342900" algn="just">
              <a:lnSpc>
                <a:spcPct val="150000"/>
              </a:lnSpc>
              <a:buFont typeface="Arial" panose="020B0604020202020204" pitchFamily="34" charset="0"/>
              <a:buChar char="•"/>
            </a:pPr>
            <a:r>
              <a:rPr lang="en-US" altLang="en-US" sz="2000" dirty="0">
                <a:latin typeface="Candara" pitchFamily="34" charset="0"/>
                <a:cs typeface="Arial" pitchFamily="34" charset="0"/>
              </a:rPr>
              <a:t>The British on the other hand, in their disregard for Muslims adopted the same attitude.</a:t>
            </a:r>
          </a:p>
          <a:p>
            <a:pPr marL="342900" indent="-342900" algn="just">
              <a:lnSpc>
                <a:spcPct val="150000"/>
              </a:lnSpc>
              <a:buFont typeface="Arial" panose="020B0604020202020204" pitchFamily="34" charset="0"/>
              <a:buChar char="•"/>
            </a:pPr>
            <a:r>
              <a:rPr lang="en-US" altLang="en-US" sz="2000" dirty="0">
                <a:latin typeface="Candara" pitchFamily="34" charset="0"/>
                <a:cs typeface="Arial" pitchFamily="34" charset="0"/>
              </a:rPr>
              <a:t>Thus, both intentionally started their efforts in order to get rid of the language of the Muslims.</a:t>
            </a:r>
          </a:p>
          <a:p>
            <a:pPr marL="342900" indent="-342900" algn="just">
              <a:lnSpc>
                <a:spcPct val="150000"/>
              </a:lnSpc>
              <a:buFont typeface="Arial" panose="020B0604020202020204" pitchFamily="34" charset="0"/>
              <a:buChar char="•"/>
            </a:pPr>
            <a:r>
              <a:rPr lang="en-US" altLang="en-US" sz="2000" dirty="0">
                <a:latin typeface="Candara" pitchFamily="34" charset="0"/>
                <a:cs typeface="Arial" pitchFamily="34" charset="0"/>
              </a:rPr>
              <a:t>In this regard names of </a:t>
            </a:r>
            <a:r>
              <a:rPr lang="en-US" altLang="en-US" sz="2000" b="1" dirty="0">
                <a:latin typeface="Candara" pitchFamily="34" charset="0"/>
                <a:cs typeface="Arial" pitchFamily="34" charset="0"/>
              </a:rPr>
              <a:t>Raja Ram Mohan Roy, Raja Shiv Parshad, Lakshman Singh, Haresh Chandra </a:t>
            </a:r>
            <a:r>
              <a:rPr lang="en-US" altLang="en-US" sz="2000" dirty="0">
                <a:latin typeface="Candara" pitchFamily="34" charset="0"/>
                <a:cs typeface="Arial" pitchFamily="34" charset="0"/>
              </a:rPr>
              <a:t>and </a:t>
            </a:r>
            <a:r>
              <a:rPr lang="en-US" altLang="en-US" sz="2000" b="1" dirty="0" err="1">
                <a:latin typeface="Candara" pitchFamily="34" charset="0"/>
                <a:cs typeface="Arial" pitchFamily="34" charset="0"/>
              </a:rPr>
              <a:t>Binkam</a:t>
            </a:r>
            <a:r>
              <a:rPr lang="en-US" altLang="en-US" sz="2000" b="1" dirty="0">
                <a:latin typeface="Candara" pitchFamily="34" charset="0"/>
                <a:cs typeface="Arial" pitchFamily="34" charset="0"/>
              </a:rPr>
              <a:t> </a:t>
            </a:r>
            <a:r>
              <a:rPr lang="en-US" altLang="en-US" sz="2000" b="1" dirty="0" err="1">
                <a:latin typeface="Candara" pitchFamily="34" charset="0"/>
                <a:cs typeface="Arial" pitchFamily="34" charset="0"/>
              </a:rPr>
              <a:t>Chatterji</a:t>
            </a:r>
            <a:r>
              <a:rPr lang="en-US" altLang="en-US" sz="2000" dirty="0">
                <a:latin typeface="Candara" pitchFamily="34" charset="0"/>
                <a:cs typeface="Arial" pitchFamily="34" charset="0"/>
              </a:rPr>
              <a:t>, etc., among many others are well known.</a:t>
            </a:r>
          </a:p>
        </p:txBody>
      </p:sp>
      <p:sp>
        <p:nvSpPr>
          <p:cNvPr id="2" name="Slide Number Placeholder 1"/>
          <p:cNvSpPr>
            <a:spLocks noGrp="1"/>
          </p:cNvSpPr>
          <p:nvPr>
            <p:ph type="sldNum" sz="quarter" idx="12"/>
          </p:nvPr>
        </p:nvSpPr>
        <p:spPr/>
        <p:txBody>
          <a:bodyPr/>
          <a:lstStyle/>
          <a:p>
            <a:fld id="{08A8661F-1CDE-4F7E-AE93-7F9785FD6839}" type="slidenum">
              <a:rPr lang="en-US" smtClean="0"/>
              <a:pPr/>
              <a:t>17</a:t>
            </a:fld>
            <a:endParaRPr lang="en-US" dirty="0"/>
          </a:p>
        </p:txBody>
      </p:sp>
      <p:pic>
        <p:nvPicPr>
          <p:cNvPr id="39" name="Picture 38" descr="https://i.vimeocdn.com/portrait/10125853_300x300"/>
          <p:cNvPicPr>
            <a:picLocks noChangeAspect="1" noChangeArrowheads="1"/>
          </p:cNvPicPr>
          <p:nvPr/>
        </p:nvPicPr>
        <p:blipFill>
          <a:blip r:embed="rId3" cstate="print">
            <a:extLst>
              <a:ext uri="{BEBA8EAE-BF5A-486C-A8C5-ECC9F3942E4B}">
                <a14:imgProps xmlns="" xmlns:a14="http://schemas.microsoft.com/office/drawing/2010/main">
                  <a14:imgLayer r:embed="rId4">
                    <a14:imgEffect>
                      <a14:sharpenSoften amount="50000"/>
                    </a14:imgEffect>
                    <a14:imgEffect>
                      <a14:brightnessContrast contrast="-40000"/>
                    </a14:imgEffect>
                  </a14:imgLayer>
                </a14:imgProps>
              </a:ext>
              <a:ext uri="{28A0092B-C50C-407E-A947-70E740481C1C}">
                <a14:useLocalDpi xmlns="" xmlns:a14="http://schemas.microsoft.com/office/drawing/2010/main" val="0"/>
              </a:ext>
            </a:extLst>
          </a:blip>
          <a:srcRect/>
          <a:stretch>
            <a:fillRect/>
          </a:stretch>
        </p:blipFill>
        <p:spPr bwMode="auto">
          <a:xfrm>
            <a:off x="7602847" y="456159"/>
            <a:ext cx="1143000" cy="1143000"/>
          </a:xfrm>
          <a:prstGeom prst="rect">
            <a:avLst/>
          </a:prstGeom>
          <a:noFill/>
          <a:extLst>
            <a:ext uri="{909E8E84-426E-40DD-AFC4-6F175D3DCCD1}">
              <a14:hiddenFill xmlns="" xmlns:a14="http://schemas.microsoft.com/office/drawing/2010/main">
                <a:solidFill>
                  <a:srgbClr val="FFFFFF"/>
                </a:solidFill>
              </a14:hiddenFill>
            </a:ext>
          </a:extLst>
        </p:spPr>
      </p:pic>
      <p:grpSp>
        <p:nvGrpSpPr>
          <p:cNvPr id="40" name="Group 39"/>
          <p:cNvGrpSpPr/>
          <p:nvPr/>
        </p:nvGrpSpPr>
        <p:grpSpPr>
          <a:xfrm rot="10800000" flipV="1">
            <a:off x="857221" y="1405300"/>
            <a:ext cx="6037811" cy="45719"/>
            <a:chOff x="0" y="5791200"/>
            <a:chExt cx="8084345" cy="330200"/>
          </a:xfrm>
        </p:grpSpPr>
        <p:sp>
          <p:nvSpPr>
            <p:cNvPr id="41" name="Rectangle 40"/>
            <p:cNvSpPr/>
            <p:nvPr/>
          </p:nvSpPr>
          <p:spPr>
            <a:xfrm>
              <a:off x="0" y="5791200"/>
              <a:ext cx="1064261" cy="330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p:cNvSpPr/>
            <p:nvPr/>
          </p:nvSpPr>
          <p:spPr>
            <a:xfrm>
              <a:off x="1066800" y="5791200"/>
              <a:ext cx="997745" cy="3302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p:cNvSpPr/>
            <p:nvPr/>
          </p:nvSpPr>
          <p:spPr>
            <a:xfrm>
              <a:off x="2057400" y="5791200"/>
              <a:ext cx="997745" cy="3302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p:cNvSpPr/>
            <p:nvPr/>
          </p:nvSpPr>
          <p:spPr>
            <a:xfrm>
              <a:off x="3048000" y="5791200"/>
              <a:ext cx="997745" cy="3302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Rectangle 44"/>
            <p:cNvSpPr/>
            <p:nvPr/>
          </p:nvSpPr>
          <p:spPr>
            <a:xfrm>
              <a:off x="4038600" y="5791200"/>
              <a:ext cx="997745" cy="330200"/>
            </a:xfrm>
            <a:prstGeom prst="rect">
              <a:avLst/>
            </a:prstGeom>
            <a:solidFill>
              <a:srgbClr val="235F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p:cNvSpPr/>
            <p:nvPr/>
          </p:nvSpPr>
          <p:spPr>
            <a:xfrm>
              <a:off x="5029200" y="5791200"/>
              <a:ext cx="1122463" cy="33020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p:cNvSpPr/>
            <p:nvPr/>
          </p:nvSpPr>
          <p:spPr>
            <a:xfrm>
              <a:off x="6096000" y="5791200"/>
              <a:ext cx="997745" cy="3302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p:cNvSpPr/>
            <p:nvPr/>
          </p:nvSpPr>
          <p:spPr>
            <a:xfrm>
              <a:off x="7086600" y="5791200"/>
              <a:ext cx="997745" cy="330200"/>
            </a:xfrm>
            <a:prstGeom prst="rect">
              <a:avLst/>
            </a:prstGeom>
            <a:solidFill>
              <a:srgbClr val="5440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3" name="Rectangle 32"/>
          <p:cNvSpPr/>
          <p:nvPr/>
        </p:nvSpPr>
        <p:spPr>
          <a:xfrm>
            <a:off x="7373012" y="381000"/>
            <a:ext cx="1542388" cy="12633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 xmlns:p14="http://schemas.microsoft.com/office/powerpoint/2010/main" val="3415843218"/>
      </p:ext>
    </p:extLst>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6">
                                            <p:txEl>
                                              <p:pRg st="0" end="0"/>
                                            </p:txEl>
                                          </p:spTgt>
                                        </p:tgtEl>
                                        <p:attrNameLst>
                                          <p:attrName>style.color</p:attrName>
                                        </p:attrNameLst>
                                      </p:cBhvr>
                                      <p:to>
                                        <a:srgbClr val="000000"/>
                                      </p:to>
                                    </p:animClr>
                                    <p:animClr clrSpc="rgb" dir="cw">
                                      <p:cBhvr>
                                        <p:cTn id="7" dur="500" fill="hold"/>
                                        <p:tgtEl>
                                          <p:spTgt spid="6">
                                            <p:txEl>
                                              <p:pRg st="0" end="0"/>
                                            </p:txEl>
                                          </p:spTgt>
                                        </p:tgtEl>
                                        <p:attrNameLst>
                                          <p:attrName>fillcolor</p:attrName>
                                        </p:attrNameLst>
                                      </p:cBhvr>
                                      <p:to>
                                        <a:srgbClr val="000000"/>
                                      </p:to>
                                    </p:animClr>
                                    <p:set>
                                      <p:cBhvr>
                                        <p:cTn id="8" dur="500" fill="hold"/>
                                        <p:tgtEl>
                                          <p:spTgt spid="6">
                                            <p:txEl>
                                              <p:pRg st="0" end="0"/>
                                            </p:txEl>
                                          </p:spTgt>
                                        </p:tgtEl>
                                        <p:attrNameLst>
                                          <p:attrName>fill.type</p:attrName>
                                        </p:attrNameLst>
                                      </p:cBhvr>
                                      <p:to>
                                        <p:strVal val="solid"/>
                                      </p:to>
                                    </p:set>
                                    <p:set>
                                      <p:cBhvr>
                                        <p:cTn id="9" dur="500" fill="hold"/>
                                        <p:tgtEl>
                                          <p:spTgt spid="6">
                                            <p:txEl>
                                              <p:pRg st="0" end="0"/>
                                            </p:txEl>
                                          </p:spTgt>
                                        </p:tgtEl>
                                        <p:attrNameLst>
                                          <p:attrName>fill.on</p:attrName>
                                        </p:attrNameLst>
                                      </p:cBhvr>
                                      <p:to>
                                        <p:strVal val="true"/>
                                      </p:to>
                                    </p:set>
                                  </p:childTnLst>
                                </p:cTn>
                              </p:par>
                            </p:childTnLst>
                          </p:cTn>
                        </p:par>
                      </p:childTnLst>
                    </p:cTn>
                  </p:par>
                  <p:par>
                    <p:cTn id="10" fill="hold">
                      <p:stCondLst>
                        <p:cond delay="indefinite"/>
                      </p:stCondLst>
                      <p:childTnLst>
                        <p:par>
                          <p:cTn id="11" fill="hold">
                            <p:stCondLst>
                              <p:cond delay="0"/>
                            </p:stCondLst>
                            <p:childTnLst>
                              <p:par>
                                <p:cTn id="12" presetID="19" presetClass="emph" presetSubtype="0" fill="hold" nodeType="clickEffect">
                                  <p:stCondLst>
                                    <p:cond delay="0"/>
                                  </p:stCondLst>
                                  <p:childTnLst>
                                    <p:animClr clrSpc="rgb" dir="cw">
                                      <p:cBhvr override="childStyle">
                                        <p:cTn id="13" dur="500" fill="hold"/>
                                        <p:tgtEl>
                                          <p:spTgt spid="6">
                                            <p:txEl>
                                              <p:pRg st="1" end="1"/>
                                            </p:txEl>
                                          </p:spTgt>
                                        </p:tgtEl>
                                        <p:attrNameLst>
                                          <p:attrName>style.color</p:attrName>
                                        </p:attrNameLst>
                                      </p:cBhvr>
                                      <p:to>
                                        <a:srgbClr val="000000"/>
                                      </p:to>
                                    </p:animClr>
                                    <p:animClr clrSpc="rgb" dir="cw">
                                      <p:cBhvr>
                                        <p:cTn id="14" dur="500" fill="hold"/>
                                        <p:tgtEl>
                                          <p:spTgt spid="6">
                                            <p:txEl>
                                              <p:pRg st="1" end="1"/>
                                            </p:txEl>
                                          </p:spTgt>
                                        </p:tgtEl>
                                        <p:attrNameLst>
                                          <p:attrName>fillcolor</p:attrName>
                                        </p:attrNameLst>
                                      </p:cBhvr>
                                      <p:to>
                                        <a:srgbClr val="000000"/>
                                      </p:to>
                                    </p:animClr>
                                    <p:set>
                                      <p:cBhvr>
                                        <p:cTn id="15" dur="500" fill="hold"/>
                                        <p:tgtEl>
                                          <p:spTgt spid="6">
                                            <p:txEl>
                                              <p:pRg st="1" end="1"/>
                                            </p:txEl>
                                          </p:spTgt>
                                        </p:tgtEl>
                                        <p:attrNameLst>
                                          <p:attrName>fill.type</p:attrName>
                                        </p:attrNameLst>
                                      </p:cBhvr>
                                      <p:to>
                                        <p:strVal val="solid"/>
                                      </p:to>
                                    </p:set>
                                    <p:set>
                                      <p:cBhvr>
                                        <p:cTn id="16" dur="500" fill="hold"/>
                                        <p:tgtEl>
                                          <p:spTgt spid="6">
                                            <p:txEl>
                                              <p:pRg st="1" end="1"/>
                                            </p:txEl>
                                          </p:spTgt>
                                        </p:tgtEl>
                                        <p:attrNameLst>
                                          <p:attrName>fill.on</p:attrName>
                                        </p:attrNameLst>
                                      </p:cBhvr>
                                      <p:to>
                                        <p:strVal val="true"/>
                                      </p:to>
                                    </p:set>
                                  </p:childTnLst>
                                </p:cTn>
                              </p:par>
                            </p:childTnLst>
                          </p:cTn>
                        </p:par>
                      </p:childTnLst>
                    </p:cTn>
                  </p:par>
                  <p:par>
                    <p:cTn id="17" fill="hold">
                      <p:stCondLst>
                        <p:cond delay="indefinite"/>
                      </p:stCondLst>
                      <p:childTnLst>
                        <p:par>
                          <p:cTn id="18" fill="hold">
                            <p:stCondLst>
                              <p:cond delay="0"/>
                            </p:stCondLst>
                            <p:childTnLst>
                              <p:par>
                                <p:cTn id="19" presetID="19" presetClass="emph" presetSubtype="0" fill="hold" nodeType="clickEffect">
                                  <p:stCondLst>
                                    <p:cond delay="0"/>
                                  </p:stCondLst>
                                  <p:childTnLst>
                                    <p:animClr clrSpc="rgb" dir="cw">
                                      <p:cBhvr override="childStyle">
                                        <p:cTn id="20" dur="500" fill="hold"/>
                                        <p:tgtEl>
                                          <p:spTgt spid="6">
                                            <p:txEl>
                                              <p:pRg st="2" end="2"/>
                                            </p:txEl>
                                          </p:spTgt>
                                        </p:tgtEl>
                                        <p:attrNameLst>
                                          <p:attrName>style.color</p:attrName>
                                        </p:attrNameLst>
                                      </p:cBhvr>
                                      <p:to>
                                        <a:srgbClr val="000000"/>
                                      </p:to>
                                    </p:animClr>
                                    <p:animClr clrSpc="rgb" dir="cw">
                                      <p:cBhvr>
                                        <p:cTn id="21" dur="500" fill="hold"/>
                                        <p:tgtEl>
                                          <p:spTgt spid="6">
                                            <p:txEl>
                                              <p:pRg st="2" end="2"/>
                                            </p:txEl>
                                          </p:spTgt>
                                        </p:tgtEl>
                                        <p:attrNameLst>
                                          <p:attrName>fillcolor</p:attrName>
                                        </p:attrNameLst>
                                      </p:cBhvr>
                                      <p:to>
                                        <a:srgbClr val="000000"/>
                                      </p:to>
                                    </p:animClr>
                                    <p:set>
                                      <p:cBhvr>
                                        <p:cTn id="22" dur="500" fill="hold"/>
                                        <p:tgtEl>
                                          <p:spTgt spid="6">
                                            <p:txEl>
                                              <p:pRg st="2" end="2"/>
                                            </p:txEl>
                                          </p:spTgt>
                                        </p:tgtEl>
                                        <p:attrNameLst>
                                          <p:attrName>fill.type</p:attrName>
                                        </p:attrNameLst>
                                      </p:cBhvr>
                                      <p:to>
                                        <p:strVal val="solid"/>
                                      </p:to>
                                    </p:set>
                                    <p:set>
                                      <p:cBhvr>
                                        <p:cTn id="23" dur="500" fill="hold"/>
                                        <p:tgtEl>
                                          <p:spTgt spid="6">
                                            <p:txEl>
                                              <p:pRg st="2" end="2"/>
                                            </p:txEl>
                                          </p:spTgt>
                                        </p:tgtEl>
                                        <p:attrNameLst>
                                          <p:attrName>fill.on</p:attrName>
                                        </p:attrNameLst>
                                      </p:cBhvr>
                                      <p:to>
                                        <p:strVal val="true"/>
                                      </p:to>
                                    </p:set>
                                  </p:childTnLst>
                                </p:cTn>
                              </p:par>
                            </p:childTnLst>
                          </p:cTn>
                        </p:par>
                      </p:childTnLst>
                    </p:cTn>
                  </p:par>
                  <p:par>
                    <p:cTn id="24" fill="hold">
                      <p:stCondLst>
                        <p:cond delay="indefinite"/>
                      </p:stCondLst>
                      <p:childTnLst>
                        <p:par>
                          <p:cTn id="25" fill="hold">
                            <p:stCondLst>
                              <p:cond delay="0"/>
                            </p:stCondLst>
                            <p:childTnLst>
                              <p:par>
                                <p:cTn id="26" presetID="19" presetClass="emph" presetSubtype="0" fill="hold" nodeType="clickEffect">
                                  <p:stCondLst>
                                    <p:cond delay="0"/>
                                  </p:stCondLst>
                                  <p:childTnLst>
                                    <p:animClr clrSpc="rgb" dir="cw">
                                      <p:cBhvr override="childStyle">
                                        <p:cTn id="27" dur="500" fill="hold"/>
                                        <p:tgtEl>
                                          <p:spTgt spid="6">
                                            <p:txEl>
                                              <p:pRg st="3" end="3"/>
                                            </p:txEl>
                                          </p:spTgt>
                                        </p:tgtEl>
                                        <p:attrNameLst>
                                          <p:attrName>style.color</p:attrName>
                                        </p:attrNameLst>
                                      </p:cBhvr>
                                      <p:to>
                                        <a:srgbClr val="000000"/>
                                      </p:to>
                                    </p:animClr>
                                    <p:animClr clrSpc="rgb" dir="cw">
                                      <p:cBhvr>
                                        <p:cTn id="28" dur="500" fill="hold"/>
                                        <p:tgtEl>
                                          <p:spTgt spid="6">
                                            <p:txEl>
                                              <p:pRg st="3" end="3"/>
                                            </p:txEl>
                                          </p:spTgt>
                                        </p:tgtEl>
                                        <p:attrNameLst>
                                          <p:attrName>fillcolor</p:attrName>
                                        </p:attrNameLst>
                                      </p:cBhvr>
                                      <p:to>
                                        <a:srgbClr val="000000"/>
                                      </p:to>
                                    </p:animClr>
                                    <p:set>
                                      <p:cBhvr>
                                        <p:cTn id="29" dur="500" fill="hold"/>
                                        <p:tgtEl>
                                          <p:spTgt spid="6">
                                            <p:txEl>
                                              <p:pRg st="3" end="3"/>
                                            </p:txEl>
                                          </p:spTgt>
                                        </p:tgtEl>
                                        <p:attrNameLst>
                                          <p:attrName>fill.type</p:attrName>
                                        </p:attrNameLst>
                                      </p:cBhvr>
                                      <p:to>
                                        <p:strVal val="solid"/>
                                      </p:to>
                                    </p:set>
                                    <p:set>
                                      <p:cBhvr>
                                        <p:cTn id="30" dur="500" fill="hold"/>
                                        <p:tgtEl>
                                          <p:spTgt spid="6">
                                            <p:txEl>
                                              <p:pRg st="3" end="3"/>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85801" y="735271"/>
            <a:ext cx="6517658" cy="584775"/>
          </a:xfrm>
          <a:prstGeom prst="rect">
            <a:avLst/>
          </a:prstGeom>
          <a:noFill/>
        </p:spPr>
        <p:txBody>
          <a:bodyPr wrap="square" rtlCol="0">
            <a:spAutoFit/>
          </a:bodyPr>
          <a:lstStyle/>
          <a:p>
            <a:r>
              <a:rPr lang="en-US" sz="3200" b="1" dirty="0">
                <a:solidFill>
                  <a:schemeClr val="tx2"/>
                </a:solidFill>
                <a:latin typeface="Candara" pitchFamily="34" charset="0"/>
                <a:cs typeface="Arial" pitchFamily="34" charset="0"/>
              </a:rPr>
              <a:t>Urdu-Hindi Controversy [5/10]</a:t>
            </a:r>
          </a:p>
        </p:txBody>
      </p:sp>
      <p:sp>
        <p:nvSpPr>
          <p:cNvPr id="6" name="TextBox 5"/>
          <p:cNvSpPr txBox="1"/>
          <p:nvPr/>
        </p:nvSpPr>
        <p:spPr>
          <a:xfrm>
            <a:off x="685801" y="1676400"/>
            <a:ext cx="8020022" cy="5170646"/>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US" altLang="en-US" sz="2000" dirty="0">
                <a:latin typeface="Candara" pitchFamily="34" charset="0"/>
                <a:cs typeface="Arial" pitchFamily="34" charset="0"/>
              </a:rPr>
              <a:t>The first effort was made at the start of the nineteenth century when a new language was formed with the name Hindi in which words of pure Arabic, Persian and Turkish were removed and replaced by Sanskrit words.</a:t>
            </a:r>
          </a:p>
          <a:p>
            <a:pPr marL="342900" indent="-342900" algn="just">
              <a:lnSpc>
                <a:spcPct val="150000"/>
              </a:lnSpc>
              <a:buFont typeface="Arial" panose="020B0604020202020204" pitchFamily="34" charset="0"/>
              <a:buChar char="•"/>
            </a:pPr>
            <a:r>
              <a:rPr lang="en-US" altLang="en-US" sz="2000" dirty="0">
                <a:latin typeface="Candara" pitchFamily="34" charset="0"/>
                <a:cs typeface="Arial" pitchFamily="34" charset="0"/>
              </a:rPr>
              <a:t>In that regard in 1809, a Hindu wrote a novel in that very Hindi with the title “</a:t>
            </a:r>
            <a:r>
              <a:rPr lang="en-US" altLang="en-US" sz="2000" b="1" dirty="0" err="1">
                <a:latin typeface="Candara" pitchFamily="34" charset="0"/>
                <a:cs typeface="Arial" pitchFamily="34" charset="0"/>
              </a:rPr>
              <a:t>Prem</a:t>
            </a:r>
            <a:r>
              <a:rPr lang="en-US" altLang="en-US" sz="2000" b="1" dirty="0">
                <a:latin typeface="Candara" pitchFamily="34" charset="0"/>
                <a:cs typeface="Arial" pitchFamily="34" charset="0"/>
              </a:rPr>
              <a:t> </a:t>
            </a:r>
            <a:r>
              <a:rPr lang="en-US" altLang="en-US" sz="2000" b="1" dirty="0" err="1">
                <a:latin typeface="Candara" pitchFamily="34" charset="0"/>
                <a:cs typeface="Arial" pitchFamily="34" charset="0"/>
              </a:rPr>
              <a:t>Sagar</a:t>
            </a:r>
            <a:r>
              <a:rPr lang="en-US" altLang="en-US" sz="2000" dirty="0">
                <a:latin typeface="Candara" pitchFamily="34" charset="0"/>
                <a:cs typeface="Arial" pitchFamily="34" charset="0"/>
              </a:rPr>
              <a:t>” but since it was not a full fledged effort, soon that language went into oblivion.</a:t>
            </a:r>
          </a:p>
          <a:p>
            <a:pPr marL="342900" indent="-342900" algn="just">
              <a:lnSpc>
                <a:spcPct val="150000"/>
              </a:lnSpc>
              <a:buFont typeface="Arial" panose="020B0604020202020204" pitchFamily="34" charset="0"/>
              <a:buChar char="•"/>
            </a:pPr>
            <a:r>
              <a:rPr lang="en-US" altLang="en-US" sz="2000" dirty="0">
                <a:latin typeface="Candara" pitchFamily="34" charset="0"/>
                <a:cs typeface="Arial" pitchFamily="34" charset="0"/>
              </a:rPr>
              <a:t>However, after the War of Independence 1857 when the British Crown’s wrath fell upon the Muslims, the Hindus considered it to be a ripe moment to get rid of Urdu and replace it with their own language – Hindi.</a:t>
            </a:r>
          </a:p>
        </p:txBody>
      </p:sp>
      <p:sp>
        <p:nvSpPr>
          <p:cNvPr id="2" name="Slide Number Placeholder 1"/>
          <p:cNvSpPr>
            <a:spLocks noGrp="1"/>
          </p:cNvSpPr>
          <p:nvPr>
            <p:ph type="sldNum" sz="quarter" idx="12"/>
          </p:nvPr>
        </p:nvSpPr>
        <p:spPr/>
        <p:txBody>
          <a:bodyPr/>
          <a:lstStyle/>
          <a:p>
            <a:fld id="{08A8661F-1CDE-4F7E-AE93-7F9785FD6839}" type="slidenum">
              <a:rPr lang="en-US" smtClean="0"/>
              <a:pPr/>
              <a:t>18</a:t>
            </a:fld>
            <a:endParaRPr lang="en-US" dirty="0"/>
          </a:p>
        </p:txBody>
      </p:sp>
      <p:pic>
        <p:nvPicPr>
          <p:cNvPr id="39" name="Picture 38" descr="https://i.vimeocdn.com/portrait/10125853_300x300"/>
          <p:cNvPicPr>
            <a:picLocks noChangeAspect="1" noChangeArrowheads="1"/>
          </p:cNvPicPr>
          <p:nvPr/>
        </p:nvPicPr>
        <p:blipFill>
          <a:blip r:embed="rId3" cstate="print">
            <a:extLst>
              <a:ext uri="{BEBA8EAE-BF5A-486C-A8C5-ECC9F3942E4B}">
                <a14:imgProps xmlns="" xmlns:a14="http://schemas.microsoft.com/office/drawing/2010/main">
                  <a14:imgLayer r:embed="rId4">
                    <a14:imgEffect>
                      <a14:sharpenSoften amount="50000"/>
                    </a14:imgEffect>
                    <a14:imgEffect>
                      <a14:brightnessContrast contrast="-40000"/>
                    </a14:imgEffect>
                  </a14:imgLayer>
                </a14:imgProps>
              </a:ext>
              <a:ext uri="{28A0092B-C50C-407E-A947-70E740481C1C}">
                <a14:useLocalDpi xmlns="" xmlns:a14="http://schemas.microsoft.com/office/drawing/2010/main" val="0"/>
              </a:ext>
            </a:extLst>
          </a:blip>
          <a:srcRect/>
          <a:stretch>
            <a:fillRect/>
          </a:stretch>
        </p:blipFill>
        <p:spPr bwMode="auto">
          <a:xfrm>
            <a:off x="7602847" y="456159"/>
            <a:ext cx="1143000" cy="1143000"/>
          </a:xfrm>
          <a:prstGeom prst="rect">
            <a:avLst/>
          </a:prstGeom>
          <a:noFill/>
          <a:extLst>
            <a:ext uri="{909E8E84-426E-40DD-AFC4-6F175D3DCCD1}">
              <a14:hiddenFill xmlns="" xmlns:a14="http://schemas.microsoft.com/office/drawing/2010/main">
                <a:solidFill>
                  <a:srgbClr val="FFFFFF"/>
                </a:solidFill>
              </a14:hiddenFill>
            </a:ext>
          </a:extLst>
        </p:spPr>
      </p:pic>
      <p:grpSp>
        <p:nvGrpSpPr>
          <p:cNvPr id="40" name="Group 39"/>
          <p:cNvGrpSpPr/>
          <p:nvPr/>
        </p:nvGrpSpPr>
        <p:grpSpPr>
          <a:xfrm rot="10800000" flipV="1">
            <a:off x="857221" y="1405300"/>
            <a:ext cx="6037811" cy="45719"/>
            <a:chOff x="0" y="5791200"/>
            <a:chExt cx="8084345" cy="330200"/>
          </a:xfrm>
        </p:grpSpPr>
        <p:sp>
          <p:nvSpPr>
            <p:cNvPr id="41" name="Rectangle 40"/>
            <p:cNvSpPr/>
            <p:nvPr/>
          </p:nvSpPr>
          <p:spPr>
            <a:xfrm>
              <a:off x="0" y="5791200"/>
              <a:ext cx="1064261" cy="330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p:cNvSpPr/>
            <p:nvPr/>
          </p:nvSpPr>
          <p:spPr>
            <a:xfrm>
              <a:off x="1066800" y="5791200"/>
              <a:ext cx="997745" cy="3302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p:cNvSpPr/>
            <p:nvPr/>
          </p:nvSpPr>
          <p:spPr>
            <a:xfrm>
              <a:off x="2057400" y="5791200"/>
              <a:ext cx="997745" cy="3302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p:cNvSpPr/>
            <p:nvPr/>
          </p:nvSpPr>
          <p:spPr>
            <a:xfrm>
              <a:off x="3048000" y="5791200"/>
              <a:ext cx="997745" cy="3302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Rectangle 44"/>
            <p:cNvSpPr/>
            <p:nvPr/>
          </p:nvSpPr>
          <p:spPr>
            <a:xfrm>
              <a:off x="4038600" y="5791200"/>
              <a:ext cx="997745" cy="330200"/>
            </a:xfrm>
            <a:prstGeom prst="rect">
              <a:avLst/>
            </a:prstGeom>
            <a:solidFill>
              <a:srgbClr val="235F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p:cNvSpPr/>
            <p:nvPr/>
          </p:nvSpPr>
          <p:spPr>
            <a:xfrm>
              <a:off x="5029200" y="5791200"/>
              <a:ext cx="1122463" cy="33020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p:cNvSpPr/>
            <p:nvPr/>
          </p:nvSpPr>
          <p:spPr>
            <a:xfrm>
              <a:off x="6096000" y="5791200"/>
              <a:ext cx="997745" cy="3302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p:cNvSpPr/>
            <p:nvPr/>
          </p:nvSpPr>
          <p:spPr>
            <a:xfrm>
              <a:off x="7086600" y="5791200"/>
              <a:ext cx="997745" cy="330200"/>
            </a:xfrm>
            <a:prstGeom prst="rect">
              <a:avLst/>
            </a:prstGeom>
            <a:solidFill>
              <a:srgbClr val="5440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3" name="Rectangle 32"/>
          <p:cNvSpPr/>
          <p:nvPr/>
        </p:nvSpPr>
        <p:spPr>
          <a:xfrm>
            <a:off x="7373012" y="381000"/>
            <a:ext cx="1542388" cy="12633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 xmlns:p14="http://schemas.microsoft.com/office/powerpoint/2010/main" val="4043861526"/>
      </p:ext>
    </p:extLst>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6">
                                            <p:txEl>
                                              <p:pRg st="0" end="0"/>
                                            </p:txEl>
                                          </p:spTgt>
                                        </p:tgtEl>
                                        <p:attrNameLst>
                                          <p:attrName>style.color</p:attrName>
                                        </p:attrNameLst>
                                      </p:cBhvr>
                                      <p:to>
                                        <a:srgbClr val="000000"/>
                                      </p:to>
                                    </p:animClr>
                                    <p:animClr clrSpc="rgb" dir="cw">
                                      <p:cBhvr>
                                        <p:cTn id="7" dur="500" fill="hold"/>
                                        <p:tgtEl>
                                          <p:spTgt spid="6">
                                            <p:txEl>
                                              <p:pRg st="0" end="0"/>
                                            </p:txEl>
                                          </p:spTgt>
                                        </p:tgtEl>
                                        <p:attrNameLst>
                                          <p:attrName>fillcolor</p:attrName>
                                        </p:attrNameLst>
                                      </p:cBhvr>
                                      <p:to>
                                        <a:srgbClr val="000000"/>
                                      </p:to>
                                    </p:animClr>
                                    <p:set>
                                      <p:cBhvr>
                                        <p:cTn id="8" dur="500" fill="hold"/>
                                        <p:tgtEl>
                                          <p:spTgt spid="6">
                                            <p:txEl>
                                              <p:pRg st="0" end="0"/>
                                            </p:txEl>
                                          </p:spTgt>
                                        </p:tgtEl>
                                        <p:attrNameLst>
                                          <p:attrName>fill.type</p:attrName>
                                        </p:attrNameLst>
                                      </p:cBhvr>
                                      <p:to>
                                        <p:strVal val="solid"/>
                                      </p:to>
                                    </p:set>
                                    <p:set>
                                      <p:cBhvr>
                                        <p:cTn id="9" dur="500" fill="hold"/>
                                        <p:tgtEl>
                                          <p:spTgt spid="6">
                                            <p:txEl>
                                              <p:pRg st="0" end="0"/>
                                            </p:txEl>
                                          </p:spTgt>
                                        </p:tgtEl>
                                        <p:attrNameLst>
                                          <p:attrName>fill.on</p:attrName>
                                        </p:attrNameLst>
                                      </p:cBhvr>
                                      <p:to>
                                        <p:strVal val="true"/>
                                      </p:to>
                                    </p:set>
                                  </p:childTnLst>
                                </p:cTn>
                              </p:par>
                            </p:childTnLst>
                          </p:cTn>
                        </p:par>
                      </p:childTnLst>
                    </p:cTn>
                  </p:par>
                  <p:par>
                    <p:cTn id="10" fill="hold">
                      <p:stCondLst>
                        <p:cond delay="indefinite"/>
                      </p:stCondLst>
                      <p:childTnLst>
                        <p:par>
                          <p:cTn id="11" fill="hold">
                            <p:stCondLst>
                              <p:cond delay="0"/>
                            </p:stCondLst>
                            <p:childTnLst>
                              <p:par>
                                <p:cTn id="12" presetID="19" presetClass="emph" presetSubtype="0" fill="hold" nodeType="clickEffect">
                                  <p:stCondLst>
                                    <p:cond delay="0"/>
                                  </p:stCondLst>
                                  <p:childTnLst>
                                    <p:animClr clrSpc="rgb" dir="cw">
                                      <p:cBhvr override="childStyle">
                                        <p:cTn id="13" dur="500" fill="hold"/>
                                        <p:tgtEl>
                                          <p:spTgt spid="6">
                                            <p:txEl>
                                              <p:pRg st="1" end="1"/>
                                            </p:txEl>
                                          </p:spTgt>
                                        </p:tgtEl>
                                        <p:attrNameLst>
                                          <p:attrName>style.color</p:attrName>
                                        </p:attrNameLst>
                                      </p:cBhvr>
                                      <p:to>
                                        <a:srgbClr val="000000"/>
                                      </p:to>
                                    </p:animClr>
                                    <p:animClr clrSpc="rgb" dir="cw">
                                      <p:cBhvr>
                                        <p:cTn id="14" dur="500" fill="hold"/>
                                        <p:tgtEl>
                                          <p:spTgt spid="6">
                                            <p:txEl>
                                              <p:pRg st="1" end="1"/>
                                            </p:txEl>
                                          </p:spTgt>
                                        </p:tgtEl>
                                        <p:attrNameLst>
                                          <p:attrName>fillcolor</p:attrName>
                                        </p:attrNameLst>
                                      </p:cBhvr>
                                      <p:to>
                                        <a:srgbClr val="000000"/>
                                      </p:to>
                                    </p:animClr>
                                    <p:set>
                                      <p:cBhvr>
                                        <p:cTn id="15" dur="500" fill="hold"/>
                                        <p:tgtEl>
                                          <p:spTgt spid="6">
                                            <p:txEl>
                                              <p:pRg st="1" end="1"/>
                                            </p:txEl>
                                          </p:spTgt>
                                        </p:tgtEl>
                                        <p:attrNameLst>
                                          <p:attrName>fill.type</p:attrName>
                                        </p:attrNameLst>
                                      </p:cBhvr>
                                      <p:to>
                                        <p:strVal val="solid"/>
                                      </p:to>
                                    </p:set>
                                    <p:set>
                                      <p:cBhvr>
                                        <p:cTn id="16" dur="500" fill="hold"/>
                                        <p:tgtEl>
                                          <p:spTgt spid="6">
                                            <p:txEl>
                                              <p:pRg st="1" end="1"/>
                                            </p:txEl>
                                          </p:spTgt>
                                        </p:tgtEl>
                                        <p:attrNameLst>
                                          <p:attrName>fill.on</p:attrName>
                                        </p:attrNameLst>
                                      </p:cBhvr>
                                      <p:to>
                                        <p:strVal val="true"/>
                                      </p:to>
                                    </p:set>
                                  </p:childTnLst>
                                </p:cTn>
                              </p:par>
                            </p:childTnLst>
                          </p:cTn>
                        </p:par>
                      </p:childTnLst>
                    </p:cTn>
                  </p:par>
                  <p:par>
                    <p:cTn id="17" fill="hold">
                      <p:stCondLst>
                        <p:cond delay="indefinite"/>
                      </p:stCondLst>
                      <p:childTnLst>
                        <p:par>
                          <p:cTn id="18" fill="hold">
                            <p:stCondLst>
                              <p:cond delay="0"/>
                            </p:stCondLst>
                            <p:childTnLst>
                              <p:par>
                                <p:cTn id="19" presetID="19" presetClass="emph" presetSubtype="0" fill="hold" nodeType="clickEffect">
                                  <p:stCondLst>
                                    <p:cond delay="0"/>
                                  </p:stCondLst>
                                  <p:childTnLst>
                                    <p:animClr clrSpc="rgb" dir="cw">
                                      <p:cBhvr override="childStyle">
                                        <p:cTn id="20" dur="500" fill="hold"/>
                                        <p:tgtEl>
                                          <p:spTgt spid="6">
                                            <p:txEl>
                                              <p:pRg st="2" end="2"/>
                                            </p:txEl>
                                          </p:spTgt>
                                        </p:tgtEl>
                                        <p:attrNameLst>
                                          <p:attrName>style.color</p:attrName>
                                        </p:attrNameLst>
                                      </p:cBhvr>
                                      <p:to>
                                        <a:srgbClr val="000000"/>
                                      </p:to>
                                    </p:animClr>
                                    <p:animClr clrSpc="rgb" dir="cw">
                                      <p:cBhvr>
                                        <p:cTn id="21" dur="500" fill="hold"/>
                                        <p:tgtEl>
                                          <p:spTgt spid="6">
                                            <p:txEl>
                                              <p:pRg st="2" end="2"/>
                                            </p:txEl>
                                          </p:spTgt>
                                        </p:tgtEl>
                                        <p:attrNameLst>
                                          <p:attrName>fillcolor</p:attrName>
                                        </p:attrNameLst>
                                      </p:cBhvr>
                                      <p:to>
                                        <a:srgbClr val="000000"/>
                                      </p:to>
                                    </p:animClr>
                                    <p:set>
                                      <p:cBhvr>
                                        <p:cTn id="22" dur="500" fill="hold"/>
                                        <p:tgtEl>
                                          <p:spTgt spid="6">
                                            <p:txEl>
                                              <p:pRg st="2" end="2"/>
                                            </p:txEl>
                                          </p:spTgt>
                                        </p:tgtEl>
                                        <p:attrNameLst>
                                          <p:attrName>fill.type</p:attrName>
                                        </p:attrNameLst>
                                      </p:cBhvr>
                                      <p:to>
                                        <p:strVal val="solid"/>
                                      </p:to>
                                    </p:set>
                                    <p:set>
                                      <p:cBhvr>
                                        <p:cTn id="23" dur="500" fill="hold"/>
                                        <p:tgtEl>
                                          <p:spTgt spid="6">
                                            <p:txEl>
                                              <p:pRg st="2" end="2"/>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85801" y="735271"/>
            <a:ext cx="6517658" cy="584775"/>
          </a:xfrm>
          <a:prstGeom prst="rect">
            <a:avLst/>
          </a:prstGeom>
          <a:noFill/>
        </p:spPr>
        <p:txBody>
          <a:bodyPr wrap="square" rtlCol="0">
            <a:spAutoFit/>
          </a:bodyPr>
          <a:lstStyle/>
          <a:p>
            <a:r>
              <a:rPr lang="en-US" sz="3200" b="1" dirty="0">
                <a:solidFill>
                  <a:schemeClr val="tx2"/>
                </a:solidFill>
                <a:latin typeface="Candara" pitchFamily="34" charset="0"/>
                <a:cs typeface="Arial" pitchFamily="34" charset="0"/>
              </a:rPr>
              <a:t>Urdu-Hindi Controversy [6/10]</a:t>
            </a:r>
          </a:p>
        </p:txBody>
      </p:sp>
      <p:sp>
        <p:nvSpPr>
          <p:cNvPr id="6" name="TextBox 5"/>
          <p:cNvSpPr txBox="1"/>
          <p:nvPr/>
        </p:nvSpPr>
        <p:spPr>
          <a:xfrm>
            <a:off x="685801" y="1676400"/>
            <a:ext cx="8020022" cy="5078313"/>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US" altLang="en-US" dirty="0">
                <a:latin typeface="Candara" pitchFamily="34" charset="0"/>
                <a:cs typeface="Arial" pitchFamily="34" charset="0"/>
              </a:rPr>
              <a:t>The combined organized effort started in the second half of the nineteenth century. In 1867, the Hindus of Banaras presented a request to their government regarding the replacement of Urdu with Hindi and its Persian script with that of </a:t>
            </a:r>
            <a:r>
              <a:rPr lang="en-US" altLang="en-US" dirty="0" err="1">
                <a:latin typeface="Candara" pitchFamily="34" charset="0"/>
                <a:cs typeface="Arial" pitchFamily="34" charset="0"/>
              </a:rPr>
              <a:t>Devnagri</a:t>
            </a:r>
            <a:r>
              <a:rPr lang="en-US" altLang="en-US" dirty="0">
                <a:latin typeface="Candara" pitchFamily="34" charset="0"/>
                <a:cs typeface="Arial" pitchFamily="34" charset="0"/>
              </a:rPr>
              <a:t> script. </a:t>
            </a:r>
          </a:p>
          <a:p>
            <a:pPr marL="342900" indent="-342900" algn="just">
              <a:lnSpc>
                <a:spcPct val="150000"/>
              </a:lnSpc>
              <a:buFont typeface="Arial" panose="020B0604020202020204" pitchFamily="34" charset="0"/>
              <a:buChar char="•"/>
            </a:pPr>
            <a:r>
              <a:rPr lang="en-US" altLang="en-US" b="1" dirty="0">
                <a:latin typeface="Candara" pitchFamily="34" charset="0"/>
                <a:cs typeface="Arial" pitchFamily="34" charset="0"/>
              </a:rPr>
              <a:t>Sir Syed Ahmed Khan </a:t>
            </a:r>
            <a:r>
              <a:rPr lang="en-US" altLang="en-US" dirty="0">
                <a:latin typeface="Candara" pitchFamily="34" charset="0"/>
                <a:cs typeface="Arial" pitchFamily="34" charset="0"/>
              </a:rPr>
              <a:t>at that demand remarked that when even the language of a nation is not safe at the hands of other nations in a region, it would be unwise to continue living with them. </a:t>
            </a:r>
          </a:p>
          <a:p>
            <a:pPr marL="342900" indent="-342900" algn="just">
              <a:lnSpc>
                <a:spcPct val="150000"/>
              </a:lnSpc>
              <a:buFont typeface="Arial" panose="020B0604020202020204" pitchFamily="34" charset="0"/>
              <a:buChar char="•"/>
            </a:pPr>
            <a:r>
              <a:rPr lang="en-US" altLang="en-US" dirty="0">
                <a:latin typeface="Candara" pitchFamily="34" charset="0"/>
                <a:cs typeface="Arial" pitchFamily="34" charset="0"/>
              </a:rPr>
              <a:t>Sir Syed, who was in fact a great advocate of Hindu-Muslim unity prior to that incident, started focusing on the cause of Muslims alone.</a:t>
            </a:r>
          </a:p>
          <a:p>
            <a:pPr marL="342900" indent="-342900" algn="just">
              <a:lnSpc>
                <a:spcPct val="150000"/>
              </a:lnSpc>
              <a:buFont typeface="Arial" panose="020B0604020202020204" pitchFamily="34" charset="0"/>
              <a:buChar char="•"/>
            </a:pPr>
            <a:r>
              <a:rPr lang="en-US" altLang="en-US" dirty="0">
                <a:latin typeface="Candara" pitchFamily="34" charset="0"/>
                <a:cs typeface="Arial" pitchFamily="34" charset="0"/>
              </a:rPr>
              <a:t>His </a:t>
            </a:r>
            <a:r>
              <a:rPr lang="en-US" altLang="en-US" b="1" dirty="0">
                <a:latin typeface="Candara" pitchFamily="34" charset="0"/>
                <a:cs typeface="Arial" pitchFamily="34" charset="0"/>
              </a:rPr>
              <a:t>Scientific Society Gazette </a:t>
            </a:r>
            <a:r>
              <a:rPr lang="en-US" altLang="en-US" dirty="0">
                <a:latin typeface="Candara" pitchFamily="34" charset="0"/>
                <a:cs typeface="Arial" pitchFamily="34" charset="0"/>
              </a:rPr>
              <a:t>presented articles on the importance of Urdu. </a:t>
            </a:r>
          </a:p>
          <a:p>
            <a:pPr marL="342900" indent="-342900" algn="just">
              <a:lnSpc>
                <a:spcPct val="150000"/>
              </a:lnSpc>
              <a:buFont typeface="Arial" panose="020B0604020202020204" pitchFamily="34" charset="0"/>
              <a:buChar char="•"/>
            </a:pPr>
            <a:r>
              <a:rPr lang="en-US" altLang="en-US" dirty="0">
                <a:latin typeface="Candara" pitchFamily="34" charset="0"/>
                <a:cs typeface="Arial" pitchFamily="34" charset="0"/>
              </a:rPr>
              <a:t>Similarly, some Muslim newspapers like </a:t>
            </a:r>
            <a:r>
              <a:rPr lang="en-US" altLang="en-US" b="1" dirty="0">
                <a:latin typeface="Candara" pitchFamily="34" charset="0"/>
                <a:cs typeface="Arial" pitchFamily="34" charset="0"/>
              </a:rPr>
              <a:t>Noor-</a:t>
            </a:r>
            <a:r>
              <a:rPr lang="en-US" altLang="en-US" b="1" dirty="0" err="1">
                <a:latin typeface="Candara" pitchFamily="34" charset="0"/>
                <a:cs typeface="Arial" pitchFamily="34" charset="0"/>
              </a:rPr>
              <a:t>ul</a:t>
            </a:r>
            <a:r>
              <a:rPr lang="en-US" altLang="en-US" b="1" dirty="0">
                <a:latin typeface="Candara" pitchFamily="34" charset="0"/>
                <a:cs typeface="Arial" pitchFamily="34" charset="0"/>
              </a:rPr>
              <a:t>-</a:t>
            </a:r>
            <a:r>
              <a:rPr lang="en-US" altLang="en-US" b="1" dirty="0" err="1">
                <a:latin typeface="Candara" pitchFamily="34" charset="0"/>
                <a:cs typeface="Arial" pitchFamily="34" charset="0"/>
              </a:rPr>
              <a:t>Absar</a:t>
            </a:r>
            <a:r>
              <a:rPr lang="en-US" altLang="en-US" dirty="0">
                <a:latin typeface="Candara" pitchFamily="34" charset="0"/>
                <a:cs typeface="Arial" pitchFamily="34" charset="0"/>
              </a:rPr>
              <a:t> and </a:t>
            </a:r>
            <a:r>
              <a:rPr lang="en-US" altLang="en-US" b="1" dirty="0">
                <a:latin typeface="Candara" pitchFamily="34" charset="0"/>
                <a:cs typeface="Arial" pitchFamily="34" charset="0"/>
              </a:rPr>
              <a:t>Banaras Gazette </a:t>
            </a:r>
            <a:r>
              <a:rPr lang="en-US" altLang="en-US" dirty="0">
                <a:latin typeface="Candara" pitchFamily="34" charset="0"/>
                <a:cs typeface="Arial" pitchFamily="34" charset="0"/>
              </a:rPr>
              <a:t>also took the responsibility to safeguard their language.</a:t>
            </a:r>
          </a:p>
        </p:txBody>
      </p:sp>
      <p:sp>
        <p:nvSpPr>
          <p:cNvPr id="2" name="Slide Number Placeholder 1"/>
          <p:cNvSpPr>
            <a:spLocks noGrp="1"/>
          </p:cNvSpPr>
          <p:nvPr>
            <p:ph type="sldNum" sz="quarter" idx="12"/>
          </p:nvPr>
        </p:nvSpPr>
        <p:spPr/>
        <p:txBody>
          <a:bodyPr/>
          <a:lstStyle/>
          <a:p>
            <a:fld id="{08A8661F-1CDE-4F7E-AE93-7F9785FD6839}" type="slidenum">
              <a:rPr lang="en-US" smtClean="0"/>
              <a:pPr/>
              <a:t>19</a:t>
            </a:fld>
            <a:endParaRPr lang="en-US" dirty="0"/>
          </a:p>
        </p:txBody>
      </p:sp>
      <p:pic>
        <p:nvPicPr>
          <p:cNvPr id="39" name="Picture 38" descr="https://i.vimeocdn.com/portrait/10125853_300x300"/>
          <p:cNvPicPr>
            <a:picLocks noChangeAspect="1" noChangeArrowheads="1"/>
          </p:cNvPicPr>
          <p:nvPr/>
        </p:nvPicPr>
        <p:blipFill>
          <a:blip r:embed="rId3" cstate="print">
            <a:extLst>
              <a:ext uri="{BEBA8EAE-BF5A-486C-A8C5-ECC9F3942E4B}">
                <a14:imgProps xmlns="" xmlns:a14="http://schemas.microsoft.com/office/drawing/2010/main">
                  <a14:imgLayer r:embed="rId4">
                    <a14:imgEffect>
                      <a14:sharpenSoften amount="50000"/>
                    </a14:imgEffect>
                    <a14:imgEffect>
                      <a14:brightnessContrast contrast="-40000"/>
                    </a14:imgEffect>
                  </a14:imgLayer>
                </a14:imgProps>
              </a:ext>
              <a:ext uri="{28A0092B-C50C-407E-A947-70E740481C1C}">
                <a14:useLocalDpi xmlns="" xmlns:a14="http://schemas.microsoft.com/office/drawing/2010/main" val="0"/>
              </a:ext>
            </a:extLst>
          </a:blip>
          <a:srcRect/>
          <a:stretch>
            <a:fillRect/>
          </a:stretch>
        </p:blipFill>
        <p:spPr bwMode="auto">
          <a:xfrm>
            <a:off x="7602847" y="456159"/>
            <a:ext cx="1143000" cy="1143000"/>
          </a:xfrm>
          <a:prstGeom prst="rect">
            <a:avLst/>
          </a:prstGeom>
          <a:noFill/>
          <a:extLst>
            <a:ext uri="{909E8E84-426E-40DD-AFC4-6F175D3DCCD1}">
              <a14:hiddenFill xmlns="" xmlns:a14="http://schemas.microsoft.com/office/drawing/2010/main">
                <a:solidFill>
                  <a:srgbClr val="FFFFFF"/>
                </a:solidFill>
              </a14:hiddenFill>
            </a:ext>
          </a:extLst>
        </p:spPr>
      </p:pic>
      <p:grpSp>
        <p:nvGrpSpPr>
          <p:cNvPr id="40" name="Group 39"/>
          <p:cNvGrpSpPr/>
          <p:nvPr/>
        </p:nvGrpSpPr>
        <p:grpSpPr>
          <a:xfrm rot="10800000" flipV="1">
            <a:off x="857221" y="1405300"/>
            <a:ext cx="6037811" cy="45719"/>
            <a:chOff x="0" y="5791200"/>
            <a:chExt cx="8084345" cy="330200"/>
          </a:xfrm>
        </p:grpSpPr>
        <p:sp>
          <p:nvSpPr>
            <p:cNvPr id="41" name="Rectangle 40"/>
            <p:cNvSpPr/>
            <p:nvPr/>
          </p:nvSpPr>
          <p:spPr>
            <a:xfrm>
              <a:off x="0" y="5791200"/>
              <a:ext cx="1064261" cy="330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p:cNvSpPr/>
            <p:nvPr/>
          </p:nvSpPr>
          <p:spPr>
            <a:xfrm>
              <a:off x="1066800" y="5791200"/>
              <a:ext cx="997745" cy="3302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p:cNvSpPr/>
            <p:nvPr/>
          </p:nvSpPr>
          <p:spPr>
            <a:xfrm>
              <a:off x="2057400" y="5791200"/>
              <a:ext cx="997745" cy="3302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p:cNvSpPr/>
            <p:nvPr/>
          </p:nvSpPr>
          <p:spPr>
            <a:xfrm>
              <a:off x="3048000" y="5791200"/>
              <a:ext cx="997745" cy="3302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Rectangle 44"/>
            <p:cNvSpPr/>
            <p:nvPr/>
          </p:nvSpPr>
          <p:spPr>
            <a:xfrm>
              <a:off x="4038600" y="5791200"/>
              <a:ext cx="997745" cy="330200"/>
            </a:xfrm>
            <a:prstGeom prst="rect">
              <a:avLst/>
            </a:prstGeom>
            <a:solidFill>
              <a:srgbClr val="235F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p:cNvSpPr/>
            <p:nvPr/>
          </p:nvSpPr>
          <p:spPr>
            <a:xfrm>
              <a:off x="5029200" y="5791200"/>
              <a:ext cx="1122463" cy="33020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p:cNvSpPr/>
            <p:nvPr/>
          </p:nvSpPr>
          <p:spPr>
            <a:xfrm>
              <a:off x="6096000" y="5791200"/>
              <a:ext cx="997745" cy="3302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p:cNvSpPr/>
            <p:nvPr/>
          </p:nvSpPr>
          <p:spPr>
            <a:xfrm>
              <a:off x="7086600" y="5791200"/>
              <a:ext cx="997745" cy="330200"/>
            </a:xfrm>
            <a:prstGeom prst="rect">
              <a:avLst/>
            </a:prstGeom>
            <a:solidFill>
              <a:srgbClr val="5440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3" name="Rectangle 32"/>
          <p:cNvSpPr/>
          <p:nvPr/>
        </p:nvSpPr>
        <p:spPr>
          <a:xfrm>
            <a:off x="7373012" y="381000"/>
            <a:ext cx="1542388" cy="12633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 xmlns:p14="http://schemas.microsoft.com/office/powerpoint/2010/main" val="3659098875"/>
      </p:ext>
    </p:extLst>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6">
                                            <p:txEl>
                                              <p:pRg st="0" end="0"/>
                                            </p:txEl>
                                          </p:spTgt>
                                        </p:tgtEl>
                                        <p:attrNameLst>
                                          <p:attrName>style.color</p:attrName>
                                        </p:attrNameLst>
                                      </p:cBhvr>
                                      <p:to>
                                        <a:srgbClr val="000000"/>
                                      </p:to>
                                    </p:animClr>
                                    <p:animClr clrSpc="rgb" dir="cw">
                                      <p:cBhvr>
                                        <p:cTn id="7" dur="500" fill="hold"/>
                                        <p:tgtEl>
                                          <p:spTgt spid="6">
                                            <p:txEl>
                                              <p:pRg st="0" end="0"/>
                                            </p:txEl>
                                          </p:spTgt>
                                        </p:tgtEl>
                                        <p:attrNameLst>
                                          <p:attrName>fillcolor</p:attrName>
                                        </p:attrNameLst>
                                      </p:cBhvr>
                                      <p:to>
                                        <a:srgbClr val="000000"/>
                                      </p:to>
                                    </p:animClr>
                                    <p:set>
                                      <p:cBhvr>
                                        <p:cTn id="8" dur="500" fill="hold"/>
                                        <p:tgtEl>
                                          <p:spTgt spid="6">
                                            <p:txEl>
                                              <p:pRg st="0" end="0"/>
                                            </p:txEl>
                                          </p:spTgt>
                                        </p:tgtEl>
                                        <p:attrNameLst>
                                          <p:attrName>fill.type</p:attrName>
                                        </p:attrNameLst>
                                      </p:cBhvr>
                                      <p:to>
                                        <p:strVal val="solid"/>
                                      </p:to>
                                    </p:set>
                                    <p:set>
                                      <p:cBhvr>
                                        <p:cTn id="9" dur="500" fill="hold"/>
                                        <p:tgtEl>
                                          <p:spTgt spid="6">
                                            <p:txEl>
                                              <p:pRg st="0" end="0"/>
                                            </p:txEl>
                                          </p:spTgt>
                                        </p:tgtEl>
                                        <p:attrNameLst>
                                          <p:attrName>fill.on</p:attrName>
                                        </p:attrNameLst>
                                      </p:cBhvr>
                                      <p:to>
                                        <p:strVal val="true"/>
                                      </p:to>
                                    </p:set>
                                  </p:childTnLst>
                                </p:cTn>
                              </p:par>
                            </p:childTnLst>
                          </p:cTn>
                        </p:par>
                      </p:childTnLst>
                    </p:cTn>
                  </p:par>
                  <p:par>
                    <p:cTn id="10" fill="hold">
                      <p:stCondLst>
                        <p:cond delay="indefinite"/>
                      </p:stCondLst>
                      <p:childTnLst>
                        <p:par>
                          <p:cTn id="11" fill="hold">
                            <p:stCondLst>
                              <p:cond delay="0"/>
                            </p:stCondLst>
                            <p:childTnLst>
                              <p:par>
                                <p:cTn id="12" presetID="19" presetClass="emph" presetSubtype="0" fill="hold" nodeType="clickEffect">
                                  <p:stCondLst>
                                    <p:cond delay="0"/>
                                  </p:stCondLst>
                                  <p:childTnLst>
                                    <p:animClr clrSpc="rgb" dir="cw">
                                      <p:cBhvr override="childStyle">
                                        <p:cTn id="13" dur="500" fill="hold"/>
                                        <p:tgtEl>
                                          <p:spTgt spid="6">
                                            <p:txEl>
                                              <p:pRg st="1" end="1"/>
                                            </p:txEl>
                                          </p:spTgt>
                                        </p:tgtEl>
                                        <p:attrNameLst>
                                          <p:attrName>style.color</p:attrName>
                                        </p:attrNameLst>
                                      </p:cBhvr>
                                      <p:to>
                                        <a:srgbClr val="000000"/>
                                      </p:to>
                                    </p:animClr>
                                    <p:animClr clrSpc="rgb" dir="cw">
                                      <p:cBhvr>
                                        <p:cTn id="14" dur="500" fill="hold"/>
                                        <p:tgtEl>
                                          <p:spTgt spid="6">
                                            <p:txEl>
                                              <p:pRg st="1" end="1"/>
                                            </p:txEl>
                                          </p:spTgt>
                                        </p:tgtEl>
                                        <p:attrNameLst>
                                          <p:attrName>fillcolor</p:attrName>
                                        </p:attrNameLst>
                                      </p:cBhvr>
                                      <p:to>
                                        <a:srgbClr val="000000"/>
                                      </p:to>
                                    </p:animClr>
                                    <p:set>
                                      <p:cBhvr>
                                        <p:cTn id="15" dur="500" fill="hold"/>
                                        <p:tgtEl>
                                          <p:spTgt spid="6">
                                            <p:txEl>
                                              <p:pRg st="1" end="1"/>
                                            </p:txEl>
                                          </p:spTgt>
                                        </p:tgtEl>
                                        <p:attrNameLst>
                                          <p:attrName>fill.type</p:attrName>
                                        </p:attrNameLst>
                                      </p:cBhvr>
                                      <p:to>
                                        <p:strVal val="solid"/>
                                      </p:to>
                                    </p:set>
                                    <p:set>
                                      <p:cBhvr>
                                        <p:cTn id="16" dur="500" fill="hold"/>
                                        <p:tgtEl>
                                          <p:spTgt spid="6">
                                            <p:txEl>
                                              <p:pRg st="1" end="1"/>
                                            </p:txEl>
                                          </p:spTgt>
                                        </p:tgtEl>
                                        <p:attrNameLst>
                                          <p:attrName>fill.on</p:attrName>
                                        </p:attrNameLst>
                                      </p:cBhvr>
                                      <p:to>
                                        <p:strVal val="true"/>
                                      </p:to>
                                    </p:set>
                                  </p:childTnLst>
                                </p:cTn>
                              </p:par>
                            </p:childTnLst>
                          </p:cTn>
                        </p:par>
                      </p:childTnLst>
                    </p:cTn>
                  </p:par>
                  <p:par>
                    <p:cTn id="17" fill="hold">
                      <p:stCondLst>
                        <p:cond delay="indefinite"/>
                      </p:stCondLst>
                      <p:childTnLst>
                        <p:par>
                          <p:cTn id="18" fill="hold">
                            <p:stCondLst>
                              <p:cond delay="0"/>
                            </p:stCondLst>
                            <p:childTnLst>
                              <p:par>
                                <p:cTn id="19" presetID="19" presetClass="emph" presetSubtype="0" fill="hold" nodeType="clickEffect">
                                  <p:stCondLst>
                                    <p:cond delay="0"/>
                                  </p:stCondLst>
                                  <p:childTnLst>
                                    <p:animClr clrSpc="rgb" dir="cw">
                                      <p:cBhvr override="childStyle">
                                        <p:cTn id="20" dur="500" fill="hold"/>
                                        <p:tgtEl>
                                          <p:spTgt spid="6">
                                            <p:txEl>
                                              <p:pRg st="2" end="2"/>
                                            </p:txEl>
                                          </p:spTgt>
                                        </p:tgtEl>
                                        <p:attrNameLst>
                                          <p:attrName>style.color</p:attrName>
                                        </p:attrNameLst>
                                      </p:cBhvr>
                                      <p:to>
                                        <a:srgbClr val="000000"/>
                                      </p:to>
                                    </p:animClr>
                                    <p:animClr clrSpc="rgb" dir="cw">
                                      <p:cBhvr>
                                        <p:cTn id="21" dur="500" fill="hold"/>
                                        <p:tgtEl>
                                          <p:spTgt spid="6">
                                            <p:txEl>
                                              <p:pRg st="2" end="2"/>
                                            </p:txEl>
                                          </p:spTgt>
                                        </p:tgtEl>
                                        <p:attrNameLst>
                                          <p:attrName>fillcolor</p:attrName>
                                        </p:attrNameLst>
                                      </p:cBhvr>
                                      <p:to>
                                        <a:srgbClr val="000000"/>
                                      </p:to>
                                    </p:animClr>
                                    <p:set>
                                      <p:cBhvr>
                                        <p:cTn id="22" dur="500" fill="hold"/>
                                        <p:tgtEl>
                                          <p:spTgt spid="6">
                                            <p:txEl>
                                              <p:pRg st="2" end="2"/>
                                            </p:txEl>
                                          </p:spTgt>
                                        </p:tgtEl>
                                        <p:attrNameLst>
                                          <p:attrName>fill.type</p:attrName>
                                        </p:attrNameLst>
                                      </p:cBhvr>
                                      <p:to>
                                        <p:strVal val="solid"/>
                                      </p:to>
                                    </p:set>
                                    <p:set>
                                      <p:cBhvr>
                                        <p:cTn id="23" dur="500" fill="hold"/>
                                        <p:tgtEl>
                                          <p:spTgt spid="6">
                                            <p:txEl>
                                              <p:pRg st="2" end="2"/>
                                            </p:txEl>
                                          </p:spTgt>
                                        </p:tgtEl>
                                        <p:attrNameLst>
                                          <p:attrName>fill.on</p:attrName>
                                        </p:attrNameLst>
                                      </p:cBhvr>
                                      <p:to>
                                        <p:strVal val="true"/>
                                      </p:to>
                                    </p:set>
                                  </p:childTnLst>
                                </p:cTn>
                              </p:par>
                            </p:childTnLst>
                          </p:cTn>
                        </p:par>
                      </p:childTnLst>
                    </p:cTn>
                  </p:par>
                  <p:par>
                    <p:cTn id="24" fill="hold">
                      <p:stCondLst>
                        <p:cond delay="indefinite"/>
                      </p:stCondLst>
                      <p:childTnLst>
                        <p:par>
                          <p:cTn id="25" fill="hold">
                            <p:stCondLst>
                              <p:cond delay="0"/>
                            </p:stCondLst>
                            <p:childTnLst>
                              <p:par>
                                <p:cTn id="26" presetID="19" presetClass="emph" presetSubtype="0" fill="hold" nodeType="clickEffect">
                                  <p:stCondLst>
                                    <p:cond delay="0"/>
                                  </p:stCondLst>
                                  <p:childTnLst>
                                    <p:animClr clrSpc="rgb" dir="cw">
                                      <p:cBhvr override="childStyle">
                                        <p:cTn id="27" dur="500" fill="hold"/>
                                        <p:tgtEl>
                                          <p:spTgt spid="6">
                                            <p:txEl>
                                              <p:pRg st="3" end="3"/>
                                            </p:txEl>
                                          </p:spTgt>
                                        </p:tgtEl>
                                        <p:attrNameLst>
                                          <p:attrName>style.color</p:attrName>
                                        </p:attrNameLst>
                                      </p:cBhvr>
                                      <p:to>
                                        <a:srgbClr val="000000"/>
                                      </p:to>
                                    </p:animClr>
                                    <p:animClr clrSpc="rgb" dir="cw">
                                      <p:cBhvr>
                                        <p:cTn id="28" dur="500" fill="hold"/>
                                        <p:tgtEl>
                                          <p:spTgt spid="6">
                                            <p:txEl>
                                              <p:pRg st="3" end="3"/>
                                            </p:txEl>
                                          </p:spTgt>
                                        </p:tgtEl>
                                        <p:attrNameLst>
                                          <p:attrName>fillcolor</p:attrName>
                                        </p:attrNameLst>
                                      </p:cBhvr>
                                      <p:to>
                                        <a:srgbClr val="000000"/>
                                      </p:to>
                                    </p:animClr>
                                    <p:set>
                                      <p:cBhvr>
                                        <p:cTn id="29" dur="500" fill="hold"/>
                                        <p:tgtEl>
                                          <p:spTgt spid="6">
                                            <p:txEl>
                                              <p:pRg st="3" end="3"/>
                                            </p:txEl>
                                          </p:spTgt>
                                        </p:tgtEl>
                                        <p:attrNameLst>
                                          <p:attrName>fill.type</p:attrName>
                                        </p:attrNameLst>
                                      </p:cBhvr>
                                      <p:to>
                                        <p:strVal val="solid"/>
                                      </p:to>
                                    </p:set>
                                    <p:set>
                                      <p:cBhvr>
                                        <p:cTn id="30" dur="500" fill="hold"/>
                                        <p:tgtEl>
                                          <p:spTgt spid="6">
                                            <p:txEl>
                                              <p:pRg st="3" end="3"/>
                                            </p:txEl>
                                          </p:spTgt>
                                        </p:tgtEl>
                                        <p:attrNameLst>
                                          <p:attrName>fill.on</p:attrName>
                                        </p:attrNameLst>
                                      </p:cBhvr>
                                      <p:to>
                                        <p:strVal val="true"/>
                                      </p:to>
                                    </p:set>
                                  </p:childTnLst>
                                </p:cTn>
                              </p:par>
                            </p:childTnLst>
                          </p:cTn>
                        </p:par>
                      </p:childTnLst>
                    </p:cTn>
                  </p:par>
                  <p:par>
                    <p:cTn id="31" fill="hold">
                      <p:stCondLst>
                        <p:cond delay="indefinite"/>
                      </p:stCondLst>
                      <p:childTnLst>
                        <p:par>
                          <p:cTn id="32" fill="hold">
                            <p:stCondLst>
                              <p:cond delay="0"/>
                            </p:stCondLst>
                            <p:childTnLst>
                              <p:par>
                                <p:cTn id="33" presetID="19" presetClass="emph" presetSubtype="0" fill="hold" nodeType="clickEffect">
                                  <p:stCondLst>
                                    <p:cond delay="0"/>
                                  </p:stCondLst>
                                  <p:childTnLst>
                                    <p:animClr clrSpc="rgb" dir="cw">
                                      <p:cBhvr override="childStyle">
                                        <p:cTn id="34" dur="500" fill="hold"/>
                                        <p:tgtEl>
                                          <p:spTgt spid="6">
                                            <p:txEl>
                                              <p:pRg st="4" end="4"/>
                                            </p:txEl>
                                          </p:spTgt>
                                        </p:tgtEl>
                                        <p:attrNameLst>
                                          <p:attrName>style.color</p:attrName>
                                        </p:attrNameLst>
                                      </p:cBhvr>
                                      <p:to>
                                        <a:srgbClr val="000000"/>
                                      </p:to>
                                    </p:animClr>
                                    <p:animClr clrSpc="rgb" dir="cw">
                                      <p:cBhvr>
                                        <p:cTn id="35" dur="500" fill="hold"/>
                                        <p:tgtEl>
                                          <p:spTgt spid="6">
                                            <p:txEl>
                                              <p:pRg st="4" end="4"/>
                                            </p:txEl>
                                          </p:spTgt>
                                        </p:tgtEl>
                                        <p:attrNameLst>
                                          <p:attrName>fillcolor</p:attrName>
                                        </p:attrNameLst>
                                      </p:cBhvr>
                                      <p:to>
                                        <a:srgbClr val="000000"/>
                                      </p:to>
                                    </p:animClr>
                                    <p:set>
                                      <p:cBhvr>
                                        <p:cTn id="36" dur="500" fill="hold"/>
                                        <p:tgtEl>
                                          <p:spTgt spid="6">
                                            <p:txEl>
                                              <p:pRg st="4" end="4"/>
                                            </p:txEl>
                                          </p:spTgt>
                                        </p:tgtEl>
                                        <p:attrNameLst>
                                          <p:attrName>fill.type</p:attrName>
                                        </p:attrNameLst>
                                      </p:cBhvr>
                                      <p:to>
                                        <p:strVal val="solid"/>
                                      </p:to>
                                    </p:set>
                                    <p:set>
                                      <p:cBhvr>
                                        <p:cTn id="37" dur="500" fill="hold"/>
                                        <p:tgtEl>
                                          <p:spTgt spid="6">
                                            <p:txEl>
                                              <p:pRg st="4" end="4"/>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85801" y="735271"/>
            <a:ext cx="6517658" cy="584775"/>
          </a:xfrm>
          <a:prstGeom prst="rect">
            <a:avLst/>
          </a:prstGeom>
          <a:noFill/>
        </p:spPr>
        <p:txBody>
          <a:bodyPr wrap="square" rtlCol="0">
            <a:spAutoFit/>
          </a:bodyPr>
          <a:lstStyle/>
          <a:p>
            <a:r>
              <a:rPr lang="en-US" sz="3200" b="1" dirty="0">
                <a:solidFill>
                  <a:schemeClr val="tx2"/>
                </a:solidFill>
                <a:latin typeface="Candara" pitchFamily="34" charset="0"/>
                <a:cs typeface="Arial" pitchFamily="34" charset="0"/>
              </a:rPr>
              <a:t>Urdu-Hindi Controversy [7/10]</a:t>
            </a:r>
          </a:p>
        </p:txBody>
      </p:sp>
      <p:sp>
        <p:nvSpPr>
          <p:cNvPr id="6" name="TextBox 5"/>
          <p:cNvSpPr txBox="1"/>
          <p:nvPr/>
        </p:nvSpPr>
        <p:spPr>
          <a:xfrm>
            <a:off x="685801" y="1676400"/>
            <a:ext cx="8020022" cy="3323987"/>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US" altLang="en-US" sz="2000" dirty="0">
                <a:latin typeface="Candara" pitchFamily="34" charset="0"/>
                <a:cs typeface="Arial" pitchFamily="34" charset="0"/>
              </a:rPr>
              <a:t>The anti-Urdu process continued when, in 1871, the Governor of Bengal, </a:t>
            </a:r>
            <a:r>
              <a:rPr lang="en-US" altLang="en-US" sz="2000" b="1" dirty="0">
                <a:latin typeface="Candara" pitchFamily="34" charset="0"/>
                <a:cs typeface="Arial" pitchFamily="34" charset="0"/>
              </a:rPr>
              <a:t>G. </a:t>
            </a:r>
            <a:r>
              <a:rPr lang="en-US" altLang="en-US" sz="2000" b="1" dirty="0" err="1">
                <a:latin typeface="Candara" pitchFamily="34" charset="0"/>
                <a:cs typeface="Arial" pitchFamily="34" charset="0"/>
              </a:rPr>
              <a:t>Cambell</a:t>
            </a:r>
            <a:r>
              <a:rPr lang="en-US" altLang="en-US" sz="2000" b="1" dirty="0">
                <a:latin typeface="Candara" pitchFamily="34" charset="0"/>
                <a:cs typeface="Arial" pitchFamily="34" charset="0"/>
              </a:rPr>
              <a:t>,</a:t>
            </a:r>
            <a:r>
              <a:rPr lang="en-US" altLang="en-US" sz="2000" dirty="0">
                <a:latin typeface="Candara" pitchFamily="34" charset="0"/>
                <a:cs typeface="Arial" pitchFamily="34" charset="0"/>
              </a:rPr>
              <a:t> banned Urdu in the province at all levels, courts, administration and even schools.</a:t>
            </a:r>
          </a:p>
          <a:p>
            <a:pPr marL="342900" indent="-342900" algn="just">
              <a:lnSpc>
                <a:spcPct val="150000"/>
              </a:lnSpc>
              <a:buFont typeface="Arial" panose="020B0604020202020204" pitchFamily="34" charset="0"/>
              <a:buChar char="•"/>
            </a:pPr>
            <a:r>
              <a:rPr lang="en-US" altLang="en-US" sz="2000" dirty="0">
                <a:latin typeface="Candara" pitchFamily="34" charset="0"/>
                <a:cs typeface="Arial" pitchFamily="34" charset="0"/>
              </a:rPr>
              <a:t>This boosted the Hindus in other regions like NWFP, Punjab, Behar, Sindh, Oudh, etc. to counter Urdu there. </a:t>
            </a:r>
          </a:p>
          <a:p>
            <a:pPr marL="342900" indent="-342900" algn="just">
              <a:lnSpc>
                <a:spcPct val="150000"/>
              </a:lnSpc>
              <a:buFont typeface="Arial" panose="020B0604020202020204" pitchFamily="34" charset="0"/>
              <a:buChar char="•"/>
            </a:pPr>
            <a:r>
              <a:rPr lang="en-US" altLang="en-US" sz="2000" dirty="0">
                <a:latin typeface="Candara" pitchFamily="34" charset="0"/>
                <a:cs typeface="Arial" pitchFamily="34" charset="0"/>
              </a:rPr>
              <a:t>Meetings were held of the Hindus in which thousands of them signed memorials supporting the cause of elimination of Urdu. </a:t>
            </a:r>
            <a:endParaRPr lang="en-US" altLang="en-US" b="1" dirty="0">
              <a:latin typeface="Candara" pitchFamily="34" charset="0"/>
              <a:cs typeface="Arial" pitchFamily="34" charset="0"/>
            </a:endParaRPr>
          </a:p>
        </p:txBody>
      </p:sp>
      <p:sp>
        <p:nvSpPr>
          <p:cNvPr id="2" name="Slide Number Placeholder 1"/>
          <p:cNvSpPr>
            <a:spLocks noGrp="1"/>
          </p:cNvSpPr>
          <p:nvPr>
            <p:ph type="sldNum" sz="quarter" idx="12"/>
          </p:nvPr>
        </p:nvSpPr>
        <p:spPr/>
        <p:txBody>
          <a:bodyPr/>
          <a:lstStyle/>
          <a:p>
            <a:fld id="{08A8661F-1CDE-4F7E-AE93-7F9785FD6839}" type="slidenum">
              <a:rPr lang="en-US" smtClean="0"/>
              <a:pPr/>
              <a:t>20</a:t>
            </a:fld>
            <a:endParaRPr lang="en-US" dirty="0"/>
          </a:p>
        </p:txBody>
      </p:sp>
      <p:pic>
        <p:nvPicPr>
          <p:cNvPr id="39" name="Picture 38" descr="https://i.vimeocdn.com/portrait/10125853_300x300"/>
          <p:cNvPicPr>
            <a:picLocks noChangeAspect="1" noChangeArrowheads="1"/>
          </p:cNvPicPr>
          <p:nvPr/>
        </p:nvPicPr>
        <p:blipFill>
          <a:blip r:embed="rId3" cstate="print">
            <a:extLst>
              <a:ext uri="{BEBA8EAE-BF5A-486C-A8C5-ECC9F3942E4B}">
                <a14:imgProps xmlns="" xmlns:a14="http://schemas.microsoft.com/office/drawing/2010/main">
                  <a14:imgLayer r:embed="rId4">
                    <a14:imgEffect>
                      <a14:sharpenSoften amount="50000"/>
                    </a14:imgEffect>
                    <a14:imgEffect>
                      <a14:brightnessContrast contrast="-40000"/>
                    </a14:imgEffect>
                  </a14:imgLayer>
                </a14:imgProps>
              </a:ext>
              <a:ext uri="{28A0092B-C50C-407E-A947-70E740481C1C}">
                <a14:useLocalDpi xmlns="" xmlns:a14="http://schemas.microsoft.com/office/drawing/2010/main" val="0"/>
              </a:ext>
            </a:extLst>
          </a:blip>
          <a:srcRect/>
          <a:stretch>
            <a:fillRect/>
          </a:stretch>
        </p:blipFill>
        <p:spPr bwMode="auto">
          <a:xfrm>
            <a:off x="7602847" y="456159"/>
            <a:ext cx="1143000" cy="1143000"/>
          </a:xfrm>
          <a:prstGeom prst="rect">
            <a:avLst/>
          </a:prstGeom>
          <a:noFill/>
          <a:extLst>
            <a:ext uri="{909E8E84-426E-40DD-AFC4-6F175D3DCCD1}">
              <a14:hiddenFill xmlns="" xmlns:a14="http://schemas.microsoft.com/office/drawing/2010/main">
                <a:solidFill>
                  <a:srgbClr val="FFFFFF"/>
                </a:solidFill>
              </a14:hiddenFill>
            </a:ext>
          </a:extLst>
        </p:spPr>
      </p:pic>
      <p:grpSp>
        <p:nvGrpSpPr>
          <p:cNvPr id="40" name="Group 39"/>
          <p:cNvGrpSpPr/>
          <p:nvPr/>
        </p:nvGrpSpPr>
        <p:grpSpPr>
          <a:xfrm rot="10800000" flipV="1">
            <a:off x="857221" y="1405300"/>
            <a:ext cx="6037811" cy="45719"/>
            <a:chOff x="0" y="5791200"/>
            <a:chExt cx="8084345" cy="330200"/>
          </a:xfrm>
        </p:grpSpPr>
        <p:sp>
          <p:nvSpPr>
            <p:cNvPr id="41" name="Rectangle 40"/>
            <p:cNvSpPr/>
            <p:nvPr/>
          </p:nvSpPr>
          <p:spPr>
            <a:xfrm>
              <a:off x="0" y="5791200"/>
              <a:ext cx="1064261" cy="330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p:cNvSpPr/>
            <p:nvPr/>
          </p:nvSpPr>
          <p:spPr>
            <a:xfrm>
              <a:off x="1066800" y="5791200"/>
              <a:ext cx="997745" cy="3302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p:cNvSpPr/>
            <p:nvPr/>
          </p:nvSpPr>
          <p:spPr>
            <a:xfrm>
              <a:off x="2057400" y="5791200"/>
              <a:ext cx="997745" cy="3302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p:cNvSpPr/>
            <p:nvPr/>
          </p:nvSpPr>
          <p:spPr>
            <a:xfrm>
              <a:off x="3048000" y="5791200"/>
              <a:ext cx="997745" cy="3302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Rectangle 44"/>
            <p:cNvSpPr/>
            <p:nvPr/>
          </p:nvSpPr>
          <p:spPr>
            <a:xfrm>
              <a:off x="4038600" y="5791200"/>
              <a:ext cx="997745" cy="330200"/>
            </a:xfrm>
            <a:prstGeom prst="rect">
              <a:avLst/>
            </a:prstGeom>
            <a:solidFill>
              <a:srgbClr val="235F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p:cNvSpPr/>
            <p:nvPr/>
          </p:nvSpPr>
          <p:spPr>
            <a:xfrm>
              <a:off x="5029200" y="5791200"/>
              <a:ext cx="1122463" cy="33020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p:cNvSpPr/>
            <p:nvPr/>
          </p:nvSpPr>
          <p:spPr>
            <a:xfrm>
              <a:off x="6096000" y="5791200"/>
              <a:ext cx="997745" cy="3302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p:cNvSpPr/>
            <p:nvPr/>
          </p:nvSpPr>
          <p:spPr>
            <a:xfrm>
              <a:off x="7086600" y="5791200"/>
              <a:ext cx="997745" cy="330200"/>
            </a:xfrm>
            <a:prstGeom prst="rect">
              <a:avLst/>
            </a:prstGeom>
            <a:solidFill>
              <a:srgbClr val="5440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3" name="Rectangle 32"/>
          <p:cNvSpPr/>
          <p:nvPr/>
        </p:nvSpPr>
        <p:spPr>
          <a:xfrm>
            <a:off x="7373012" y="381000"/>
            <a:ext cx="1542388" cy="12633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 xmlns:p14="http://schemas.microsoft.com/office/powerpoint/2010/main" val="1500493654"/>
      </p:ext>
    </p:extLst>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6">
                                            <p:txEl>
                                              <p:pRg st="0" end="0"/>
                                            </p:txEl>
                                          </p:spTgt>
                                        </p:tgtEl>
                                        <p:attrNameLst>
                                          <p:attrName>style.color</p:attrName>
                                        </p:attrNameLst>
                                      </p:cBhvr>
                                      <p:to>
                                        <a:srgbClr val="000000"/>
                                      </p:to>
                                    </p:animClr>
                                    <p:animClr clrSpc="rgb" dir="cw">
                                      <p:cBhvr>
                                        <p:cTn id="7" dur="500" fill="hold"/>
                                        <p:tgtEl>
                                          <p:spTgt spid="6">
                                            <p:txEl>
                                              <p:pRg st="0" end="0"/>
                                            </p:txEl>
                                          </p:spTgt>
                                        </p:tgtEl>
                                        <p:attrNameLst>
                                          <p:attrName>fillcolor</p:attrName>
                                        </p:attrNameLst>
                                      </p:cBhvr>
                                      <p:to>
                                        <a:srgbClr val="000000"/>
                                      </p:to>
                                    </p:animClr>
                                    <p:set>
                                      <p:cBhvr>
                                        <p:cTn id="8" dur="500" fill="hold"/>
                                        <p:tgtEl>
                                          <p:spTgt spid="6">
                                            <p:txEl>
                                              <p:pRg st="0" end="0"/>
                                            </p:txEl>
                                          </p:spTgt>
                                        </p:tgtEl>
                                        <p:attrNameLst>
                                          <p:attrName>fill.type</p:attrName>
                                        </p:attrNameLst>
                                      </p:cBhvr>
                                      <p:to>
                                        <p:strVal val="solid"/>
                                      </p:to>
                                    </p:set>
                                    <p:set>
                                      <p:cBhvr>
                                        <p:cTn id="9" dur="500" fill="hold"/>
                                        <p:tgtEl>
                                          <p:spTgt spid="6">
                                            <p:txEl>
                                              <p:pRg st="0" end="0"/>
                                            </p:txEl>
                                          </p:spTgt>
                                        </p:tgtEl>
                                        <p:attrNameLst>
                                          <p:attrName>fill.on</p:attrName>
                                        </p:attrNameLst>
                                      </p:cBhvr>
                                      <p:to>
                                        <p:strVal val="true"/>
                                      </p:to>
                                    </p:set>
                                  </p:childTnLst>
                                </p:cTn>
                              </p:par>
                            </p:childTnLst>
                          </p:cTn>
                        </p:par>
                      </p:childTnLst>
                    </p:cTn>
                  </p:par>
                  <p:par>
                    <p:cTn id="10" fill="hold">
                      <p:stCondLst>
                        <p:cond delay="indefinite"/>
                      </p:stCondLst>
                      <p:childTnLst>
                        <p:par>
                          <p:cTn id="11" fill="hold">
                            <p:stCondLst>
                              <p:cond delay="0"/>
                            </p:stCondLst>
                            <p:childTnLst>
                              <p:par>
                                <p:cTn id="12" presetID="19" presetClass="emph" presetSubtype="0" fill="hold" nodeType="clickEffect">
                                  <p:stCondLst>
                                    <p:cond delay="0"/>
                                  </p:stCondLst>
                                  <p:childTnLst>
                                    <p:animClr clrSpc="rgb" dir="cw">
                                      <p:cBhvr override="childStyle">
                                        <p:cTn id="13" dur="500" fill="hold"/>
                                        <p:tgtEl>
                                          <p:spTgt spid="6">
                                            <p:txEl>
                                              <p:pRg st="1" end="1"/>
                                            </p:txEl>
                                          </p:spTgt>
                                        </p:tgtEl>
                                        <p:attrNameLst>
                                          <p:attrName>style.color</p:attrName>
                                        </p:attrNameLst>
                                      </p:cBhvr>
                                      <p:to>
                                        <a:srgbClr val="000000"/>
                                      </p:to>
                                    </p:animClr>
                                    <p:animClr clrSpc="rgb" dir="cw">
                                      <p:cBhvr>
                                        <p:cTn id="14" dur="500" fill="hold"/>
                                        <p:tgtEl>
                                          <p:spTgt spid="6">
                                            <p:txEl>
                                              <p:pRg st="1" end="1"/>
                                            </p:txEl>
                                          </p:spTgt>
                                        </p:tgtEl>
                                        <p:attrNameLst>
                                          <p:attrName>fillcolor</p:attrName>
                                        </p:attrNameLst>
                                      </p:cBhvr>
                                      <p:to>
                                        <a:srgbClr val="000000"/>
                                      </p:to>
                                    </p:animClr>
                                    <p:set>
                                      <p:cBhvr>
                                        <p:cTn id="15" dur="500" fill="hold"/>
                                        <p:tgtEl>
                                          <p:spTgt spid="6">
                                            <p:txEl>
                                              <p:pRg st="1" end="1"/>
                                            </p:txEl>
                                          </p:spTgt>
                                        </p:tgtEl>
                                        <p:attrNameLst>
                                          <p:attrName>fill.type</p:attrName>
                                        </p:attrNameLst>
                                      </p:cBhvr>
                                      <p:to>
                                        <p:strVal val="solid"/>
                                      </p:to>
                                    </p:set>
                                    <p:set>
                                      <p:cBhvr>
                                        <p:cTn id="16" dur="500" fill="hold"/>
                                        <p:tgtEl>
                                          <p:spTgt spid="6">
                                            <p:txEl>
                                              <p:pRg st="1" end="1"/>
                                            </p:txEl>
                                          </p:spTgt>
                                        </p:tgtEl>
                                        <p:attrNameLst>
                                          <p:attrName>fill.on</p:attrName>
                                        </p:attrNameLst>
                                      </p:cBhvr>
                                      <p:to>
                                        <p:strVal val="true"/>
                                      </p:to>
                                    </p:set>
                                  </p:childTnLst>
                                </p:cTn>
                              </p:par>
                            </p:childTnLst>
                          </p:cTn>
                        </p:par>
                      </p:childTnLst>
                    </p:cTn>
                  </p:par>
                  <p:par>
                    <p:cTn id="17" fill="hold">
                      <p:stCondLst>
                        <p:cond delay="indefinite"/>
                      </p:stCondLst>
                      <p:childTnLst>
                        <p:par>
                          <p:cTn id="18" fill="hold">
                            <p:stCondLst>
                              <p:cond delay="0"/>
                            </p:stCondLst>
                            <p:childTnLst>
                              <p:par>
                                <p:cTn id="19" presetID="19" presetClass="emph" presetSubtype="0" fill="hold" nodeType="clickEffect">
                                  <p:stCondLst>
                                    <p:cond delay="0"/>
                                  </p:stCondLst>
                                  <p:childTnLst>
                                    <p:animClr clrSpc="rgb" dir="cw">
                                      <p:cBhvr override="childStyle">
                                        <p:cTn id="20" dur="500" fill="hold"/>
                                        <p:tgtEl>
                                          <p:spTgt spid="6">
                                            <p:txEl>
                                              <p:pRg st="2" end="2"/>
                                            </p:txEl>
                                          </p:spTgt>
                                        </p:tgtEl>
                                        <p:attrNameLst>
                                          <p:attrName>style.color</p:attrName>
                                        </p:attrNameLst>
                                      </p:cBhvr>
                                      <p:to>
                                        <a:srgbClr val="000000"/>
                                      </p:to>
                                    </p:animClr>
                                    <p:animClr clrSpc="rgb" dir="cw">
                                      <p:cBhvr>
                                        <p:cTn id="21" dur="500" fill="hold"/>
                                        <p:tgtEl>
                                          <p:spTgt spid="6">
                                            <p:txEl>
                                              <p:pRg st="2" end="2"/>
                                            </p:txEl>
                                          </p:spTgt>
                                        </p:tgtEl>
                                        <p:attrNameLst>
                                          <p:attrName>fillcolor</p:attrName>
                                        </p:attrNameLst>
                                      </p:cBhvr>
                                      <p:to>
                                        <a:srgbClr val="000000"/>
                                      </p:to>
                                    </p:animClr>
                                    <p:set>
                                      <p:cBhvr>
                                        <p:cTn id="22" dur="500" fill="hold"/>
                                        <p:tgtEl>
                                          <p:spTgt spid="6">
                                            <p:txEl>
                                              <p:pRg st="2" end="2"/>
                                            </p:txEl>
                                          </p:spTgt>
                                        </p:tgtEl>
                                        <p:attrNameLst>
                                          <p:attrName>fill.type</p:attrName>
                                        </p:attrNameLst>
                                      </p:cBhvr>
                                      <p:to>
                                        <p:strVal val="solid"/>
                                      </p:to>
                                    </p:set>
                                    <p:set>
                                      <p:cBhvr>
                                        <p:cTn id="23" dur="500" fill="hold"/>
                                        <p:tgtEl>
                                          <p:spTgt spid="6">
                                            <p:txEl>
                                              <p:pRg st="2" end="2"/>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85801" y="735271"/>
            <a:ext cx="6517658" cy="584775"/>
          </a:xfrm>
          <a:prstGeom prst="rect">
            <a:avLst/>
          </a:prstGeom>
          <a:noFill/>
        </p:spPr>
        <p:txBody>
          <a:bodyPr wrap="square" rtlCol="0">
            <a:spAutoFit/>
          </a:bodyPr>
          <a:lstStyle/>
          <a:p>
            <a:r>
              <a:rPr lang="en-US" sz="3200" b="1" dirty="0">
                <a:solidFill>
                  <a:schemeClr val="tx2"/>
                </a:solidFill>
                <a:latin typeface="Candara" pitchFamily="34" charset="0"/>
                <a:cs typeface="Arial" pitchFamily="34" charset="0"/>
              </a:rPr>
              <a:t>Urdu-Hindi Controversy [8/10]</a:t>
            </a:r>
          </a:p>
        </p:txBody>
      </p:sp>
      <p:sp>
        <p:nvSpPr>
          <p:cNvPr id="6" name="TextBox 5"/>
          <p:cNvSpPr txBox="1"/>
          <p:nvPr/>
        </p:nvSpPr>
        <p:spPr>
          <a:xfrm>
            <a:off x="685801" y="1676400"/>
            <a:ext cx="8020022" cy="4708981"/>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US" altLang="en-US" sz="2000" dirty="0">
                <a:latin typeface="Candara" pitchFamily="34" charset="0"/>
                <a:cs typeface="Arial" pitchFamily="34" charset="0"/>
              </a:rPr>
              <a:t>The circumstances became even more hard for the Muslims and their language when </a:t>
            </a:r>
            <a:r>
              <a:rPr lang="en-US" altLang="en-US" sz="2000" b="1" dirty="0">
                <a:latin typeface="Candara" pitchFamily="34" charset="0"/>
                <a:cs typeface="Arial" pitchFamily="34" charset="0"/>
              </a:rPr>
              <a:t>Anthony </a:t>
            </a:r>
            <a:r>
              <a:rPr lang="en-US" altLang="en-US" sz="2000" b="1" dirty="0" err="1">
                <a:latin typeface="Candara" pitchFamily="34" charset="0"/>
                <a:cs typeface="Arial" pitchFamily="34" charset="0"/>
              </a:rPr>
              <a:t>MacDonnel</a:t>
            </a:r>
            <a:r>
              <a:rPr lang="en-US" altLang="en-US" sz="2000" b="1" dirty="0">
                <a:latin typeface="Candara" pitchFamily="34" charset="0"/>
                <a:cs typeface="Arial" pitchFamily="34" charset="0"/>
              </a:rPr>
              <a:t> </a:t>
            </a:r>
            <a:r>
              <a:rPr lang="en-US" altLang="en-US" sz="2000" dirty="0">
                <a:latin typeface="Candara" pitchFamily="34" charset="0"/>
                <a:cs typeface="Arial" pitchFamily="34" charset="0"/>
              </a:rPr>
              <a:t>became the governor of UP in 1900. He was a pro-Hindu and thus anti-Muslim. </a:t>
            </a:r>
          </a:p>
          <a:p>
            <a:pPr marL="342900" indent="-342900" algn="just">
              <a:lnSpc>
                <a:spcPct val="150000"/>
              </a:lnSpc>
              <a:buFont typeface="Arial" panose="020B0604020202020204" pitchFamily="34" charset="0"/>
              <a:buChar char="•"/>
            </a:pPr>
            <a:r>
              <a:rPr lang="en-US" altLang="en-US" sz="2000" dirty="0">
                <a:latin typeface="Candara" pitchFamily="34" charset="0"/>
                <a:cs typeface="Arial" pitchFamily="34" charset="0"/>
              </a:rPr>
              <a:t>He dismissed Urdu as the official language of UP, which was in fact considered to be the home of Urdu language. </a:t>
            </a:r>
          </a:p>
          <a:p>
            <a:pPr marL="342900" indent="-342900" algn="just">
              <a:lnSpc>
                <a:spcPct val="150000"/>
              </a:lnSpc>
              <a:buFont typeface="Arial" panose="020B0604020202020204" pitchFamily="34" charset="0"/>
              <a:buChar char="•"/>
            </a:pPr>
            <a:r>
              <a:rPr lang="en-US" altLang="en-US" sz="2000" dirty="0">
                <a:latin typeface="Candara" pitchFamily="34" charset="0"/>
                <a:cs typeface="Arial" pitchFamily="34" charset="0"/>
              </a:rPr>
              <a:t>Issued orders and declared Hindi the official language of the province. </a:t>
            </a:r>
          </a:p>
          <a:p>
            <a:pPr marL="342900" indent="-342900" algn="just">
              <a:lnSpc>
                <a:spcPct val="150000"/>
              </a:lnSpc>
              <a:buFont typeface="Arial" panose="020B0604020202020204" pitchFamily="34" charset="0"/>
              <a:buChar char="•"/>
            </a:pPr>
            <a:r>
              <a:rPr lang="en-US" altLang="en-US" sz="2000" dirty="0">
                <a:latin typeface="Candara" pitchFamily="34" charset="0"/>
                <a:cs typeface="Arial" pitchFamily="34" charset="0"/>
              </a:rPr>
              <a:t>Sir Syed’s successors at Aligarh, mainly </a:t>
            </a:r>
            <a:r>
              <a:rPr lang="en-US" altLang="en-US" sz="2000" b="1" dirty="0">
                <a:latin typeface="Candara" pitchFamily="34" charset="0"/>
                <a:cs typeface="Arial" pitchFamily="34" charset="0"/>
              </a:rPr>
              <a:t>Nawab Mohsin-</a:t>
            </a:r>
            <a:r>
              <a:rPr lang="en-US" altLang="en-US" sz="2000" b="1" dirty="0" err="1">
                <a:latin typeface="Candara" pitchFamily="34" charset="0"/>
                <a:cs typeface="Arial" pitchFamily="34" charset="0"/>
              </a:rPr>
              <a:t>ul</a:t>
            </a:r>
            <a:r>
              <a:rPr lang="en-US" altLang="en-US" sz="2000" b="1" dirty="0">
                <a:latin typeface="Candara" pitchFamily="34" charset="0"/>
                <a:cs typeface="Arial" pitchFamily="34" charset="0"/>
              </a:rPr>
              <a:t>-</a:t>
            </a:r>
            <a:r>
              <a:rPr lang="en-US" altLang="en-US" sz="2000" b="1" dirty="0" err="1">
                <a:latin typeface="Candara" pitchFamily="34" charset="0"/>
                <a:cs typeface="Arial" pitchFamily="34" charset="0"/>
              </a:rPr>
              <a:t>Mulk</a:t>
            </a:r>
            <a:r>
              <a:rPr lang="en-US" altLang="en-US" sz="2000" dirty="0">
                <a:latin typeface="Candara" pitchFamily="34" charset="0"/>
                <a:cs typeface="Arial" pitchFamily="34" charset="0"/>
              </a:rPr>
              <a:t>, the Secretary of the Aligarh Trust, took action against </a:t>
            </a:r>
            <a:r>
              <a:rPr lang="en-US" altLang="en-US" sz="2000" dirty="0" err="1">
                <a:latin typeface="Candara" pitchFamily="34" charset="0"/>
                <a:cs typeface="Arial" pitchFamily="34" charset="0"/>
              </a:rPr>
              <a:t>MacDonnel’s</a:t>
            </a:r>
            <a:r>
              <a:rPr lang="en-US" altLang="en-US" sz="2000" dirty="0">
                <a:latin typeface="Candara" pitchFamily="34" charset="0"/>
                <a:cs typeface="Arial" pitchFamily="34" charset="0"/>
              </a:rPr>
              <a:t> act. </a:t>
            </a:r>
          </a:p>
          <a:p>
            <a:pPr marL="342900" indent="-342900" algn="just">
              <a:lnSpc>
                <a:spcPct val="150000"/>
              </a:lnSpc>
              <a:buFont typeface="Arial" panose="020B0604020202020204" pitchFamily="34" charset="0"/>
              <a:buChar char="•"/>
            </a:pPr>
            <a:r>
              <a:rPr lang="en-US" altLang="en-US" sz="2000" dirty="0">
                <a:latin typeface="Candara" pitchFamily="34" charset="0"/>
                <a:cs typeface="Arial" pitchFamily="34" charset="0"/>
              </a:rPr>
              <a:t>He called for a popular gathering of the supporters of Urdu at Aligarh and openly condemned governor’s work. </a:t>
            </a:r>
          </a:p>
        </p:txBody>
      </p:sp>
      <p:sp>
        <p:nvSpPr>
          <p:cNvPr id="2" name="Slide Number Placeholder 1"/>
          <p:cNvSpPr>
            <a:spLocks noGrp="1"/>
          </p:cNvSpPr>
          <p:nvPr>
            <p:ph type="sldNum" sz="quarter" idx="12"/>
          </p:nvPr>
        </p:nvSpPr>
        <p:spPr/>
        <p:txBody>
          <a:bodyPr/>
          <a:lstStyle/>
          <a:p>
            <a:fld id="{08A8661F-1CDE-4F7E-AE93-7F9785FD6839}" type="slidenum">
              <a:rPr lang="en-US" smtClean="0"/>
              <a:pPr/>
              <a:t>21</a:t>
            </a:fld>
            <a:endParaRPr lang="en-US" dirty="0"/>
          </a:p>
        </p:txBody>
      </p:sp>
      <p:pic>
        <p:nvPicPr>
          <p:cNvPr id="39" name="Picture 38" descr="https://i.vimeocdn.com/portrait/10125853_300x300"/>
          <p:cNvPicPr>
            <a:picLocks noChangeAspect="1" noChangeArrowheads="1"/>
          </p:cNvPicPr>
          <p:nvPr/>
        </p:nvPicPr>
        <p:blipFill>
          <a:blip r:embed="rId3" cstate="print">
            <a:extLst>
              <a:ext uri="{BEBA8EAE-BF5A-486C-A8C5-ECC9F3942E4B}">
                <a14:imgProps xmlns="" xmlns:a14="http://schemas.microsoft.com/office/drawing/2010/main">
                  <a14:imgLayer r:embed="rId4">
                    <a14:imgEffect>
                      <a14:sharpenSoften amount="50000"/>
                    </a14:imgEffect>
                    <a14:imgEffect>
                      <a14:brightnessContrast contrast="-40000"/>
                    </a14:imgEffect>
                  </a14:imgLayer>
                </a14:imgProps>
              </a:ext>
              <a:ext uri="{28A0092B-C50C-407E-A947-70E740481C1C}">
                <a14:useLocalDpi xmlns="" xmlns:a14="http://schemas.microsoft.com/office/drawing/2010/main" val="0"/>
              </a:ext>
            </a:extLst>
          </a:blip>
          <a:srcRect/>
          <a:stretch>
            <a:fillRect/>
          </a:stretch>
        </p:blipFill>
        <p:spPr bwMode="auto">
          <a:xfrm>
            <a:off x="7602847" y="456159"/>
            <a:ext cx="1143000" cy="1143000"/>
          </a:xfrm>
          <a:prstGeom prst="rect">
            <a:avLst/>
          </a:prstGeom>
          <a:noFill/>
          <a:extLst>
            <a:ext uri="{909E8E84-426E-40DD-AFC4-6F175D3DCCD1}">
              <a14:hiddenFill xmlns="" xmlns:a14="http://schemas.microsoft.com/office/drawing/2010/main">
                <a:solidFill>
                  <a:srgbClr val="FFFFFF"/>
                </a:solidFill>
              </a14:hiddenFill>
            </a:ext>
          </a:extLst>
        </p:spPr>
      </p:pic>
      <p:grpSp>
        <p:nvGrpSpPr>
          <p:cNvPr id="40" name="Group 39"/>
          <p:cNvGrpSpPr/>
          <p:nvPr/>
        </p:nvGrpSpPr>
        <p:grpSpPr>
          <a:xfrm rot="10800000" flipV="1">
            <a:off x="857221" y="1405300"/>
            <a:ext cx="6037811" cy="45719"/>
            <a:chOff x="0" y="5791200"/>
            <a:chExt cx="8084345" cy="330200"/>
          </a:xfrm>
        </p:grpSpPr>
        <p:sp>
          <p:nvSpPr>
            <p:cNvPr id="41" name="Rectangle 40"/>
            <p:cNvSpPr/>
            <p:nvPr/>
          </p:nvSpPr>
          <p:spPr>
            <a:xfrm>
              <a:off x="0" y="5791200"/>
              <a:ext cx="1064261" cy="330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p:cNvSpPr/>
            <p:nvPr/>
          </p:nvSpPr>
          <p:spPr>
            <a:xfrm>
              <a:off x="1066800" y="5791200"/>
              <a:ext cx="997745" cy="3302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p:cNvSpPr/>
            <p:nvPr/>
          </p:nvSpPr>
          <p:spPr>
            <a:xfrm>
              <a:off x="2057400" y="5791200"/>
              <a:ext cx="997745" cy="3302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p:cNvSpPr/>
            <p:nvPr/>
          </p:nvSpPr>
          <p:spPr>
            <a:xfrm>
              <a:off x="3048000" y="5791200"/>
              <a:ext cx="997745" cy="3302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Rectangle 44"/>
            <p:cNvSpPr/>
            <p:nvPr/>
          </p:nvSpPr>
          <p:spPr>
            <a:xfrm>
              <a:off x="4038600" y="5791200"/>
              <a:ext cx="997745" cy="330200"/>
            </a:xfrm>
            <a:prstGeom prst="rect">
              <a:avLst/>
            </a:prstGeom>
            <a:solidFill>
              <a:srgbClr val="235F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p:cNvSpPr/>
            <p:nvPr/>
          </p:nvSpPr>
          <p:spPr>
            <a:xfrm>
              <a:off x="5029200" y="5791200"/>
              <a:ext cx="1122463" cy="33020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p:cNvSpPr/>
            <p:nvPr/>
          </p:nvSpPr>
          <p:spPr>
            <a:xfrm>
              <a:off x="6096000" y="5791200"/>
              <a:ext cx="997745" cy="3302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p:cNvSpPr/>
            <p:nvPr/>
          </p:nvSpPr>
          <p:spPr>
            <a:xfrm>
              <a:off x="7086600" y="5791200"/>
              <a:ext cx="997745" cy="330200"/>
            </a:xfrm>
            <a:prstGeom prst="rect">
              <a:avLst/>
            </a:prstGeom>
            <a:solidFill>
              <a:srgbClr val="5440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3" name="Rectangle 32"/>
          <p:cNvSpPr/>
          <p:nvPr/>
        </p:nvSpPr>
        <p:spPr>
          <a:xfrm>
            <a:off x="7373012" y="381000"/>
            <a:ext cx="1542388" cy="12633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 xmlns:p14="http://schemas.microsoft.com/office/powerpoint/2010/main" val="570731964"/>
      </p:ext>
    </p:extLst>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6">
                                            <p:txEl>
                                              <p:pRg st="0" end="0"/>
                                            </p:txEl>
                                          </p:spTgt>
                                        </p:tgtEl>
                                        <p:attrNameLst>
                                          <p:attrName>style.color</p:attrName>
                                        </p:attrNameLst>
                                      </p:cBhvr>
                                      <p:to>
                                        <a:srgbClr val="000000"/>
                                      </p:to>
                                    </p:animClr>
                                    <p:animClr clrSpc="rgb" dir="cw">
                                      <p:cBhvr>
                                        <p:cTn id="7" dur="500" fill="hold"/>
                                        <p:tgtEl>
                                          <p:spTgt spid="6">
                                            <p:txEl>
                                              <p:pRg st="0" end="0"/>
                                            </p:txEl>
                                          </p:spTgt>
                                        </p:tgtEl>
                                        <p:attrNameLst>
                                          <p:attrName>fillcolor</p:attrName>
                                        </p:attrNameLst>
                                      </p:cBhvr>
                                      <p:to>
                                        <a:srgbClr val="000000"/>
                                      </p:to>
                                    </p:animClr>
                                    <p:set>
                                      <p:cBhvr>
                                        <p:cTn id="8" dur="500" fill="hold"/>
                                        <p:tgtEl>
                                          <p:spTgt spid="6">
                                            <p:txEl>
                                              <p:pRg st="0" end="0"/>
                                            </p:txEl>
                                          </p:spTgt>
                                        </p:tgtEl>
                                        <p:attrNameLst>
                                          <p:attrName>fill.type</p:attrName>
                                        </p:attrNameLst>
                                      </p:cBhvr>
                                      <p:to>
                                        <p:strVal val="solid"/>
                                      </p:to>
                                    </p:set>
                                    <p:set>
                                      <p:cBhvr>
                                        <p:cTn id="9" dur="500" fill="hold"/>
                                        <p:tgtEl>
                                          <p:spTgt spid="6">
                                            <p:txEl>
                                              <p:pRg st="0" end="0"/>
                                            </p:txEl>
                                          </p:spTgt>
                                        </p:tgtEl>
                                        <p:attrNameLst>
                                          <p:attrName>fill.on</p:attrName>
                                        </p:attrNameLst>
                                      </p:cBhvr>
                                      <p:to>
                                        <p:strVal val="true"/>
                                      </p:to>
                                    </p:set>
                                  </p:childTnLst>
                                </p:cTn>
                              </p:par>
                            </p:childTnLst>
                          </p:cTn>
                        </p:par>
                      </p:childTnLst>
                    </p:cTn>
                  </p:par>
                  <p:par>
                    <p:cTn id="10" fill="hold">
                      <p:stCondLst>
                        <p:cond delay="indefinite"/>
                      </p:stCondLst>
                      <p:childTnLst>
                        <p:par>
                          <p:cTn id="11" fill="hold">
                            <p:stCondLst>
                              <p:cond delay="0"/>
                            </p:stCondLst>
                            <p:childTnLst>
                              <p:par>
                                <p:cTn id="12" presetID="19" presetClass="emph" presetSubtype="0" fill="hold" nodeType="clickEffect">
                                  <p:stCondLst>
                                    <p:cond delay="0"/>
                                  </p:stCondLst>
                                  <p:childTnLst>
                                    <p:animClr clrSpc="rgb" dir="cw">
                                      <p:cBhvr override="childStyle">
                                        <p:cTn id="13" dur="500" fill="hold"/>
                                        <p:tgtEl>
                                          <p:spTgt spid="6">
                                            <p:txEl>
                                              <p:pRg st="1" end="1"/>
                                            </p:txEl>
                                          </p:spTgt>
                                        </p:tgtEl>
                                        <p:attrNameLst>
                                          <p:attrName>style.color</p:attrName>
                                        </p:attrNameLst>
                                      </p:cBhvr>
                                      <p:to>
                                        <a:srgbClr val="000000"/>
                                      </p:to>
                                    </p:animClr>
                                    <p:animClr clrSpc="rgb" dir="cw">
                                      <p:cBhvr>
                                        <p:cTn id="14" dur="500" fill="hold"/>
                                        <p:tgtEl>
                                          <p:spTgt spid="6">
                                            <p:txEl>
                                              <p:pRg st="1" end="1"/>
                                            </p:txEl>
                                          </p:spTgt>
                                        </p:tgtEl>
                                        <p:attrNameLst>
                                          <p:attrName>fillcolor</p:attrName>
                                        </p:attrNameLst>
                                      </p:cBhvr>
                                      <p:to>
                                        <a:srgbClr val="000000"/>
                                      </p:to>
                                    </p:animClr>
                                    <p:set>
                                      <p:cBhvr>
                                        <p:cTn id="15" dur="500" fill="hold"/>
                                        <p:tgtEl>
                                          <p:spTgt spid="6">
                                            <p:txEl>
                                              <p:pRg st="1" end="1"/>
                                            </p:txEl>
                                          </p:spTgt>
                                        </p:tgtEl>
                                        <p:attrNameLst>
                                          <p:attrName>fill.type</p:attrName>
                                        </p:attrNameLst>
                                      </p:cBhvr>
                                      <p:to>
                                        <p:strVal val="solid"/>
                                      </p:to>
                                    </p:set>
                                    <p:set>
                                      <p:cBhvr>
                                        <p:cTn id="16" dur="500" fill="hold"/>
                                        <p:tgtEl>
                                          <p:spTgt spid="6">
                                            <p:txEl>
                                              <p:pRg st="1" end="1"/>
                                            </p:txEl>
                                          </p:spTgt>
                                        </p:tgtEl>
                                        <p:attrNameLst>
                                          <p:attrName>fill.on</p:attrName>
                                        </p:attrNameLst>
                                      </p:cBhvr>
                                      <p:to>
                                        <p:strVal val="true"/>
                                      </p:to>
                                    </p:set>
                                  </p:childTnLst>
                                </p:cTn>
                              </p:par>
                            </p:childTnLst>
                          </p:cTn>
                        </p:par>
                      </p:childTnLst>
                    </p:cTn>
                  </p:par>
                  <p:par>
                    <p:cTn id="17" fill="hold">
                      <p:stCondLst>
                        <p:cond delay="indefinite"/>
                      </p:stCondLst>
                      <p:childTnLst>
                        <p:par>
                          <p:cTn id="18" fill="hold">
                            <p:stCondLst>
                              <p:cond delay="0"/>
                            </p:stCondLst>
                            <p:childTnLst>
                              <p:par>
                                <p:cTn id="19" presetID="19" presetClass="emph" presetSubtype="0" fill="hold" nodeType="clickEffect">
                                  <p:stCondLst>
                                    <p:cond delay="0"/>
                                  </p:stCondLst>
                                  <p:childTnLst>
                                    <p:animClr clrSpc="rgb" dir="cw">
                                      <p:cBhvr override="childStyle">
                                        <p:cTn id="20" dur="500" fill="hold"/>
                                        <p:tgtEl>
                                          <p:spTgt spid="6">
                                            <p:txEl>
                                              <p:pRg st="2" end="2"/>
                                            </p:txEl>
                                          </p:spTgt>
                                        </p:tgtEl>
                                        <p:attrNameLst>
                                          <p:attrName>style.color</p:attrName>
                                        </p:attrNameLst>
                                      </p:cBhvr>
                                      <p:to>
                                        <a:srgbClr val="000000"/>
                                      </p:to>
                                    </p:animClr>
                                    <p:animClr clrSpc="rgb" dir="cw">
                                      <p:cBhvr>
                                        <p:cTn id="21" dur="500" fill="hold"/>
                                        <p:tgtEl>
                                          <p:spTgt spid="6">
                                            <p:txEl>
                                              <p:pRg st="2" end="2"/>
                                            </p:txEl>
                                          </p:spTgt>
                                        </p:tgtEl>
                                        <p:attrNameLst>
                                          <p:attrName>fillcolor</p:attrName>
                                        </p:attrNameLst>
                                      </p:cBhvr>
                                      <p:to>
                                        <a:srgbClr val="000000"/>
                                      </p:to>
                                    </p:animClr>
                                    <p:set>
                                      <p:cBhvr>
                                        <p:cTn id="22" dur="500" fill="hold"/>
                                        <p:tgtEl>
                                          <p:spTgt spid="6">
                                            <p:txEl>
                                              <p:pRg st="2" end="2"/>
                                            </p:txEl>
                                          </p:spTgt>
                                        </p:tgtEl>
                                        <p:attrNameLst>
                                          <p:attrName>fill.type</p:attrName>
                                        </p:attrNameLst>
                                      </p:cBhvr>
                                      <p:to>
                                        <p:strVal val="solid"/>
                                      </p:to>
                                    </p:set>
                                    <p:set>
                                      <p:cBhvr>
                                        <p:cTn id="23" dur="500" fill="hold"/>
                                        <p:tgtEl>
                                          <p:spTgt spid="6">
                                            <p:txEl>
                                              <p:pRg st="2" end="2"/>
                                            </p:txEl>
                                          </p:spTgt>
                                        </p:tgtEl>
                                        <p:attrNameLst>
                                          <p:attrName>fill.on</p:attrName>
                                        </p:attrNameLst>
                                      </p:cBhvr>
                                      <p:to>
                                        <p:strVal val="true"/>
                                      </p:to>
                                    </p:set>
                                  </p:childTnLst>
                                </p:cTn>
                              </p:par>
                            </p:childTnLst>
                          </p:cTn>
                        </p:par>
                      </p:childTnLst>
                    </p:cTn>
                  </p:par>
                  <p:par>
                    <p:cTn id="24" fill="hold">
                      <p:stCondLst>
                        <p:cond delay="indefinite"/>
                      </p:stCondLst>
                      <p:childTnLst>
                        <p:par>
                          <p:cTn id="25" fill="hold">
                            <p:stCondLst>
                              <p:cond delay="0"/>
                            </p:stCondLst>
                            <p:childTnLst>
                              <p:par>
                                <p:cTn id="26" presetID="19" presetClass="emph" presetSubtype="0" fill="hold" nodeType="clickEffect">
                                  <p:stCondLst>
                                    <p:cond delay="0"/>
                                  </p:stCondLst>
                                  <p:childTnLst>
                                    <p:animClr clrSpc="rgb" dir="cw">
                                      <p:cBhvr override="childStyle">
                                        <p:cTn id="27" dur="500" fill="hold"/>
                                        <p:tgtEl>
                                          <p:spTgt spid="6">
                                            <p:txEl>
                                              <p:pRg st="3" end="3"/>
                                            </p:txEl>
                                          </p:spTgt>
                                        </p:tgtEl>
                                        <p:attrNameLst>
                                          <p:attrName>style.color</p:attrName>
                                        </p:attrNameLst>
                                      </p:cBhvr>
                                      <p:to>
                                        <a:srgbClr val="000000"/>
                                      </p:to>
                                    </p:animClr>
                                    <p:animClr clrSpc="rgb" dir="cw">
                                      <p:cBhvr>
                                        <p:cTn id="28" dur="500" fill="hold"/>
                                        <p:tgtEl>
                                          <p:spTgt spid="6">
                                            <p:txEl>
                                              <p:pRg st="3" end="3"/>
                                            </p:txEl>
                                          </p:spTgt>
                                        </p:tgtEl>
                                        <p:attrNameLst>
                                          <p:attrName>fillcolor</p:attrName>
                                        </p:attrNameLst>
                                      </p:cBhvr>
                                      <p:to>
                                        <a:srgbClr val="000000"/>
                                      </p:to>
                                    </p:animClr>
                                    <p:set>
                                      <p:cBhvr>
                                        <p:cTn id="29" dur="500" fill="hold"/>
                                        <p:tgtEl>
                                          <p:spTgt spid="6">
                                            <p:txEl>
                                              <p:pRg st="3" end="3"/>
                                            </p:txEl>
                                          </p:spTgt>
                                        </p:tgtEl>
                                        <p:attrNameLst>
                                          <p:attrName>fill.type</p:attrName>
                                        </p:attrNameLst>
                                      </p:cBhvr>
                                      <p:to>
                                        <p:strVal val="solid"/>
                                      </p:to>
                                    </p:set>
                                    <p:set>
                                      <p:cBhvr>
                                        <p:cTn id="30" dur="500" fill="hold"/>
                                        <p:tgtEl>
                                          <p:spTgt spid="6">
                                            <p:txEl>
                                              <p:pRg st="3" end="3"/>
                                            </p:txEl>
                                          </p:spTgt>
                                        </p:tgtEl>
                                        <p:attrNameLst>
                                          <p:attrName>fill.on</p:attrName>
                                        </p:attrNameLst>
                                      </p:cBhvr>
                                      <p:to>
                                        <p:strVal val="true"/>
                                      </p:to>
                                    </p:set>
                                  </p:childTnLst>
                                </p:cTn>
                              </p:par>
                            </p:childTnLst>
                          </p:cTn>
                        </p:par>
                      </p:childTnLst>
                    </p:cTn>
                  </p:par>
                  <p:par>
                    <p:cTn id="31" fill="hold">
                      <p:stCondLst>
                        <p:cond delay="indefinite"/>
                      </p:stCondLst>
                      <p:childTnLst>
                        <p:par>
                          <p:cTn id="32" fill="hold">
                            <p:stCondLst>
                              <p:cond delay="0"/>
                            </p:stCondLst>
                            <p:childTnLst>
                              <p:par>
                                <p:cTn id="33" presetID="19" presetClass="emph" presetSubtype="0" fill="hold" nodeType="clickEffect">
                                  <p:stCondLst>
                                    <p:cond delay="0"/>
                                  </p:stCondLst>
                                  <p:childTnLst>
                                    <p:animClr clrSpc="rgb" dir="cw">
                                      <p:cBhvr override="childStyle">
                                        <p:cTn id="34" dur="500" fill="hold"/>
                                        <p:tgtEl>
                                          <p:spTgt spid="6">
                                            <p:txEl>
                                              <p:pRg st="4" end="4"/>
                                            </p:txEl>
                                          </p:spTgt>
                                        </p:tgtEl>
                                        <p:attrNameLst>
                                          <p:attrName>style.color</p:attrName>
                                        </p:attrNameLst>
                                      </p:cBhvr>
                                      <p:to>
                                        <a:srgbClr val="000000"/>
                                      </p:to>
                                    </p:animClr>
                                    <p:animClr clrSpc="rgb" dir="cw">
                                      <p:cBhvr>
                                        <p:cTn id="35" dur="500" fill="hold"/>
                                        <p:tgtEl>
                                          <p:spTgt spid="6">
                                            <p:txEl>
                                              <p:pRg st="4" end="4"/>
                                            </p:txEl>
                                          </p:spTgt>
                                        </p:tgtEl>
                                        <p:attrNameLst>
                                          <p:attrName>fillcolor</p:attrName>
                                        </p:attrNameLst>
                                      </p:cBhvr>
                                      <p:to>
                                        <a:srgbClr val="000000"/>
                                      </p:to>
                                    </p:animClr>
                                    <p:set>
                                      <p:cBhvr>
                                        <p:cTn id="36" dur="500" fill="hold"/>
                                        <p:tgtEl>
                                          <p:spTgt spid="6">
                                            <p:txEl>
                                              <p:pRg st="4" end="4"/>
                                            </p:txEl>
                                          </p:spTgt>
                                        </p:tgtEl>
                                        <p:attrNameLst>
                                          <p:attrName>fill.type</p:attrName>
                                        </p:attrNameLst>
                                      </p:cBhvr>
                                      <p:to>
                                        <p:strVal val="solid"/>
                                      </p:to>
                                    </p:set>
                                    <p:set>
                                      <p:cBhvr>
                                        <p:cTn id="37" dur="500" fill="hold"/>
                                        <p:tgtEl>
                                          <p:spTgt spid="6">
                                            <p:txEl>
                                              <p:pRg st="4" end="4"/>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85801" y="735271"/>
            <a:ext cx="6517658" cy="584775"/>
          </a:xfrm>
          <a:prstGeom prst="rect">
            <a:avLst/>
          </a:prstGeom>
          <a:noFill/>
        </p:spPr>
        <p:txBody>
          <a:bodyPr wrap="square" rtlCol="0">
            <a:spAutoFit/>
          </a:bodyPr>
          <a:lstStyle/>
          <a:p>
            <a:r>
              <a:rPr lang="en-US" sz="3200" b="1" dirty="0">
                <a:solidFill>
                  <a:schemeClr val="tx2"/>
                </a:solidFill>
                <a:latin typeface="Candara" pitchFamily="34" charset="0"/>
                <a:cs typeface="Arial" pitchFamily="34" charset="0"/>
              </a:rPr>
              <a:t>Urdu-Hindi Controversy [9/10]</a:t>
            </a:r>
          </a:p>
        </p:txBody>
      </p:sp>
      <p:sp>
        <p:nvSpPr>
          <p:cNvPr id="6" name="TextBox 5"/>
          <p:cNvSpPr txBox="1"/>
          <p:nvPr/>
        </p:nvSpPr>
        <p:spPr>
          <a:xfrm>
            <a:off x="685801" y="1676400"/>
            <a:ext cx="8020022" cy="4708981"/>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US" altLang="en-US" sz="2000" dirty="0">
                <a:latin typeface="Candara" pitchFamily="34" charset="0"/>
                <a:cs typeface="Arial" pitchFamily="34" charset="0"/>
              </a:rPr>
              <a:t>He also founded Urdu Defense Association and it was decided that the association would take actions against the doings of the governor.</a:t>
            </a:r>
          </a:p>
          <a:p>
            <a:pPr marL="342900" indent="-342900" algn="just">
              <a:lnSpc>
                <a:spcPct val="150000"/>
              </a:lnSpc>
              <a:buFont typeface="Arial" panose="020B0604020202020204" pitchFamily="34" charset="0"/>
              <a:buChar char="•"/>
            </a:pPr>
            <a:r>
              <a:rPr lang="en-US" altLang="en-US" sz="2000" dirty="0">
                <a:latin typeface="Candara" pitchFamily="34" charset="0"/>
                <a:cs typeface="Arial" pitchFamily="34" charset="0"/>
              </a:rPr>
              <a:t>The result of this Muslim response was that Urdu too- along with Hindi- was declared the official language of the province. </a:t>
            </a:r>
          </a:p>
          <a:p>
            <a:pPr marL="342900" indent="-342900" algn="just">
              <a:lnSpc>
                <a:spcPct val="150000"/>
              </a:lnSpc>
              <a:buFont typeface="Arial" panose="020B0604020202020204" pitchFamily="34" charset="0"/>
              <a:buChar char="•"/>
            </a:pPr>
            <a:r>
              <a:rPr lang="en-US" altLang="en-US" sz="2000" dirty="0">
                <a:latin typeface="Candara" pitchFamily="34" charset="0"/>
                <a:cs typeface="Arial" pitchFamily="34" charset="0"/>
              </a:rPr>
              <a:t>But Mohsin-</a:t>
            </a:r>
            <a:r>
              <a:rPr lang="en-US" altLang="en-US" sz="2000" dirty="0" err="1">
                <a:latin typeface="Candara" pitchFamily="34" charset="0"/>
                <a:cs typeface="Arial" pitchFamily="34" charset="0"/>
              </a:rPr>
              <a:t>ul</a:t>
            </a:r>
            <a:r>
              <a:rPr lang="en-US" altLang="en-US" sz="2000" dirty="0">
                <a:latin typeface="Candara" pitchFamily="34" charset="0"/>
                <a:cs typeface="Arial" pitchFamily="34" charset="0"/>
              </a:rPr>
              <a:t>-</a:t>
            </a:r>
            <a:r>
              <a:rPr lang="en-US" altLang="en-US" sz="2000" dirty="0" err="1">
                <a:latin typeface="Candara" pitchFamily="34" charset="0"/>
                <a:cs typeface="Arial" pitchFamily="34" charset="0"/>
              </a:rPr>
              <a:t>Mulk</a:t>
            </a:r>
            <a:r>
              <a:rPr lang="en-US" altLang="en-US" sz="2000" dirty="0">
                <a:latin typeface="Candara" pitchFamily="34" charset="0"/>
                <a:cs typeface="Arial" pitchFamily="34" charset="0"/>
              </a:rPr>
              <a:t> was not satisfied with this outcome and continued his struggle. </a:t>
            </a:r>
          </a:p>
          <a:p>
            <a:pPr marL="342900" indent="-342900" algn="just">
              <a:lnSpc>
                <a:spcPct val="150000"/>
              </a:lnSpc>
              <a:buFont typeface="Arial" panose="020B0604020202020204" pitchFamily="34" charset="0"/>
              <a:buChar char="•"/>
            </a:pPr>
            <a:r>
              <a:rPr lang="en-US" altLang="en-US" sz="2000" dirty="0">
                <a:latin typeface="Candara" pitchFamily="34" charset="0"/>
                <a:cs typeface="Arial" pitchFamily="34" charset="0"/>
              </a:rPr>
              <a:t>When UP got rid of </a:t>
            </a:r>
            <a:r>
              <a:rPr lang="en-US" altLang="en-US" sz="2000" dirty="0" err="1">
                <a:latin typeface="Candara" pitchFamily="34" charset="0"/>
                <a:cs typeface="Arial" pitchFamily="34" charset="0"/>
              </a:rPr>
              <a:t>MacDonnel</a:t>
            </a:r>
            <a:r>
              <a:rPr lang="en-US" altLang="en-US" sz="2000" dirty="0">
                <a:latin typeface="Candara" pitchFamily="34" charset="0"/>
                <a:cs typeface="Arial" pitchFamily="34" charset="0"/>
              </a:rPr>
              <a:t>, he founded another association called </a:t>
            </a:r>
            <a:r>
              <a:rPr lang="en-US" altLang="en-US" sz="2000" b="1" dirty="0" err="1">
                <a:latin typeface="Candara" pitchFamily="34" charset="0"/>
                <a:cs typeface="Arial" pitchFamily="34" charset="0"/>
              </a:rPr>
              <a:t>Anjuman</a:t>
            </a:r>
            <a:r>
              <a:rPr lang="en-US" altLang="en-US" sz="2000" b="1" dirty="0">
                <a:latin typeface="Candara" pitchFamily="34" charset="0"/>
                <a:cs typeface="Arial" pitchFamily="34" charset="0"/>
              </a:rPr>
              <a:t>-e-</a:t>
            </a:r>
            <a:r>
              <a:rPr lang="en-US" altLang="en-US" sz="2000" b="1" dirty="0" err="1">
                <a:latin typeface="Candara" pitchFamily="34" charset="0"/>
                <a:cs typeface="Arial" pitchFamily="34" charset="0"/>
              </a:rPr>
              <a:t>Tarraqi</a:t>
            </a:r>
            <a:r>
              <a:rPr lang="en-US" altLang="en-US" sz="2000" b="1" dirty="0">
                <a:latin typeface="Candara" pitchFamily="34" charset="0"/>
                <a:cs typeface="Arial" pitchFamily="34" charset="0"/>
              </a:rPr>
              <a:t>-e-Urdu</a:t>
            </a:r>
            <a:r>
              <a:rPr lang="en-US" altLang="en-US" sz="2000" dirty="0">
                <a:latin typeface="Candara" pitchFamily="34" charset="0"/>
                <a:cs typeface="Arial" pitchFamily="34" charset="0"/>
              </a:rPr>
              <a:t> to counter all future attempts of the Hindus and the English against Urdu.</a:t>
            </a:r>
          </a:p>
        </p:txBody>
      </p:sp>
      <p:sp>
        <p:nvSpPr>
          <p:cNvPr id="2" name="Slide Number Placeholder 1"/>
          <p:cNvSpPr>
            <a:spLocks noGrp="1"/>
          </p:cNvSpPr>
          <p:nvPr>
            <p:ph type="sldNum" sz="quarter" idx="12"/>
          </p:nvPr>
        </p:nvSpPr>
        <p:spPr/>
        <p:txBody>
          <a:bodyPr/>
          <a:lstStyle/>
          <a:p>
            <a:fld id="{08A8661F-1CDE-4F7E-AE93-7F9785FD6839}" type="slidenum">
              <a:rPr lang="en-US" smtClean="0"/>
              <a:pPr/>
              <a:t>22</a:t>
            </a:fld>
            <a:endParaRPr lang="en-US" dirty="0"/>
          </a:p>
        </p:txBody>
      </p:sp>
      <p:pic>
        <p:nvPicPr>
          <p:cNvPr id="39" name="Picture 38" descr="https://i.vimeocdn.com/portrait/10125853_300x300"/>
          <p:cNvPicPr>
            <a:picLocks noChangeAspect="1" noChangeArrowheads="1"/>
          </p:cNvPicPr>
          <p:nvPr/>
        </p:nvPicPr>
        <p:blipFill>
          <a:blip r:embed="rId3" cstate="print">
            <a:extLst>
              <a:ext uri="{BEBA8EAE-BF5A-486C-A8C5-ECC9F3942E4B}">
                <a14:imgProps xmlns="" xmlns:a14="http://schemas.microsoft.com/office/drawing/2010/main">
                  <a14:imgLayer r:embed="rId4">
                    <a14:imgEffect>
                      <a14:sharpenSoften amount="50000"/>
                    </a14:imgEffect>
                    <a14:imgEffect>
                      <a14:brightnessContrast contrast="-40000"/>
                    </a14:imgEffect>
                  </a14:imgLayer>
                </a14:imgProps>
              </a:ext>
              <a:ext uri="{28A0092B-C50C-407E-A947-70E740481C1C}">
                <a14:useLocalDpi xmlns="" xmlns:a14="http://schemas.microsoft.com/office/drawing/2010/main" val="0"/>
              </a:ext>
            </a:extLst>
          </a:blip>
          <a:srcRect/>
          <a:stretch>
            <a:fillRect/>
          </a:stretch>
        </p:blipFill>
        <p:spPr bwMode="auto">
          <a:xfrm>
            <a:off x="7602847" y="456159"/>
            <a:ext cx="1143000" cy="1143000"/>
          </a:xfrm>
          <a:prstGeom prst="rect">
            <a:avLst/>
          </a:prstGeom>
          <a:noFill/>
          <a:extLst>
            <a:ext uri="{909E8E84-426E-40DD-AFC4-6F175D3DCCD1}">
              <a14:hiddenFill xmlns="" xmlns:a14="http://schemas.microsoft.com/office/drawing/2010/main">
                <a:solidFill>
                  <a:srgbClr val="FFFFFF"/>
                </a:solidFill>
              </a14:hiddenFill>
            </a:ext>
          </a:extLst>
        </p:spPr>
      </p:pic>
      <p:grpSp>
        <p:nvGrpSpPr>
          <p:cNvPr id="40" name="Group 39"/>
          <p:cNvGrpSpPr/>
          <p:nvPr/>
        </p:nvGrpSpPr>
        <p:grpSpPr>
          <a:xfrm rot="10800000" flipV="1">
            <a:off x="857221" y="1405300"/>
            <a:ext cx="6037811" cy="45719"/>
            <a:chOff x="0" y="5791200"/>
            <a:chExt cx="8084345" cy="330200"/>
          </a:xfrm>
        </p:grpSpPr>
        <p:sp>
          <p:nvSpPr>
            <p:cNvPr id="41" name="Rectangle 40"/>
            <p:cNvSpPr/>
            <p:nvPr/>
          </p:nvSpPr>
          <p:spPr>
            <a:xfrm>
              <a:off x="0" y="5791200"/>
              <a:ext cx="1064261" cy="330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p:cNvSpPr/>
            <p:nvPr/>
          </p:nvSpPr>
          <p:spPr>
            <a:xfrm>
              <a:off x="1066800" y="5791200"/>
              <a:ext cx="997745" cy="3302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p:cNvSpPr/>
            <p:nvPr/>
          </p:nvSpPr>
          <p:spPr>
            <a:xfrm>
              <a:off x="2057400" y="5791200"/>
              <a:ext cx="997745" cy="3302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p:cNvSpPr/>
            <p:nvPr/>
          </p:nvSpPr>
          <p:spPr>
            <a:xfrm>
              <a:off x="3048000" y="5791200"/>
              <a:ext cx="997745" cy="3302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Rectangle 44"/>
            <p:cNvSpPr/>
            <p:nvPr/>
          </p:nvSpPr>
          <p:spPr>
            <a:xfrm>
              <a:off x="4038600" y="5791200"/>
              <a:ext cx="997745" cy="330200"/>
            </a:xfrm>
            <a:prstGeom prst="rect">
              <a:avLst/>
            </a:prstGeom>
            <a:solidFill>
              <a:srgbClr val="235F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p:cNvSpPr/>
            <p:nvPr/>
          </p:nvSpPr>
          <p:spPr>
            <a:xfrm>
              <a:off x="5029200" y="5791200"/>
              <a:ext cx="1122463" cy="33020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p:cNvSpPr/>
            <p:nvPr/>
          </p:nvSpPr>
          <p:spPr>
            <a:xfrm>
              <a:off x="6096000" y="5791200"/>
              <a:ext cx="997745" cy="3302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p:cNvSpPr/>
            <p:nvPr/>
          </p:nvSpPr>
          <p:spPr>
            <a:xfrm>
              <a:off x="7086600" y="5791200"/>
              <a:ext cx="997745" cy="330200"/>
            </a:xfrm>
            <a:prstGeom prst="rect">
              <a:avLst/>
            </a:prstGeom>
            <a:solidFill>
              <a:srgbClr val="5440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3" name="Rectangle 32"/>
          <p:cNvSpPr/>
          <p:nvPr/>
        </p:nvSpPr>
        <p:spPr>
          <a:xfrm>
            <a:off x="7373012" y="381000"/>
            <a:ext cx="1542388" cy="12633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 xmlns:p14="http://schemas.microsoft.com/office/powerpoint/2010/main" val="3065334715"/>
      </p:ext>
    </p:extLst>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6">
                                            <p:txEl>
                                              <p:pRg st="0" end="0"/>
                                            </p:txEl>
                                          </p:spTgt>
                                        </p:tgtEl>
                                        <p:attrNameLst>
                                          <p:attrName>style.color</p:attrName>
                                        </p:attrNameLst>
                                      </p:cBhvr>
                                      <p:to>
                                        <a:srgbClr val="000000"/>
                                      </p:to>
                                    </p:animClr>
                                    <p:animClr clrSpc="rgb" dir="cw">
                                      <p:cBhvr>
                                        <p:cTn id="7" dur="500" fill="hold"/>
                                        <p:tgtEl>
                                          <p:spTgt spid="6">
                                            <p:txEl>
                                              <p:pRg st="0" end="0"/>
                                            </p:txEl>
                                          </p:spTgt>
                                        </p:tgtEl>
                                        <p:attrNameLst>
                                          <p:attrName>fillcolor</p:attrName>
                                        </p:attrNameLst>
                                      </p:cBhvr>
                                      <p:to>
                                        <a:srgbClr val="000000"/>
                                      </p:to>
                                    </p:animClr>
                                    <p:set>
                                      <p:cBhvr>
                                        <p:cTn id="8" dur="500" fill="hold"/>
                                        <p:tgtEl>
                                          <p:spTgt spid="6">
                                            <p:txEl>
                                              <p:pRg st="0" end="0"/>
                                            </p:txEl>
                                          </p:spTgt>
                                        </p:tgtEl>
                                        <p:attrNameLst>
                                          <p:attrName>fill.type</p:attrName>
                                        </p:attrNameLst>
                                      </p:cBhvr>
                                      <p:to>
                                        <p:strVal val="solid"/>
                                      </p:to>
                                    </p:set>
                                    <p:set>
                                      <p:cBhvr>
                                        <p:cTn id="9" dur="500" fill="hold"/>
                                        <p:tgtEl>
                                          <p:spTgt spid="6">
                                            <p:txEl>
                                              <p:pRg st="0" end="0"/>
                                            </p:txEl>
                                          </p:spTgt>
                                        </p:tgtEl>
                                        <p:attrNameLst>
                                          <p:attrName>fill.on</p:attrName>
                                        </p:attrNameLst>
                                      </p:cBhvr>
                                      <p:to>
                                        <p:strVal val="true"/>
                                      </p:to>
                                    </p:set>
                                  </p:childTnLst>
                                </p:cTn>
                              </p:par>
                            </p:childTnLst>
                          </p:cTn>
                        </p:par>
                      </p:childTnLst>
                    </p:cTn>
                  </p:par>
                  <p:par>
                    <p:cTn id="10" fill="hold">
                      <p:stCondLst>
                        <p:cond delay="indefinite"/>
                      </p:stCondLst>
                      <p:childTnLst>
                        <p:par>
                          <p:cTn id="11" fill="hold">
                            <p:stCondLst>
                              <p:cond delay="0"/>
                            </p:stCondLst>
                            <p:childTnLst>
                              <p:par>
                                <p:cTn id="12" presetID="19" presetClass="emph" presetSubtype="0" fill="hold" nodeType="clickEffect">
                                  <p:stCondLst>
                                    <p:cond delay="0"/>
                                  </p:stCondLst>
                                  <p:childTnLst>
                                    <p:animClr clrSpc="rgb" dir="cw">
                                      <p:cBhvr override="childStyle">
                                        <p:cTn id="13" dur="500" fill="hold"/>
                                        <p:tgtEl>
                                          <p:spTgt spid="6">
                                            <p:txEl>
                                              <p:pRg st="1" end="1"/>
                                            </p:txEl>
                                          </p:spTgt>
                                        </p:tgtEl>
                                        <p:attrNameLst>
                                          <p:attrName>style.color</p:attrName>
                                        </p:attrNameLst>
                                      </p:cBhvr>
                                      <p:to>
                                        <a:srgbClr val="000000"/>
                                      </p:to>
                                    </p:animClr>
                                    <p:animClr clrSpc="rgb" dir="cw">
                                      <p:cBhvr>
                                        <p:cTn id="14" dur="500" fill="hold"/>
                                        <p:tgtEl>
                                          <p:spTgt spid="6">
                                            <p:txEl>
                                              <p:pRg st="1" end="1"/>
                                            </p:txEl>
                                          </p:spTgt>
                                        </p:tgtEl>
                                        <p:attrNameLst>
                                          <p:attrName>fillcolor</p:attrName>
                                        </p:attrNameLst>
                                      </p:cBhvr>
                                      <p:to>
                                        <a:srgbClr val="000000"/>
                                      </p:to>
                                    </p:animClr>
                                    <p:set>
                                      <p:cBhvr>
                                        <p:cTn id="15" dur="500" fill="hold"/>
                                        <p:tgtEl>
                                          <p:spTgt spid="6">
                                            <p:txEl>
                                              <p:pRg st="1" end="1"/>
                                            </p:txEl>
                                          </p:spTgt>
                                        </p:tgtEl>
                                        <p:attrNameLst>
                                          <p:attrName>fill.type</p:attrName>
                                        </p:attrNameLst>
                                      </p:cBhvr>
                                      <p:to>
                                        <p:strVal val="solid"/>
                                      </p:to>
                                    </p:set>
                                    <p:set>
                                      <p:cBhvr>
                                        <p:cTn id="16" dur="500" fill="hold"/>
                                        <p:tgtEl>
                                          <p:spTgt spid="6">
                                            <p:txEl>
                                              <p:pRg st="1" end="1"/>
                                            </p:txEl>
                                          </p:spTgt>
                                        </p:tgtEl>
                                        <p:attrNameLst>
                                          <p:attrName>fill.on</p:attrName>
                                        </p:attrNameLst>
                                      </p:cBhvr>
                                      <p:to>
                                        <p:strVal val="true"/>
                                      </p:to>
                                    </p:set>
                                  </p:childTnLst>
                                </p:cTn>
                              </p:par>
                            </p:childTnLst>
                          </p:cTn>
                        </p:par>
                      </p:childTnLst>
                    </p:cTn>
                  </p:par>
                  <p:par>
                    <p:cTn id="17" fill="hold">
                      <p:stCondLst>
                        <p:cond delay="indefinite"/>
                      </p:stCondLst>
                      <p:childTnLst>
                        <p:par>
                          <p:cTn id="18" fill="hold">
                            <p:stCondLst>
                              <p:cond delay="0"/>
                            </p:stCondLst>
                            <p:childTnLst>
                              <p:par>
                                <p:cTn id="19" presetID="19" presetClass="emph" presetSubtype="0" fill="hold" nodeType="clickEffect">
                                  <p:stCondLst>
                                    <p:cond delay="0"/>
                                  </p:stCondLst>
                                  <p:childTnLst>
                                    <p:animClr clrSpc="rgb" dir="cw">
                                      <p:cBhvr override="childStyle">
                                        <p:cTn id="20" dur="500" fill="hold"/>
                                        <p:tgtEl>
                                          <p:spTgt spid="6">
                                            <p:txEl>
                                              <p:pRg st="2" end="2"/>
                                            </p:txEl>
                                          </p:spTgt>
                                        </p:tgtEl>
                                        <p:attrNameLst>
                                          <p:attrName>style.color</p:attrName>
                                        </p:attrNameLst>
                                      </p:cBhvr>
                                      <p:to>
                                        <a:srgbClr val="000000"/>
                                      </p:to>
                                    </p:animClr>
                                    <p:animClr clrSpc="rgb" dir="cw">
                                      <p:cBhvr>
                                        <p:cTn id="21" dur="500" fill="hold"/>
                                        <p:tgtEl>
                                          <p:spTgt spid="6">
                                            <p:txEl>
                                              <p:pRg st="2" end="2"/>
                                            </p:txEl>
                                          </p:spTgt>
                                        </p:tgtEl>
                                        <p:attrNameLst>
                                          <p:attrName>fillcolor</p:attrName>
                                        </p:attrNameLst>
                                      </p:cBhvr>
                                      <p:to>
                                        <a:srgbClr val="000000"/>
                                      </p:to>
                                    </p:animClr>
                                    <p:set>
                                      <p:cBhvr>
                                        <p:cTn id="22" dur="500" fill="hold"/>
                                        <p:tgtEl>
                                          <p:spTgt spid="6">
                                            <p:txEl>
                                              <p:pRg st="2" end="2"/>
                                            </p:txEl>
                                          </p:spTgt>
                                        </p:tgtEl>
                                        <p:attrNameLst>
                                          <p:attrName>fill.type</p:attrName>
                                        </p:attrNameLst>
                                      </p:cBhvr>
                                      <p:to>
                                        <p:strVal val="solid"/>
                                      </p:to>
                                    </p:set>
                                    <p:set>
                                      <p:cBhvr>
                                        <p:cTn id="23" dur="500" fill="hold"/>
                                        <p:tgtEl>
                                          <p:spTgt spid="6">
                                            <p:txEl>
                                              <p:pRg st="2" end="2"/>
                                            </p:txEl>
                                          </p:spTgt>
                                        </p:tgtEl>
                                        <p:attrNameLst>
                                          <p:attrName>fill.on</p:attrName>
                                        </p:attrNameLst>
                                      </p:cBhvr>
                                      <p:to>
                                        <p:strVal val="true"/>
                                      </p:to>
                                    </p:set>
                                  </p:childTnLst>
                                </p:cTn>
                              </p:par>
                            </p:childTnLst>
                          </p:cTn>
                        </p:par>
                      </p:childTnLst>
                    </p:cTn>
                  </p:par>
                  <p:par>
                    <p:cTn id="24" fill="hold">
                      <p:stCondLst>
                        <p:cond delay="indefinite"/>
                      </p:stCondLst>
                      <p:childTnLst>
                        <p:par>
                          <p:cTn id="25" fill="hold">
                            <p:stCondLst>
                              <p:cond delay="0"/>
                            </p:stCondLst>
                            <p:childTnLst>
                              <p:par>
                                <p:cTn id="26" presetID="19" presetClass="emph" presetSubtype="0" fill="hold" nodeType="clickEffect">
                                  <p:stCondLst>
                                    <p:cond delay="0"/>
                                  </p:stCondLst>
                                  <p:childTnLst>
                                    <p:animClr clrSpc="rgb" dir="cw">
                                      <p:cBhvr override="childStyle">
                                        <p:cTn id="27" dur="500" fill="hold"/>
                                        <p:tgtEl>
                                          <p:spTgt spid="6">
                                            <p:txEl>
                                              <p:pRg st="3" end="3"/>
                                            </p:txEl>
                                          </p:spTgt>
                                        </p:tgtEl>
                                        <p:attrNameLst>
                                          <p:attrName>style.color</p:attrName>
                                        </p:attrNameLst>
                                      </p:cBhvr>
                                      <p:to>
                                        <a:srgbClr val="000000"/>
                                      </p:to>
                                    </p:animClr>
                                    <p:animClr clrSpc="rgb" dir="cw">
                                      <p:cBhvr>
                                        <p:cTn id="28" dur="500" fill="hold"/>
                                        <p:tgtEl>
                                          <p:spTgt spid="6">
                                            <p:txEl>
                                              <p:pRg st="3" end="3"/>
                                            </p:txEl>
                                          </p:spTgt>
                                        </p:tgtEl>
                                        <p:attrNameLst>
                                          <p:attrName>fillcolor</p:attrName>
                                        </p:attrNameLst>
                                      </p:cBhvr>
                                      <p:to>
                                        <a:srgbClr val="000000"/>
                                      </p:to>
                                    </p:animClr>
                                    <p:set>
                                      <p:cBhvr>
                                        <p:cTn id="29" dur="500" fill="hold"/>
                                        <p:tgtEl>
                                          <p:spTgt spid="6">
                                            <p:txEl>
                                              <p:pRg st="3" end="3"/>
                                            </p:txEl>
                                          </p:spTgt>
                                        </p:tgtEl>
                                        <p:attrNameLst>
                                          <p:attrName>fill.type</p:attrName>
                                        </p:attrNameLst>
                                      </p:cBhvr>
                                      <p:to>
                                        <p:strVal val="solid"/>
                                      </p:to>
                                    </p:set>
                                    <p:set>
                                      <p:cBhvr>
                                        <p:cTn id="30" dur="500" fill="hold"/>
                                        <p:tgtEl>
                                          <p:spTgt spid="6">
                                            <p:txEl>
                                              <p:pRg st="3" end="3"/>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85801" y="735271"/>
            <a:ext cx="6517658" cy="584775"/>
          </a:xfrm>
          <a:prstGeom prst="rect">
            <a:avLst/>
          </a:prstGeom>
          <a:noFill/>
        </p:spPr>
        <p:txBody>
          <a:bodyPr wrap="square" rtlCol="0">
            <a:spAutoFit/>
          </a:bodyPr>
          <a:lstStyle/>
          <a:p>
            <a:r>
              <a:rPr lang="en-US" sz="3200" b="1" dirty="0">
                <a:solidFill>
                  <a:schemeClr val="tx2"/>
                </a:solidFill>
                <a:latin typeface="Candara" pitchFamily="34" charset="0"/>
                <a:cs typeface="Arial" pitchFamily="34" charset="0"/>
              </a:rPr>
              <a:t>Urdu-Hindi Controversy [10/10]</a:t>
            </a:r>
          </a:p>
        </p:txBody>
      </p:sp>
      <p:sp>
        <p:nvSpPr>
          <p:cNvPr id="6" name="TextBox 5"/>
          <p:cNvSpPr txBox="1"/>
          <p:nvPr/>
        </p:nvSpPr>
        <p:spPr>
          <a:xfrm>
            <a:off x="685801" y="1676400"/>
            <a:ext cx="8020022" cy="2352952"/>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US" altLang="en-US" sz="2000" dirty="0">
                <a:latin typeface="Candara" pitchFamily="34" charset="0"/>
                <a:cs typeface="Arial" pitchFamily="34" charset="0"/>
              </a:rPr>
              <a:t>This love and passion for Urdu by the Muslims of India inclined the founders of Pakistan to adopt it as the national language of the new born country. They believed that it was a sign of the Muslim unity, the representation of Muslims as an independent nation, among millions of people of India.</a:t>
            </a:r>
          </a:p>
        </p:txBody>
      </p:sp>
      <p:sp>
        <p:nvSpPr>
          <p:cNvPr id="2" name="Slide Number Placeholder 1"/>
          <p:cNvSpPr>
            <a:spLocks noGrp="1"/>
          </p:cNvSpPr>
          <p:nvPr>
            <p:ph type="sldNum" sz="quarter" idx="12"/>
          </p:nvPr>
        </p:nvSpPr>
        <p:spPr/>
        <p:txBody>
          <a:bodyPr/>
          <a:lstStyle/>
          <a:p>
            <a:fld id="{08A8661F-1CDE-4F7E-AE93-7F9785FD6839}" type="slidenum">
              <a:rPr lang="en-US" smtClean="0"/>
              <a:pPr/>
              <a:t>23</a:t>
            </a:fld>
            <a:endParaRPr lang="en-US" dirty="0"/>
          </a:p>
        </p:txBody>
      </p:sp>
      <p:pic>
        <p:nvPicPr>
          <p:cNvPr id="39" name="Picture 38" descr="https://i.vimeocdn.com/portrait/10125853_300x300"/>
          <p:cNvPicPr>
            <a:picLocks noChangeAspect="1" noChangeArrowheads="1"/>
          </p:cNvPicPr>
          <p:nvPr/>
        </p:nvPicPr>
        <p:blipFill>
          <a:blip r:embed="rId3" cstate="print">
            <a:extLst>
              <a:ext uri="{BEBA8EAE-BF5A-486C-A8C5-ECC9F3942E4B}">
                <a14:imgProps xmlns="" xmlns:a14="http://schemas.microsoft.com/office/drawing/2010/main">
                  <a14:imgLayer r:embed="rId4">
                    <a14:imgEffect>
                      <a14:sharpenSoften amount="50000"/>
                    </a14:imgEffect>
                    <a14:imgEffect>
                      <a14:brightnessContrast contrast="-40000"/>
                    </a14:imgEffect>
                  </a14:imgLayer>
                </a14:imgProps>
              </a:ext>
              <a:ext uri="{28A0092B-C50C-407E-A947-70E740481C1C}">
                <a14:useLocalDpi xmlns="" xmlns:a14="http://schemas.microsoft.com/office/drawing/2010/main" val="0"/>
              </a:ext>
            </a:extLst>
          </a:blip>
          <a:srcRect/>
          <a:stretch>
            <a:fillRect/>
          </a:stretch>
        </p:blipFill>
        <p:spPr bwMode="auto">
          <a:xfrm>
            <a:off x="7602847" y="456159"/>
            <a:ext cx="1143000" cy="1143000"/>
          </a:xfrm>
          <a:prstGeom prst="rect">
            <a:avLst/>
          </a:prstGeom>
          <a:noFill/>
          <a:extLst>
            <a:ext uri="{909E8E84-426E-40DD-AFC4-6F175D3DCCD1}">
              <a14:hiddenFill xmlns="" xmlns:a14="http://schemas.microsoft.com/office/drawing/2010/main">
                <a:solidFill>
                  <a:srgbClr val="FFFFFF"/>
                </a:solidFill>
              </a14:hiddenFill>
            </a:ext>
          </a:extLst>
        </p:spPr>
      </p:pic>
      <p:grpSp>
        <p:nvGrpSpPr>
          <p:cNvPr id="40" name="Group 39"/>
          <p:cNvGrpSpPr/>
          <p:nvPr/>
        </p:nvGrpSpPr>
        <p:grpSpPr>
          <a:xfrm rot="10800000" flipV="1">
            <a:off x="857221" y="1405300"/>
            <a:ext cx="6037811" cy="45719"/>
            <a:chOff x="0" y="5791200"/>
            <a:chExt cx="8084345" cy="330200"/>
          </a:xfrm>
        </p:grpSpPr>
        <p:sp>
          <p:nvSpPr>
            <p:cNvPr id="41" name="Rectangle 40"/>
            <p:cNvSpPr/>
            <p:nvPr/>
          </p:nvSpPr>
          <p:spPr>
            <a:xfrm>
              <a:off x="0" y="5791200"/>
              <a:ext cx="1064261" cy="330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p:cNvSpPr/>
            <p:nvPr/>
          </p:nvSpPr>
          <p:spPr>
            <a:xfrm>
              <a:off x="1066800" y="5791200"/>
              <a:ext cx="997745" cy="3302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p:cNvSpPr/>
            <p:nvPr/>
          </p:nvSpPr>
          <p:spPr>
            <a:xfrm>
              <a:off x="2057400" y="5791200"/>
              <a:ext cx="997745" cy="3302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p:cNvSpPr/>
            <p:nvPr/>
          </p:nvSpPr>
          <p:spPr>
            <a:xfrm>
              <a:off x="3048000" y="5791200"/>
              <a:ext cx="997745" cy="3302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Rectangle 44"/>
            <p:cNvSpPr/>
            <p:nvPr/>
          </p:nvSpPr>
          <p:spPr>
            <a:xfrm>
              <a:off x="4038600" y="5791200"/>
              <a:ext cx="997745" cy="330200"/>
            </a:xfrm>
            <a:prstGeom prst="rect">
              <a:avLst/>
            </a:prstGeom>
            <a:solidFill>
              <a:srgbClr val="235F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p:cNvSpPr/>
            <p:nvPr/>
          </p:nvSpPr>
          <p:spPr>
            <a:xfrm>
              <a:off x="5029200" y="5791200"/>
              <a:ext cx="1122463" cy="33020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p:cNvSpPr/>
            <p:nvPr/>
          </p:nvSpPr>
          <p:spPr>
            <a:xfrm>
              <a:off x="6096000" y="5791200"/>
              <a:ext cx="997745" cy="3302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p:cNvSpPr/>
            <p:nvPr/>
          </p:nvSpPr>
          <p:spPr>
            <a:xfrm>
              <a:off x="7086600" y="5791200"/>
              <a:ext cx="997745" cy="330200"/>
            </a:xfrm>
            <a:prstGeom prst="rect">
              <a:avLst/>
            </a:prstGeom>
            <a:solidFill>
              <a:srgbClr val="5440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3" name="Rectangle 32"/>
          <p:cNvSpPr/>
          <p:nvPr/>
        </p:nvSpPr>
        <p:spPr>
          <a:xfrm>
            <a:off x="7373012" y="381000"/>
            <a:ext cx="1542388" cy="12633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 xmlns:p14="http://schemas.microsoft.com/office/powerpoint/2010/main" val="1049212484"/>
      </p:ext>
    </p:extLst>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6">
                                            <p:txEl>
                                              <p:pRg st="0" end="0"/>
                                            </p:txEl>
                                          </p:spTgt>
                                        </p:tgtEl>
                                        <p:attrNameLst>
                                          <p:attrName>style.color</p:attrName>
                                        </p:attrNameLst>
                                      </p:cBhvr>
                                      <p:to>
                                        <a:srgbClr val="000000"/>
                                      </p:to>
                                    </p:animClr>
                                    <p:animClr clrSpc="rgb" dir="cw">
                                      <p:cBhvr>
                                        <p:cTn id="7" dur="500" fill="hold"/>
                                        <p:tgtEl>
                                          <p:spTgt spid="6">
                                            <p:txEl>
                                              <p:pRg st="0" end="0"/>
                                            </p:txEl>
                                          </p:spTgt>
                                        </p:tgtEl>
                                        <p:attrNameLst>
                                          <p:attrName>fillcolor</p:attrName>
                                        </p:attrNameLst>
                                      </p:cBhvr>
                                      <p:to>
                                        <a:srgbClr val="000000"/>
                                      </p:to>
                                    </p:animClr>
                                    <p:set>
                                      <p:cBhvr>
                                        <p:cTn id="8" dur="500" fill="hold"/>
                                        <p:tgtEl>
                                          <p:spTgt spid="6">
                                            <p:txEl>
                                              <p:pRg st="0" end="0"/>
                                            </p:txEl>
                                          </p:spTgt>
                                        </p:tgtEl>
                                        <p:attrNameLst>
                                          <p:attrName>fill.type</p:attrName>
                                        </p:attrNameLst>
                                      </p:cBhvr>
                                      <p:to>
                                        <p:strVal val="solid"/>
                                      </p:to>
                                    </p:set>
                                    <p:set>
                                      <p:cBhvr>
                                        <p:cTn id="9" dur="500" fill="hold"/>
                                        <p:tgtEl>
                                          <p:spTgt spid="6">
                                            <p:txEl>
                                              <p:pRg st="0" end="0"/>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08A8661F-1CDE-4F7E-AE93-7F9785FD6839}" type="slidenum">
              <a:rPr lang="en-US" smtClean="0"/>
              <a:pPr/>
              <a:t>24</a:t>
            </a:fld>
            <a:endParaRPr lang="en-US" dirty="0"/>
          </a:p>
        </p:txBody>
      </p:sp>
      <p:pic>
        <p:nvPicPr>
          <p:cNvPr id="39" name="Picture 38" descr="https://i.vimeocdn.com/portrait/10125853_300x300"/>
          <p:cNvPicPr>
            <a:picLocks noChangeAspect="1" noChangeArrowheads="1"/>
          </p:cNvPicPr>
          <p:nvPr/>
        </p:nvPicPr>
        <p:blipFill>
          <a:blip r:embed="rId3" cstate="print">
            <a:extLst>
              <a:ext uri="{BEBA8EAE-BF5A-486C-A8C5-ECC9F3942E4B}">
                <a14:imgProps xmlns="" xmlns:a14="http://schemas.microsoft.com/office/drawing/2010/main">
                  <a14:imgLayer r:embed="rId4">
                    <a14:imgEffect>
                      <a14:sharpenSoften amount="50000"/>
                    </a14:imgEffect>
                    <a14:imgEffect>
                      <a14:brightnessContrast contrast="-40000"/>
                    </a14:imgEffect>
                  </a14:imgLayer>
                </a14:imgProps>
              </a:ext>
              <a:ext uri="{28A0092B-C50C-407E-A947-70E740481C1C}">
                <a14:useLocalDpi xmlns="" xmlns:a14="http://schemas.microsoft.com/office/drawing/2010/main" val="0"/>
              </a:ext>
            </a:extLst>
          </a:blip>
          <a:srcRect/>
          <a:stretch>
            <a:fillRect/>
          </a:stretch>
        </p:blipFill>
        <p:spPr bwMode="auto">
          <a:xfrm>
            <a:off x="7602847" y="456159"/>
            <a:ext cx="1143000" cy="1143000"/>
          </a:xfrm>
          <a:prstGeom prst="rect">
            <a:avLst/>
          </a:prstGeom>
          <a:noFill/>
          <a:extLst>
            <a:ext uri="{909E8E84-426E-40DD-AFC4-6F175D3DCCD1}">
              <a14:hiddenFill xmlns="" xmlns:a14="http://schemas.microsoft.com/office/drawing/2010/main">
                <a:solidFill>
                  <a:srgbClr val="FFFFFF"/>
                </a:solidFill>
              </a14:hiddenFill>
            </a:ext>
          </a:extLst>
        </p:spPr>
      </p:pic>
      <p:grpSp>
        <p:nvGrpSpPr>
          <p:cNvPr id="40" name="Group 39"/>
          <p:cNvGrpSpPr/>
          <p:nvPr/>
        </p:nvGrpSpPr>
        <p:grpSpPr>
          <a:xfrm rot="10800000" flipV="1">
            <a:off x="857221" y="1405300"/>
            <a:ext cx="6037811" cy="45719"/>
            <a:chOff x="0" y="5791200"/>
            <a:chExt cx="8084345" cy="330200"/>
          </a:xfrm>
        </p:grpSpPr>
        <p:sp>
          <p:nvSpPr>
            <p:cNvPr id="41" name="Rectangle 40"/>
            <p:cNvSpPr/>
            <p:nvPr/>
          </p:nvSpPr>
          <p:spPr>
            <a:xfrm>
              <a:off x="0" y="5791200"/>
              <a:ext cx="1064261" cy="330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p:cNvSpPr/>
            <p:nvPr/>
          </p:nvSpPr>
          <p:spPr>
            <a:xfrm>
              <a:off x="1066800" y="5791200"/>
              <a:ext cx="997745" cy="3302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p:cNvSpPr/>
            <p:nvPr/>
          </p:nvSpPr>
          <p:spPr>
            <a:xfrm>
              <a:off x="2057400" y="5791200"/>
              <a:ext cx="997745" cy="3302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p:cNvSpPr/>
            <p:nvPr/>
          </p:nvSpPr>
          <p:spPr>
            <a:xfrm>
              <a:off x="3048000" y="5791200"/>
              <a:ext cx="997745" cy="3302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Rectangle 44"/>
            <p:cNvSpPr/>
            <p:nvPr/>
          </p:nvSpPr>
          <p:spPr>
            <a:xfrm>
              <a:off x="4038600" y="5791200"/>
              <a:ext cx="997745" cy="330200"/>
            </a:xfrm>
            <a:prstGeom prst="rect">
              <a:avLst/>
            </a:prstGeom>
            <a:solidFill>
              <a:srgbClr val="235F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p:cNvSpPr/>
            <p:nvPr/>
          </p:nvSpPr>
          <p:spPr>
            <a:xfrm>
              <a:off x="5029200" y="5791200"/>
              <a:ext cx="1122463" cy="33020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p:cNvSpPr/>
            <p:nvPr/>
          </p:nvSpPr>
          <p:spPr>
            <a:xfrm>
              <a:off x="6096000" y="5791200"/>
              <a:ext cx="997745" cy="3302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p:cNvSpPr/>
            <p:nvPr/>
          </p:nvSpPr>
          <p:spPr>
            <a:xfrm>
              <a:off x="7086600" y="5791200"/>
              <a:ext cx="997745" cy="330200"/>
            </a:xfrm>
            <a:prstGeom prst="rect">
              <a:avLst/>
            </a:prstGeom>
            <a:solidFill>
              <a:srgbClr val="5440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3" name="Rectangle 32"/>
          <p:cNvSpPr/>
          <p:nvPr/>
        </p:nvSpPr>
        <p:spPr>
          <a:xfrm>
            <a:off x="7373012" y="381000"/>
            <a:ext cx="1542388" cy="12633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609600" y="735271"/>
            <a:ext cx="6917046" cy="584775"/>
          </a:xfrm>
          <a:prstGeom prst="rect">
            <a:avLst/>
          </a:prstGeom>
          <a:noFill/>
        </p:spPr>
        <p:txBody>
          <a:bodyPr wrap="square" rtlCol="0">
            <a:spAutoFit/>
          </a:bodyPr>
          <a:lstStyle/>
          <a:p>
            <a:r>
              <a:rPr lang="en-US" sz="3200" b="1" dirty="0">
                <a:solidFill>
                  <a:schemeClr val="tx2"/>
                </a:solidFill>
                <a:latin typeface="Candara" pitchFamily="34" charset="0"/>
                <a:cs typeface="Arial" pitchFamily="34" charset="0"/>
              </a:rPr>
              <a:t>Formation of Indian National Congress</a:t>
            </a:r>
          </a:p>
        </p:txBody>
      </p:sp>
      <p:pic>
        <p:nvPicPr>
          <p:cNvPr id="3074" name="Picture 2" descr="Related image"/>
          <p:cNvPicPr>
            <a:picLocks noChangeAspect="1" noChangeArrowheads="1"/>
          </p:cNvPicPr>
          <p:nvPr/>
        </p:nvPicPr>
        <p:blipFill>
          <a:blip r:embed="rId5">
            <a:extLst>
              <a:ext uri="{28A0092B-C50C-407E-A947-70E740481C1C}">
                <a14:useLocalDpi xmlns="" xmlns:a14="http://schemas.microsoft.com/office/drawing/2010/main" val="0"/>
              </a:ext>
            </a:extLst>
          </a:blip>
          <a:srcRect/>
          <a:stretch>
            <a:fillRect/>
          </a:stretch>
        </p:blipFill>
        <p:spPr bwMode="auto">
          <a:xfrm>
            <a:off x="1583854" y="2634871"/>
            <a:ext cx="6223915" cy="4086605"/>
          </a:xfrm>
          <a:prstGeom prst="rect">
            <a:avLst/>
          </a:prstGeom>
          <a:noFill/>
          <a:extLst>
            <a:ext uri="{909E8E84-426E-40DD-AFC4-6F175D3DCCD1}">
              <a14:hiddenFill xmlns="" xmlns:a14="http://schemas.microsoft.com/office/drawing/2010/main">
                <a:solidFill>
                  <a:srgbClr val="FFFFFF"/>
                </a:solidFill>
              </a14:hiddenFill>
            </a:ext>
          </a:extLst>
        </p:spPr>
      </p:pic>
      <p:sp>
        <p:nvSpPr>
          <p:cNvPr id="18" name="TextBox 17"/>
          <p:cNvSpPr txBox="1"/>
          <p:nvPr/>
        </p:nvSpPr>
        <p:spPr>
          <a:xfrm>
            <a:off x="685801" y="1676400"/>
            <a:ext cx="8020022" cy="923330"/>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US" altLang="en-US" dirty="0">
                <a:latin typeface="Candara" pitchFamily="34" charset="0"/>
                <a:cs typeface="Arial" pitchFamily="34" charset="0"/>
              </a:rPr>
              <a:t>Indian National Congress was founded on December 28, 1885. </a:t>
            </a:r>
          </a:p>
          <a:p>
            <a:pPr marL="342900" indent="-342900" algn="just">
              <a:lnSpc>
                <a:spcPct val="150000"/>
              </a:lnSpc>
              <a:buFont typeface="Arial" panose="020B0604020202020204" pitchFamily="34" charset="0"/>
              <a:buChar char="•"/>
            </a:pPr>
            <a:r>
              <a:rPr lang="en-US" altLang="en-US" b="1" dirty="0" err="1">
                <a:latin typeface="Candara" pitchFamily="34" charset="0"/>
                <a:cs typeface="Arial" pitchFamily="34" charset="0"/>
              </a:rPr>
              <a:t>Womesh</a:t>
            </a:r>
            <a:r>
              <a:rPr lang="en-US" altLang="en-US" b="1" dirty="0">
                <a:latin typeface="Candara" pitchFamily="34" charset="0"/>
                <a:cs typeface="Arial" pitchFamily="34" charset="0"/>
              </a:rPr>
              <a:t> </a:t>
            </a:r>
            <a:r>
              <a:rPr lang="en-US" altLang="en-US" b="1" dirty="0" err="1">
                <a:latin typeface="Candara" pitchFamily="34" charset="0"/>
                <a:cs typeface="Arial" pitchFamily="34" charset="0"/>
              </a:rPr>
              <a:t>Chunder</a:t>
            </a:r>
            <a:r>
              <a:rPr lang="en-US" altLang="en-US" b="1" dirty="0">
                <a:latin typeface="Candara" pitchFamily="34" charset="0"/>
                <a:cs typeface="Arial" pitchFamily="34" charset="0"/>
              </a:rPr>
              <a:t> </a:t>
            </a:r>
            <a:r>
              <a:rPr lang="en-US" altLang="en-US" b="1" dirty="0" err="1">
                <a:latin typeface="Candara" pitchFamily="34" charset="0"/>
                <a:cs typeface="Arial" pitchFamily="34" charset="0"/>
              </a:rPr>
              <a:t>Bonnerjee</a:t>
            </a:r>
            <a:r>
              <a:rPr lang="en-US" altLang="en-US" dirty="0">
                <a:latin typeface="Candara" pitchFamily="34" charset="0"/>
                <a:cs typeface="Arial" pitchFamily="34" charset="0"/>
              </a:rPr>
              <a:t> was selected as the leader of the congress.</a:t>
            </a:r>
          </a:p>
        </p:txBody>
      </p:sp>
    </p:spTree>
    <p:extLst>
      <p:ext uri="{BB962C8B-B14F-4D97-AF65-F5344CB8AC3E}">
        <p14:creationId xmlns="" xmlns:p14="http://schemas.microsoft.com/office/powerpoint/2010/main" val="1699856452"/>
      </p:ext>
    </p:extLst>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18">
                                            <p:txEl>
                                              <p:pRg st="0" end="0"/>
                                            </p:txEl>
                                          </p:spTgt>
                                        </p:tgtEl>
                                        <p:attrNameLst>
                                          <p:attrName>style.color</p:attrName>
                                        </p:attrNameLst>
                                      </p:cBhvr>
                                      <p:to>
                                        <a:srgbClr val="000000"/>
                                      </p:to>
                                    </p:animClr>
                                    <p:animClr clrSpc="rgb" dir="cw">
                                      <p:cBhvr>
                                        <p:cTn id="7" dur="500" fill="hold"/>
                                        <p:tgtEl>
                                          <p:spTgt spid="18">
                                            <p:txEl>
                                              <p:pRg st="0" end="0"/>
                                            </p:txEl>
                                          </p:spTgt>
                                        </p:tgtEl>
                                        <p:attrNameLst>
                                          <p:attrName>fillcolor</p:attrName>
                                        </p:attrNameLst>
                                      </p:cBhvr>
                                      <p:to>
                                        <a:srgbClr val="000000"/>
                                      </p:to>
                                    </p:animClr>
                                    <p:set>
                                      <p:cBhvr>
                                        <p:cTn id="8" dur="500" fill="hold"/>
                                        <p:tgtEl>
                                          <p:spTgt spid="18">
                                            <p:txEl>
                                              <p:pRg st="0" end="0"/>
                                            </p:txEl>
                                          </p:spTgt>
                                        </p:tgtEl>
                                        <p:attrNameLst>
                                          <p:attrName>fill.type</p:attrName>
                                        </p:attrNameLst>
                                      </p:cBhvr>
                                      <p:to>
                                        <p:strVal val="solid"/>
                                      </p:to>
                                    </p:set>
                                    <p:set>
                                      <p:cBhvr>
                                        <p:cTn id="9" dur="500" fill="hold"/>
                                        <p:tgtEl>
                                          <p:spTgt spid="18">
                                            <p:txEl>
                                              <p:pRg st="0" end="0"/>
                                            </p:txEl>
                                          </p:spTgt>
                                        </p:tgtEl>
                                        <p:attrNameLst>
                                          <p:attrName>fill.on</p:attrName>
                                        </p:attrNameLst>
                                      </p:cBhvr>
                                      <p:to>
                                        <p:strVal val="true"/>
                                      </p:to>
                                    </p:set>
                                  </p:childTnLst>
                                </p:cTn>
                              </p:par>
                            </p:childTnLst>
                          </p:cTn>
                        </p:par>
                      </p:childTnLst>
                    </p:cTn>
                  </p:par>
                  <p:par>
                    <p:cTn id="10" fill="hold">
                      <p:stCondLst>
                        <p:cond delay="indefinite"/>
                      </p:stCondLst>
                      <p:childTnLst>
                        <p:par>
                          <p:cTn id="11" fill="hold">
                            <p:stCondLst>
                              <p:cond delay="0"/>
                            </p:stCondLst>
                            <p:childTnLst>
                              <p:par>
                                <p:cTn id="12" presetID="19" presetClass="emph" presetSubtype="0" fill="hold" nodeType="clickEffect">
                                  <p:stCondLst>
                                    <p:cond delay="0"/>
                                  </p:stCondLst>
                                  <p:childTnLst>
                                    <p:animClr clrSpc="rgb" dir="cw">
                                      <p:cBhvr override="childStyle">
                                        <p:cTn id="13" dur="500" fill="hold"/>
                                        <p:tgtEl>
                                          <p:spTgt spid="18">
                                            <p:txEl>
                                              <p:pRg st="1" end="1"/>
                                            </p:txEl>
                                          </p:spTgt>
                                        </p:tgtEl>
                                        <p:attrNameLst>
                                          <p:attrName>style.color</p:attrName>
                                        </p:attrNameLst>
                                      </p:cBhvr>
                                      <p:to>
                                        <a:srgbClr val="000000"/>
                                      </p:to>
                                    </p:animClr>
                                    <p:animClr clrSpc="rgb" dir="cw">
                                      <p:cBhvr>
                                        <p:cTn id="14" dur="500" fill="hold"/>
                                        <p:tgtEl>
                                          <p:spTgt spid="18">
                                            <p:txEl>
                                              <p:pRg st="1" end="1"/>
                                            </p:txEl>
                                          </p:spTgt>
                                        </p:tgtEl>
                                        <p:attrNameLst>
                                          <p:attrName>fillcolor</p:attrName>
                                        </p:attrNameLst>
                                      </p:cBhvr>
                                      <p:to>
                                        <a:srgbClr val="000000"/>
                                      </p:to>
                                    </p:animClr>
                                    <p:set>
                                      <p:cBhvr>
                                        <p:cTn id="15" dur="500" fill="hold"/>
                                        <p:tgtEl>
                                          <p:spTgt spid="18">
                                            <p:txEl>
                                              <p:pRg st="1" end="1"/>
                                            </p:txEl>
                                          </p:spTgt>
                                        </p:tgtEl>
                                        <p:attrNameLst>
                                          <p:attrName>fill.type</p:attrName>
                                        </p:attrNameLst>
                                      </p:cBhvr>
                                      <p:to>
                                        <p:strVal val="solid"/>
                                      </p:to>
                                    </p:set>
                                    <p:set>
                                      <p:cBhvr>
                                        <p:cTn id="16" dur="500" fill="hold"/>
                                        <p:tgtEl>
                                          <p:spTgt spid="18">
                                            <p:txEl>
                                              <p:pRg st="1" end="1"/>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08A8661F-1CDE-4F7E-AE93-7F9785FD6839}" type="slidenum">
              <a:rPr lang="en-US" smtClean="0"/>
              <a:pPr/>
              <a:t>25</a:t>
            </a:fld>
            <a:endParaRPr lang="en-US" dirty="0"/>
          </a:p>
        </p:txBody>
      </p:sp>
      <p:pic>
        <p:nvPicPr>
          <p:cNvPr id="39" name="Picture 38" descr="https://i.vimeocdn.com/portrait/10125853_300x300"/>
          <p:cNvPicPr>
            <a:picLocks noChangeAspect="1" noChangeArrowheads="1"/>
          </p:cNvPicPr>
          <p:nvPr/>
        </p:nvPicPr>
        <p:blipFill>
          <a:blip r:embed="rId3" cstate="print">
            <a:extLst>
              <a:ext uri="{BEBA8EAE-BF5A-486C-A8C5-ECC9F3942E4B}">
                <a14:imgProps xmlns="" xmlns:a14="http://schemas.microsoft.com/office/drawing/2010/main">
                  <a14:imgLayer r:embed="rId4">
                    <a14:imgEffect>
                      <a14:sharpenSoften amount="50000"/>
                    </a14:imgEffect>
                    <a14:imgEffect>
                      <a14:brightnessContrast contrast="-40000"/>
                    </a14:imgEffect>
                  </a14:imgLayer>
                </a14:imgProps>
              </a:ext>
              <a:ext uri="{28A0092B-C50C-407E-A947-70E740481C1C}">
                <a14:useLocalDpi xmlns="" xmlns:a14="http://schemas.microsoft.com/office/drawing/2010/main" val="0"/>
              </a:ext>
            </a:extLst>
          </a:blip>
          <a:srcRect/>
          <a:stretch>
            <a:fillRect/>
          </a:stretch>
        </p:blipFill>
        <p:spPr bwMode="auto">
          <a:xfrm>
            <a:off x="7602847" y="456159"/>
            <a:ext cx="1143000" cy="1143000"/>
          </a:xfrm>
          <a:prstGeom prst="rect">
            <a:avLst/>
          </a:prstGeom>
          <a:noFill/>
          <a:extLst>
            <a:ext uri="{909E8E84-426E-40DD-AFC4-6F175D3DCCD1}">
              <a14:hiddenFill xmlns="" xmlns:a14="http://schemas.microsoft.com/office/drawing/2010/main">
                <a:solidFill>
                  <a:srgbClr val="FFFFFF"/>
                </a:solidFill>
              </a14:hiddenFill>
            </a:ext>
          </a:extLst>
        </p:spPr>
      </p:pic>
      <p:grpSp>
        <p:nvGrpSpPr>
          <p:cNvPr id="40" name="Group 39"/>
          <p:cNvGrpSpPr/>
          <p:nvPr/>
        </p:nvGrpSpPr>
        <p:grpSpPr>
          <a:xfrm rot="10800000" flipV="1">
            <a:off x="857221" y="1405300"/>
            <a:ext cx="6037811" cy="45719"/>
            <a:chOff x="0" y="5791200"/>
            <a:chExt cx="8084345" cy="330200"/>
          </a:xfrm>
        </p:grpSpPr>
        <p:sp>
          <p:nvSpPr>
            <p:cNvPr id="41" name="Rectangle 40"/>
            <p:cNvSpPr/>
            <p:nvPr/>
          </p:nvSpPr>
          <p:spPr>
            <a:xfrm>
              <a:off x="0" y="5791200"/>
              <a:ext cx="1064261" cy="330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p:cNvSpPr/>
            <p:nvPr/>
          </p:nvSpPr>
          <p:spPr>
            <a:xfrm>
              <a:off x="1066800" y="5791200"/>
              <a:ext cx="997745" cy="3302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p:cNvSpPr/>
            <p:nvPr/>
          </p:nvSpPr>
          <p:spPr>
            <a:xfrm>
              <a:off x="2057400" y="5791200"/>
              <a:ext cx="997745" cy="3302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p:cNvSpPr/>
            <p:nvPr/>
          </p:nvSpPr>
          <p:spPr>
            <a:xfrm>
              <a:off x="3048000" y="5791200"/>
              <a:ext cx="997745" cy="3302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Rectangle 44"/>
            <p:cNvSpPr/>
            <p:nvPr/>
          </p:nvSpPr>
          <p:spPr>
            <a:xfrm>
              <a:off x="4038600" y="5791200"/>
              <a:ext cx="997745" cy="330200"/>
            </a:xfrm>
            <a:prstGeom prst="rect">
              <a:avLst/>
            </a:prstGeom>
            <a:solidFill>
              <a:srgbClr val="235F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p:cNvSpPr/>
            <p:nvPr/>
          </p:nvSpPr>
          <p:spPr>
            <a:xfrm>
              <a:off x="5029200" y="5791200"/>
              <a:ext cx="1122463" cy="33020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p:cNvSpPr/>
            <p:nvPr/>
          </p:nvSpPr>
          <p:spPr>
            <a:xfrm>
              <a:off x="6096000" y="5791200"/>
              <a:ext cx="997745" cy="3302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p:cNvSpPr/>
            <p:nvPr/>
          </p:nvSpPr>
          <p:spPr>
            <a:xfrm>
              <a:off x="7086600" y="5791200"/>
              <a:ext cx="997745" cy="330200"/>
            </a:xfrm>
            <a:prstGeom prst="rect">
              <a:avLst/>
            </a:prstGeom>
            <a:solidFill>
              <a:srgbClr val="5440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3" name="Rectangle 32"/>
          <p:cNvSpPr/>
          <p:nvPr/>
        </p:nvSpPr>
        <p:spPr>
          <a:xfrm>
            <a:off x="7373012" y="381000"/>
            <a:ext cx="1542388" cy="12633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a:off x="685801" y="1676400"/>
            <a:ext cx="8020022" cy="4247317"/>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US" altLang="en-US" sz="2000" dirty="0">
                <a:latin typeface="Candara" pitchFamily="34" charset="0"/>
                <a:cs typeface="Arial" pitchFamily="34" charset="0"/>
              </a:rPr>
              <a:t>Objectives of congress</a:t>
            </a:r>
          </a:p>
          <a:p>
            <a:pPr marL="342900" indent="-342900" algn="just">
              <a:lnSpc>
                <a:spcPct val="150000"/>
              </a:lnSpc>
              <a:buFont typeface="Arial" panose="020B0604020202020204" pitchFamily="34" charset="0"/>
              <a:buChar char="•"/>
            </a:pPr>
            <a:r>
              <a:rPr lang="en-US" altLang="en-US" sz="2000" dirty="0">
                <a:latin typeface="Candara" pitchFamily="34" charset="0"/>
                <a:cs typeface="Arial" pitchFamily="34" charset="0"/>
              </a:rPr>
              <a:t>The fusion into one national whole of all the different, and till now discordant (</a:t>
            </a:r>
            <a:r>
              <a:rPr lang="ar-AE" altLang="en-US" sz="2000" dirty="0">
                <a:latin typeface="Candara" pitchFamily="34" charset="0"/>
                <a:cs typeface="Arial" pitchFamily="34" charset="0"/>
              </a:rPr>
              <a:t>بے آہنگ</a:t>
            </a:r>
            <a:r>
              <a:rPr lang="en-US" altLang="en-US" sz="2000" dirty="0">
                <a:latin typeface="Candara" pitchFamily="34" charset="0"/>
                <a:cs typeface="Arial" pitchFamily="34" charset="0"/>
              </a:rPr>
              <a:t>,</a:t>
            </a:r>
            <a:r>
              <a:rPr lang="ar-AE" altLang="en-US" sz="2000" dirty="0">
                <a:latin typeface="Candara" pitchFamily="34" charset="0"/>
                <a:cs typeface="Arial" pitchFamily="34" charset="0"/>
              </a:rPr>
              <a:t>بے سُرا</a:t>
            </a:r>
            <a:r>
              <a:rPr lang="en-US" altLang="en-US" sz="2000" dirty="0">
                <a:latin typeface="Candara" pitchFamily="34" charset="0"/>
                <a:cs typeface="Arial" pitchFamily="34" charset="0"/>
              </a:rPr>
              <a:t>), elements that constitute the population of India.  </a:t>
            </a:r>
          </a:p>
          <a:p>
            <a:pPr marL="342900" indent="-342900" algn="just">
              <a:lnSpc>
                <a:spcPct val="150000"/>
              </a:lnSpc>
              <a:buFont typeface="Arial" panose="020B0604020202020204" pitchFamily="34" charset="0"/>
              <a:buChar char="•"/>
            </a:pPr>
            <a:r>
              <a:rPr lang="en-US" altLang="en-US" sz="2000" dirty="0">
                <a:latin typeface="Candara" pitchFamily="34" charset="0"/>
                <a:cs typeface="Arial" pitchFamily="34" charset="0"/>
              </a:rPr>
              <a:t>The gradual regeneration of Indians along all lines, mental, moral, social and political.</a:t>
            </a:r>
          </a:p>
          <a:p>
            <a:pPr marL="342900" indent="-342900" algn="just">
              <a:lnSpc>
                <a:spcPct val="150000"/>
              </a:lnSpc>
              <a:buFont typeface="Arial" panose="020B0604020202020204" pitchFamily="34" charset="0"/>
              <a:buChar char="•"/>
            </a:pPr>
            <a:r>
              <a:rPr lang="en-US" altLang="en-US" sz="2000" dirty="0">
                <a:latin typeface="Candara" pitchFamily="34" charset="0"/>
                <a:cs typeface="Arial" pitchFamily="34" charset="0"/>
              </a:rPr>
              <a:t>The consolidation of the union between England and India, by securing the modification of such of its condition as may be unjust or injurious to the latter country. </a:t>
            </a:r>
            <a:endParaRPr lang="en-US" altLang="en-US" dirty="0">
              <a:latin typeface="Candara" pitchFamily="34" charset="0"/>
              <a:cs typeface="Arial" pitchFamily="34" charset="0"/>
            </a:endParaRPr>
          </a:p>
        </p:txBody>
      </p:sp>
      <p:sp>
        <p:nvSpPr>
          <p:cNvPr id="17" name="TextBox 16"/>
          <p:cNvSpPr txBox="1"/>
          <p:nvPr/>
        </p:nvSpPr>
        <p:spPr>
          <a:xfrm>
            <a:off x="685801" y="735271"/>
            <a:ext cx="6324599" cy="584775"/>
          </a:xfrm>
          <a:prstGeom prst="rect">
            <a:avLst/>
          </a:prstGeom>
          <a:noFill/>
        </p:spPr>
        <p:txBody>
          <a:bodyPr wrap="square" rtlCol="0">
            <a:spAutoFit/>
          </a:bodyPr>
          <a:lstStyle/>
          <a:p>
            <a:r>
              <a:rPr lang="en-US" sz="3200" b="1" dirty="0">
                <a:solidFill>
                  <a:schemeClr val="tx2"/>
                </a:solidFill>
                <a:latin typeface="Candara" pitchFamily="34" charset="0"/>
                <a:cs typeface="Arial" pitchFamily="34" charset="0"/>
              </a:rPr>
              <a:t>Muslims and the Congress</a:t>
            </a:r>
          </a:p>
        </p:txBody>
      </p:sp>
    </p:spTree>
    <p:extLst>
      <p:ext uri="{BB962C8B-B14F-4D97-AF65-F5344CB8AC3E}">
        <p14:creationId xmlns="" xmlns:p14="http://schemas.microsoft.com/office/powerpoint/2010/main" val="4274092678"/>
      </p:ext>
    </p:extLst>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18">
                                            <p:txEl>
                                              <p:pRg st="0" end="0"/>
                                            </p:txEl>
                                          </p:spTgt>
                                        </p:tgtEl>
                                        <p:attrNameLst>
                                          <p:attrName>style.color</p:attrName>
                                        </p:attrNameLst>
                                      </p:cBhvr>
                                      <p:to>
                                        <a:srgbClr val="000000"/>
                                      </p:to>
                                    </p:animClr>
                                    <p:animClr clrSpc="rgb" dir="cw">
                                      <p:cBhvr>
                                        <p:cTn id="7" dur="500" fill="hold"/>
                                        <p:tgtEl>
                                          <p:spTgt spid="18">
                                            <p:txEl>
                                              <p:pRg st="0" end="0"/>
                                            </p:txEl>
                                          </p:spTgt>
                                        </p:tgtEl>
                                        <p:attrNameLst>
                                          <p:attrName>fillcolor</p:attrName>
                                        </p:attrNameLst>
                                      </p:cBhvr>
                                      <p:to>
                                        <a:srgbClr val="000000"/>
                                      </p:to>
                                    </p:animClr>
                                    <p:set>
                                      <p:cBhvr>
                                        <p:cTn id="8" dur="500" fill="hold"/>
                                        <p:tgtEl>
                                          <p:spTgt spid="18">
                                            <p:txEl>
                                              <p:pRg st="0" end="0"/>
                                            </p:txEl>
                                          </p:spTgt>
                                        </p:tgtEl>
                                        <p:attrNameLst>
                                          <p:attrName>fill.type</p:attrName>
                                        </p:attrNameLst>
                                      </p:cBhvr>
                                      <p:to>
                                        <p:strVal val="solid"/>
                                      </p:to>
                                    </p:set>
                                    <p:set>
                                      <p:cBhvr>
                                        <p:cTn id="9" dur="500" fill="hold"/>
                                        <p:tgtEl>
                                          <p:spTgt spid="18">
                                            <p:txEl>
                                              <p:pRg st="0" end="0"/>
                                            </p:txEl>
                                          </p:spTgt>
                                        </p:tgtEl>
                                        <p:attrNameLst>
                                          <p:attrName>fill.on</p:attrName>
                                        </p:attrNameLst>
                                      </p:cBhvr>
                                      <p:to>
                                        <p:strVal val="true"/>
                                      </p:to>
                                    </p:set>
                                  </p:childTnLst>
                                </p:cTn>
                              </p:par>
                            </p:childTnLst>
                          </p:cTn>
                        </p:par>
                      </p:childTnLst>
                    </p:cTn>
                  </p:par>
                  <p:par>
                    <p:cTn id="10" fill="hold">
                      <p:stCondLst>
                        <p:cond delay="indefinite"/>
                      </p:stCondLst>
                      <p:childTnLst>
                        <p:par>
                          <p:cTn id="11" fill="hold">
                            <p:stCondLst>
                              <p:cond delay="0"/>
                            </p:stCondLst>
                            <p:childTnLst>
                              <p:par>
                                <p:cTn id="12" presetID="19" presetClass="emph" presetSubtype="0" fill="hold" nodeType="clickEffect">
                                  <p:stCondLst>
                                    <p:cond delay="0"/>
                                  </p:stCondLst>
                                  <p:childTnLst>
                                    <p:animClr clrSpc="rgb" dir="cw">
                                      <p:cBhvr override="childStyle">
                                        <p:cTn id="13" dur="500" fill="hold"/>
                                        <p:tgtEl>
                                          <p:spTgt spid="18">
                                            <p:txEl>
                                              <p:pRg st="1" end="1"/>
                                            </p:txEl>
                                          </p:spTgt>
                                        </p:tgtEl>
                                        <p:attrNameLst>
                                          <p:attrName>style.color</p:attrName>
                                        </p:attrNameLst>
                                      </p:cBhvr>
                                      <p:to>
                                        <a:srgbClr val="000000"/>
                                      </p:to>
                                    </p:animClr>
                                    <p:animClr clrSpc="rgb" dir="cw">
                                      <p:cBhvr>
                                        <p:cTn id="14" dur="500" fill="hold"/>
                                        <p:tgtEl>
                                          <p:spTgt spid="18">
                                            <p:txEl>
                                              <p:pRg st="1" end="1"/>
                                            </p:txEl>
                                          </p:spTgt>
                                        </p:tgtEl>
                                        <p:attrNameLst>
                                          <p:attrName>fillcolor</p:attrName>
                                        </p:attrNameLst>
                                      </p:cBhvr>
                                      <p:to>
                                        <a:srgbClr val="000000"/>
                                      </p:to>
                                    </p:animClr>
                                    <p:set>
                                      <p:cBhvr>
                                        <p:cTn id="15" dur="500" fill="hold"/>
                                        <p:tgtEl>
                                          <p:spTgt spid="18">
                                            <p:txEl>
                                              <p:pRg st="1" end="1"/>
                                            </p:txEl>
                                          </p:spTgt>
                                        </p:tgtEl>
                                        <p:attrNameLst>
                                          <p:attrName>fill.type</p:attrName>
                                        </p:attrNameLst>
                                      </p:cBhvr>
                                      <p:to>
                                        <p:strVal val="solid"/>
                                      </p:to>
                                    </p:set>
                                    <p:set>
                                      <p:cBhvr>
                                        <p:cTn id="16" dur="500" fill="hold"/>
                                        <p:tgtEl>
                                          <p:spTgt spid="18">
                                            <p:txEl>
                                              <p:pRg st="1" end="1"/>
                                            </p:txEl>
                                          </p:spTgt>
                                        </p:tgtEl>
                                        <p:attrNameLst>
                                          <p:attrName>fill.on</p:attrName>
                                        </p:attrNameLst>
                                      </p:cBhvr>
                                      <p:to>
                                        <p:strVal val="true"/>
                                      </p:to>
                                    </p:set>
                                  </p:childTnLst>
                                </p:cTn>
                              </p:par>
                            </p:childTnLst>
                          </p:cTn>
                        </p:par>
                      </p:childTnLst>
                    </p:cTn>
                  </p:par>
                  <p:par>
                    <p:cTn id="17" fill="hold">
                      <p:stCondLst>
                        <p:cond delay="indefinite"/>
                      </p:stCondLst>
                      <p:childTnLst>
                        <p:par>
                          <p:cTn id="18" fill="hold">
                            <p:stCondLst>
                              <p:cond delay="0"/>
                            </p:stCondLst>
                            <p:childTnLst>
                              <p:par>
                                <p:cTn id="19" presetID="19" presetClass="emph" presetSubtype="0" fill="hold" nodeType="clickEffect">
                                  <p:stCondLst>
                                    <p:cond delay="0"/>
                                  </p:stCondLst>
                                  <p:childTnLst>
                                    <p:animClr clrSpc="rgb" dir="cw">
                                      <p:cBhvr override="childStyle">
                                        <p:cTn id="20" dur="500" fill="hold"/>
                                        <p:tgtEl>
                                          <p:spTgt spid="18">
                                            <p:txEl>
                                              <p:pRg st="2" end="2"/>
                                            </p:txEl>
                                          </p:spTgt>
                                        </p:tgtEl>
                                        <p:attrNameLst>
                                          <p:attrName>style.color</p:attrName>
                                        </p:attrNameLst>
                                      </p:cBhvr>
                                      <p:to>
                                        <a:srgbClr val="000000"/>
                                      </p:to>
                                    </p:animClr>
                                    <p:animClr clrSpc="rgb" dir="cw">
                                      <p:cBhvr>
                                        <p:cTn id="21" dur="500" fill="hold"/>
                                        <p:tgtEl>
                                          <p:spTgt spid="18">
                                            <p:txEl>
                                              <p:pRg st="2" end="2"/>
                                            </p:txEl>
                                          </p:spTgt>
                                        </p:tgtEl>
                                        <p:attrNameLst>
                                          <p:attrName>fillcolor</p:attrName>
                                        </p:attrNameLst>
                                      </p:cBhvr>
                                      <p:to>
                                        <a:srgbClr val="000000"/>
                                      </p:to>
                                    </p:animClr>
                                    <p:set>
                                      <p:cBhvr>
                                        <p:cTn id="22" dur="500" fill="hold"/>
                                        <p:tgtEl>
                                          <p:spTgt spid="18">
                                            <p:txEl>
                                              <p:pRg st="2" end="2"/>
                                            </p:txEl>
                                          </p:spTgt>
                                        </p:tgtEl>
                                        <p:attrNameLst>
                                          <p:attrName>fill.type</p:attrName>
                                        </p:attrNameLst>
                                      </p:cBhvr>
                                      <p:to>
                                        <p:strVal val="solid"/>
                                      </p:to>
                                    </p:set>
                                    <p:set>
                                      <p:cBhvr>
                                        <p:cTn id="23" dur="500" fill="hold"/>
                                        <p:tgtEl>
                                          <p:spTgt spid="18">
                                            <p:txEl>
                                              <p:pRg st="2" end="2"/>
                                            </p:txEl>
                                          </p:spTgt>
                                        </p:tgtEl>
                                        <p:attrNameLst>
                                          <p:attrName>fill.on</p:attrName>
                                        </p:attrNameLst>
                                      </p:cBhvr>
                                      <p:to>
                                        <p:strVal val="true"/>
                                      </p:to>
                                    </p:set>
                                  </p:childTnLst>
                                </p:cTn>
                              </p:par>
                            </p:childTnLst>
                          </p:cTn>
                        </p:par>
                      </p:childTnLst>
                    </p:cTn>
                  </p:par>
                  <p:par>
                    <p:cTn id="24" fill="hold">
                      <p:stCondLst>
                        <p:cond delay="indefinite"/>
                      </p:stCondLst>
                      <p:childTnLst>
                        <p:par>
                          <p:cTn id="25" fill="hold">
                            <p:stCondLst>
                              <p:cond delay="0"/>
                            </p:stCondLst>
                            <p:childTnLst>
                              <p:par>
                                <p:cTn id="26" presetID="19" presetClass="emph" presetSubtype="0" fill="hold" nodeType="clickEffect">
                                  <p:stCondLst>
                                    <p:cond delay="0"/>
                                  </p:stCondLst>
                                  <p:childTnLst>
                                    <p:animClr clrSpc="rgb" dir="cw">
                                      <p:cBhvr override="childStyle">
                                        <p:cTn id="27" dur="500" fill="hold"/>
                                        <p:tgtEl>
                                          <p:spTgt spid="18">
                                            <p:txEl>
                                              <p:pRg st="3" end="3"/>
                                            </p:txEl>
                                          </p:spTgt>
                                        </p:tgtEl>
                                        <p:attrNameLst>
                                          <p:attrName>style.color</p:attrName>
                                        </p:attrNameLst>
                                      </p:cBhvr>
                                      <p:to>
                                        <a:srgbClr val="000000"/>
                                      </p:to>
                                    </p:animClr>
                                    <p:animClr clrSpc="rgb" dir="cw">
                                      <p:cBhvr>
                                        <p:cTn id="28" dur="500" fill="hold"/>
                                        <p:tgtEl>
                                          <p:spTgt spid="18">
                                            <p:txEl>
                                              <p:pRg st="3" end="3"/>
                                            </p:txEl>
                                          </p:spTgt>
                                        </p:tgtEl>
                                        <p:attrNameLst>
                                          <p:attrName>fillcolor</p:attrName>
                                        </p:attrNameLst>
                                      </p:cBhvr>
                                      <p:to>
                                        <a:srgbClr val="000000"/>
                                      </p:to>
                                    </p:animClr>
                                    <p:set>
                                      <p:cBhvr>
                                        <p:cTn id="29" dur="500" fill="hold"/>
                                        <p:tgtEl>
                                          <p:spTgt spid="18">
                                            <p:txEl>
                                              <p:pRg st="3" end="3"/>
                                            </p:txEl>
                                          </p:spTgt>
                                        </p:tgtEl>
                                        <p:attrNameLst>
                                          <p:attrName>fill.type</p:attrName>
                                        </p:attrNameLst>
                                      </p:cBhvr>
                                      <p:to>
                                        <p:strVal val="solid"/>
                                      </p:to>
                                    </p:set>
                                    <p:set>
                                      <p:cBhvr>
                                        <p:cTn id="30" dur="500" fill="hold"/>
                                        <p:tgtEl>
                                          <p:spTgt spid="18">
                                            <p:txEl>
                                              <p:pRg st="3" end="3"/>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08A8661F-1CDE-4F7E-AE93-7F9785FD6839}" type="slidenum">
              <a:rPr lang="en-US" smtClean="0"/>
              <a:pPr/>
              <a:t>26</a:t>
            </a:fld>
            <a:endParaRPr lang="en-US" dirty="0"/>
          </a:p>
        </p:txBody>
      </p:sp>
      <p:pic>
        <p:nvPicPr>
          <p:cNvPr id="39" name="Picture 38" descr="https://i.vimeocdn.com/portrait/10125853_300x300"/>
          <p:cNvPicPr>
            <a:picLocks noChangeAspect="1" noChangeArrowheads="1"/>
          </p:cNvPicPr>
          <p:nvPr/>
        </p:nvPicPr>
        <p:blipFill>
          <a:blip r:embed="rId3" cstate="print">
            <a:extLst>
              <a:ext uri="{BEBA8EAE-BF5A-486C-A8C5-ECC9F3942E4B}">
                <a14:imgProps xmlns="" xmlns:a14="http://schemas.microsoft.com/office/drawing/2010/main">
                  <a14:imgLayer r:embed="rId4">
                    <a14:imgEffect>
                      <a14:sharpenSoften amount="50000"/>
                    </a14:imgEffect>
                    <a14:imgEffect>
                      <a14:brightnessContrast contrast="-40000"/>
                    </a14:imgEffect>
                  </a14:imgLayer>
                </a14:imgProps>
              </a:ext>
              <a:ext uri="{28A0092B-C50C-407E-A947-70E740481C1C}">
                <a14:useLocalDpi xmlns="" xmlns:a14="http://schemas.microsoft.com/office/drawing/2010/main" val="0"/>
              </a:ext>
            </a:extLst>
          </a:blip>
          <a:srcRect/>
          <a:stretch>
            <a:fillRect/>
          </a:stretch>
        </p:blipFill>
        <p:spPr bwMode="auto">
          <a:xfrm>
            <a:off x="7602847" y="456159"/>
            <a:ext cx="1143000" cy="1143000"/>
          </a:xfrm>
          <a:prstGeom prst="rect">
            <a:avLst/>
          </a:prstGeom>
          <a:noFill/>
          <a:extLst>
            <a:ext uri="{909E8E84-426E-40DD-AFC4-6F175D3DCCD1}">
              <a14:hiddenFill xmlns="" xmlns:a14="http://schemas.microsoft.com/office/drawing/2010/main">
                <a:solidFill>
                  <a:srgbClr val="FFFFFF"/>
                </a:solidFill>
              </a14:hiddenFill>
            </a:ext>
          </a:extLst>
        </p:spPr>
      </p:pic>
      <p:grpSp>
        <p:nvGrpSpPr>
          <p:cNvPr id="40" name="Group 39"/>
          <p:cNvGrpSpPr/>
          <p:nvPr/>
        </p:nvGrpSpPr>
        <p:grpSpPr>
          <a:xfrm rot="10800000" flipV="1">
            <a:off x="857221" y="1405300"/>
            <a:ext cx="6037811" cy="45719"/>
            <a:chOff x="0" y="5791200"/>
            <a:chExt cx="8084345" cy="330200"/>
          </a:xfrm>
        </p:grpSpPr>
        <p:sp>
          <p:nvSpPr>
            <p:cNvPr id="41" name="Rectangle 40"/>
            <p:cNvSpPr/>
            <p:nvPr/>
          </p:nvSpPr>
          <p:spPr>
            <a:xfrm>
              <a:off x="0" y="5791200"/>
              <a:ext cx="1064261" cy="330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p:cNvSpPr/>
            <p:nvPr/>
          </p:nvSpPr>
          <p:spPr>
            <a:xfrm>
              <a:off x="1066800" y="5791200"/>
              <a:ext cx="997745" cy="3302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p:cNvSpPr/>
            <p:nvPr/>
          </p:nvSpPr>
          <p:spPr>
            <a:xfrm>
              <a:off x="2057400" y="5791200"/>
              <a:ext cx="997745" cy="3302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p:cNvSpPr/>
            <p:nvPr/>
          </p:nvSpPr>
          <p:spPr>
            <a:xfrm>
              <a:off x="3048000" y="5791200"/>
              <a:ext cx="997745" cy="3302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Rectangle 44"/>
            <p:cNvSpPr/>
            <p:nvPr/>
          </p:nvSpPr>
          <p:spPr>
            <a:xfrm>
              <a:off x="4038600" y="5791200"/>
              <a:ext cx="997745" cy="330200"/>
            </a:xfrm>
            <a:prstGeom prst="rect">
              <a:avLst/>
            </a:prstGeom>
            <a:solidFill>
              <a:srgbClr val="235F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p:cNvSpPr/>
            <p:nvPr/>
          </p:nvSpPr>
          <p:spPr>
            <a:xfrm>
              <a:off x="5029200" y="5791200"/>
              <a:ext cx="1122463" cy="33020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p:cNvSpPr/>
            <p:nvPr/>
          </p:nvSpPr>
          <p:spPr>
            <a:xfrm>
              <a:off x="6096000" y="5791200"/>
              <a:ext cx="997745" cy="3302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p:cNvSpPr/>
            <p:nvPr/>
          </p:nvSpPr>
          <p:spPr>
            <a:xfrm>
              <a:off x="7086600" y="5791200"/>
              <a:ext cx="997745" cy="330200"/>
            </a:xfrm>
            <a:prstGeom prst="rect">
              <a:avLst/>
            </a:prstGeom>
            <a:solidFill>
              <a:srgbClr val="5440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3" name="Rectangle 32"/>
          <p:cNvSpPr/>
          <p:nvPr/>
        </p:nvSpPr>
        <p:spPr>
          <a:xfrm>
            <a:off x="7373012" y="381000"/>
            <a:ext cx="1542388" cy="12633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a:off x="685801" y="1676400"/>
            <a:ext cx="8020022" cy="4708981"/>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US" altLang="en-US" sz="2000" dirty="0">
                <a:latin typeface="Candara" pitchFamily="34" charset="0"/>
                <a:cs typeface="Arial" pitchFamily="34" charset="0"/>
              </a:rPr>
              <a:t>Congress was founded by an Englishman </a:t>
            </a:r>
            <a:r>
              <a:rPr lang="en-US" altLang="en-US" sz="2000" b="1" dirty="0">
                <a:latin typeface="Candara" pitchFamily="34" charset="0"/>
                <a:cs typeface="Arial" pitchFamily="34" charset="0"/>
              </a:rPr>
              <a:t>A.O. Hume</a:t>
            </a:r>
            <a:r>
              <a:rPr lang="en-US" altLang="en-US" sz="2000" dirty="0">
                <a:latin typeface="Candara" pitchFamily="34" charset="0"/>
                <a:cs typeface="Arial" pitchFamily="34" charset="0"/>
              </a:rPr>
              <a:t>, a retired government official. The blessings of Lord </a:t>
            </a:r>
            <a:r>
              <a:rPr lang="en-US" altLang="en-US" sz="2000" dirty="0" err="1">
                <a:latin typeface="Candara" pitchFamily="34" charset="0"/>
                <a:cs typeface="Arial" pitchFamily="34" charset="0"/>
              </a:rPr>
              <a:t>Dufferin</a:t>
            </a:r>
            <a:r>
              <a:rPr lang="en-US" altLang="en-US" sz="2000" dirty="0">
                <a:latin typeface="Candara" pitchFamily="34" charset="0"/>
                <a:cs typeface="Arial" pitchFamily="34" charset="0"/>
              </a:rPr>
              <a:t>, the Governor-General of India was there.</a:t>
            </a:r>
          </a:p>
          <a:p>
            <a:pPr marL="342900" indent="-342900" algn="just">
              <a:lnSpc>
                <a:spcPct val="150000"/>
              </a:lnSpc>
              <a:buFont typeface="Arial" panose="020B0604020202020204" pitchFamily="34" charset="0"/>
              <a:buChar char="•"/>
            </a:pPr>
            <a:r>
              <a:rPr lang="en-US" altLang="en-US" sz="2000" dirty="0">
                <a:latin typeface="Candara" pitchFamily="34" charset="0"/>
                <a:cs typeface="Arial" pitchFamily="34" charset="0"/>
              </a:rPr>
              <a:t>When Hume took the scheme to the Governor-General, the latter amended it and gave his blessing on the condition that:</a:t>
            </a:r>
          </a:p>
          <a:p>
            <a:pPr marL="800100" lvl="1" indent="-342900" algn="just">
              <a:lnSpc>
                <a:spcPct val="150000"/>
              </a:lnSpc>
              <a:buFont typeface="Wingdings" panose="05000000000000000000" pitchFamily="2" charset="2"/>
              <a:buChar char="§"/>
            </a:pPr>
            <a:r>
              <a:rPr lang="en-US" altLang="en-US" sz="2000" i="1" dirty="0">
                <a:latin typeface="Candara" pitchFamily="34" charset="0"/>
                <a:cs typeface="Arial" pitchFamily="34" charset="0"/>
              </a:rPr>
              <a:t>“His name in this connection with the scheme of the congress should not be divulged so long as he remained in the country and his condition was faithfully maintained and none but the men  consulted by Mr. Hume knew any thing about the matter.”</a:t>
            </a:r>
            <a:endParaRPr lang="en-US" altLang="en-US" sz="2000" dirty="0">
              <a:latin typeface="Candara" pitchFamily="34" charset="0"/>
              <a:cs typeface="Arial" pitchFamily="34" charset="0"/>
            </a:endParaRPr>
          </a:p>
          <a:p>
            <a:pPr algn="r">
              <a:lnSpc>
                <a:spcPct val="150000"/>
              </a:lnSpc>
            </a:pPr>
            <a:r>
              <a:rPr lang="en-US" altLang="en-US" sz="2000" dirty="0">
                <a:latin typeface="Candara" pitchFamily="34" charset="0"/>
                <a:cs typeface="Arial" pitchFamily="34" charset="0"/>
              </a:rPr>
              <a:t>		</a:t>
            </a:r>
            <a:r>
              <a:rPr lang="en-US" altLang="en-US" sz="2000" b="1" dirty="0">
                <a:latin typeface="Candara" pitchFamily="34" charset="0"/>
                <a:cs typeface="Arial" pitchFamily="34" charset="0"/>
              </a:rPr>
              <a:t>~ </a:t>
            </a:r>
            <a:r>
              <a:rPr lang="en-US" altLang="en-US" b="1" dirty="0">
                <a:latin typeface="Candara" pitchFamily="34" charset="0"/>
                <a:cs typeface="Arial" pitchFamily="34" charset="0"/>
              </a:rPr>
              <a:t>W.C. </a:t>
            </a:r>
            <a:r>
              <a:rPr lang="en-US" altLang="en-US" b="1" dirty="0" err="1">
                <a:latin typeface="Candara" pitchFamily="34" charset="0"/>
                <a:cs typeface="Arial" pitchFamily="34" charset="0"/>
              </a:rPr>
              <a:t>Bonnerjee</a:t>
            </a:r>
            <a:r>
              <a:rPr lang="en-US" altLang="en-US" b="1" dirty="0">
                <a:latin typeface="Candara" pitchFamily="34" charset="0"/>
                <a:cs typeface="Arial" pitchFamily="34" charset="0"/>
              </a:rPr>
              <a:t>, </a:t>
            </a:r>
            <a:r>
              <a:rPr lang="en-US" altLang="en-US" b="1" dirty="0" err="1">
                <a:latin typeface="Candara" pitchFamily="34" charset="0"/>
                <a:cs typeface="Arial" pitchFamily="34" charset="0"/>
              </a:rPr>
              <a:t>Indan</a:t>
            </a:r>
            <a:r>
              <a:rPr lang="en-US" altLang="en-US" b="1" dirty="0">
                <a:latin typeface="Candara" pitchFamily="34" charset="0"/>
                <a:cs typeface="Arial" pitchFamily="34" charset="0"/>
              </a:rPr>
              <a:t> Politics (London: 1898), </a:t>
            </a:r>
            <a:r>
              <a:rPr lang="en-US" altLang="en-US" b="1" dirty="0" err="1">
                <a:latin typeface="Candara" pitchFamily="34" charset="0"/>
                <a:cs typeface="Arial" pitchFamily="34" charset="0"/>
              </a:rPr>
              <a:t>P.vii</a:t>
            </a:r>
            <a:endParaRPr lang="en-US" altLang="en-US" b="1" dirty="0">
              <a:latin typeface="Candara" pitchFamily="34" charset="0"/>
              <a:cs typeface="Arial" pitchFamily="34" charset="0"/>
            </a:endParaRPr>
          </a:p>
        </p:txBody>
      </p:sp>
      <p:sp>
        <p:nvSpPr>
          <p:cNvPr id="17" name="TextBox 16"/>
          <p:cNvSpPr txBox="1"/>
          <p:nvPr/>
        </p:nvSpPr>
        <p:spPr>
          <a:xfrm>
            <a:off x="533400" y="735271"/>
            <a:ext cx="6687211" cy="584775"/>
          </a:xfrm>
          <a:prstGeom prst="rect">
            <a:avLst/>
          </a:prstGeom>
          <a:noFill/>
        </p:spPr>
        <p:txBody>
          <a:bodyPr wrap="square" rtlCol="0">
            <a:spAutoFit/>
          </a:bodyPr>
          <a:lstStyle/>
          <a:p>
            <a:r>
              <a:rPr lang="en-US" sz="3200" b="1" dirty="0">
                <a:solidFill>
                  <a:schemeClr val="tx2"/>
                </a:solidFill>
                <a:latin typeface="Candara" pitchFamily="34" charset="0"/>
                <a:cs typeface="Arial" pitchFamily="34" charset="0"/>
              </a:rPr>
              <a:t>A theory about Creation of Congress</a:t>
            </a:r>
          </a:p>
        </p:txBody>
      </p:sp>
    </p:spTree>
    <p:extLst>
      <p:ext uri="{BB962C8B-B14F-4D97-AF65-F5344CB8AC3E}">
        <p14:creationId xmlns="" xmlns:p14="http://schemas.microsoft.com/office/powerpoint/2010/main" val="3037175075"/>
      </p:ext>
    </p:extLst>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18">
                                            <p:txEl>
                                              <p:pRg st="0" end="0"/>
                                            </p:txEl>
                                          </p:spTgt>
                                        </p:tgtEl>
                                        <p:attrNameLst>
                                          <p:attrName>style.color</p:attrName>
                                        </p:attrNameLst>
                                      </p:cBhvr>
                                      <p:to>
                                        <a:srgbClr val="000000"/>
                                      </p:to>
                                    </p:animClr>
                                    <p:animClr clrSpc="rgb" dir="cw">
                                      <p:cBhvr>
                                        <p:cTn id="7" dur="500" fill="hold"/>
                                        <p:tgtEl>
                                          <p:spTgt spid="18">
                                            <p:txEl>
                                              <p:pRg st="0" end="0"/>
                                            </p:txEl>
                                          </p:spTgt>
                                        </p:tgtEl>
                                        <p:attrNameLst>
                                          <p:attrName>fillcolor</p:attrName>
                                        </p:attrNameLst>
                                      </p:cBhvr>
                                      <p:to>
                                        <a:srgbClr val="000000"/>
                                      </p:to>
                                    </p:animClr>
                                    <p:set>
                                      <p:cBhvr>
                                        <p:cTn id="8" dur="500" fill="hold"/>
                                        <p:tgtEl>
                                          <p:spTgt spid="18">
                                            <p:txEl>
                                              <p:pRg st="0" end="0"/>
                                            </p:txEl>
                                          </p:spTgt>
                                        </p:tgtEl>
                                        <p:attrNameLst>
                                          <p:attrName>fill.type</p:attrName>
                                        </p:attrNameLst>
                                      </p:cBhvr>
                                      <p:to>
                                        <p:strVal val="solid"/>
                                      </p:to>
                                    </p:set>
                                    <p:set>
                                      <p:cBhvr>
                                        <p:cTn id="9" dur="500" fill="hold"/>
                                        <p:tgtEl>
                                          <p:spTgt spid="18">
                                            <p:txEl>
                                              <p:pRg st="0" end="0"/>
                                            </p:txEl>
                                          </p:spTgt>
                                        </p:tgtEl>
                                        <p:attrNameLst>
                                          <p:attrName>fill.on</p:attrName>
                                        </p:attrNameLst>
                                      </p:cBhvr>
                                      <p:to>
                                        <p:strVal val="true"/>
                                      </p:to>
                                    </p:set>
                                  </p:childTnLst>
                                </p:cTn>
                              </p:par>
                            </p:childTnLst>
                          </p:cTn>
                        </p:par>
                      </p:childTnLst>
                    </p:cTn>
                  </p:par>
                  <p:par>
                    <p:cTn id="10" fill="hold">
                      <p:stCondLst>
                        <p:cond delay="indefinite"/>
                      </p:stCondLst>
                      <p:childTnLst>
                        <p:par>
                          <p:cTn id="11" fill="hold">
                            <p:stCondLst>
                              <p:cond delay="0"/>
                            </p:stCondLst>
                            <p:childTnLst>
                              <p:par>
                                <p:cTn id="12" presetID="19" presetClass="emph" presetSubtype="0" fill="hold" nodeType="clickEffect">
                                  <p:stCondLst>
                                    <p:cond delay="0"/>
                                  </p:stCondLst>
                                  <p:childTnLst>
                                    <p:animClr clrSpc="rgb" dir="cw">
                                      <p:cBhvr override="childStyle">
                                        <p:cTn id="13" dur="500" fill="hold"/>
                                        <p:tgtEl>
                                          <p:spTgt spid="18">
                                            <p:txEl>
                                              <p:pRg st="1" end="1"/>
                                            </p:txEl>
                                          </p:spTgt>
                                        </p:tgtEl>
                                        <p:attrNameLst>
                                          <p:attrName>style.color</p:attrName>
                                        </p:attrNameLst>
                                      </p:cBhvr>
                                      <p:to>
                                        <a:srgbClr val="000000"/>
                                      </p:to>
                                    </p:animClr>
                                    <p:animClr clrSpc="rgb" dir="cw">
                                      <p:cBhvr>
                                        <p:cTn id="14" dur="500" fill="hold"/>
                                        <p:tgtEl>
                                          <p:spTgt spid="18">
                                            <p:txEl>
                                              <p:pRg st="1" end="1"/>
                                            </p:txEl>
                                          </p:spTgt>
                                        </p:tgtEl>
                                        <p:attrNameLst>
                                          <p:attrName>fillcolor</p:attrName>
                                        </p:attrNameLst>
                                      </p:cBhvr>
                                      <p:to>
                                        <a:srgbClr val="000000"/>
                                      </p:to>
                                    </p:animClr>
                                    <p:set>
                                      <p:cBhvr>
                                        <p:cTn id="15" dur="500" fill="hold"/>
                                        <p:tgtEl>
                                          <p:spTgt spid="18">
                                            <p:txEl>
                                              <p:pRg st="1" end="1"/>
                                            </p:txEl>
                                          </p:spTgt>
                                        </p:tgtEl>
                                        <p:attrNameLst>
                                          <p:attrName>fill.type</p:attrName>
                                        </p:attrNameLst>
                                      </p:cBhvr>
                                      <p:to>
                                        <p:strVal val="solid"/>
                                      </p:to>
                                    </p:set>
                                    <p:set>
                                      <p:cBhvr>
                                        <p:cTn id="16" dur="500" fill="hold"/>
                                        <p:tgtEl>
                                          <p:spTgt spid="18">
                                            <p:txEl>
                                              <p:pRg st="1" end="1"/>
                                            </p:txEl>
                                          </p:spTgt>
                                        </p:tgtEl>
                                        <p:attrNameLst>
                                          <p:attrName>fill.on</p:attrName>
                                        </p:attrNameLst>
                                      </p:cBhvr>
                                      <p:to>
                                        <p:strVal val="true"/>
                                      </p:to>
                                    </p:set>
                                  </p:childTnLst>
                                </p:cTn>
                              </p:par>
                            </p:childTnLst>
                          </p:cTn>
                        </p:par>
                      </p:childTnLst>
                    </p:cTn>
                  </p:par>
                  <p:par>
                    <p:cTn id="17" fill="hold">
                      <p:stCondLst>
                        <p:cond delay="indefinite"/>
                      </p:stCondLst>
                      <p:childTnLst>
                        <p:par>
                          <p:cTn id="18" fill="hold">
                            <p:stCondLst>
                              <p:cond delay="0"/>
                            </p:stCondLst>
                            <p:childTnLst>
                              <p:par>
                                <p:cTn id="19" presetID="19" presetClass="emph" presetSubtype="0" fill="hold" nodeType="clickEffect">
                                  <p:stCondLst>
                                    <p:cond delay="0"/>
                                  </p:stCondLst>
                                  <p:childTnLst>
                                    <p:animClr clrSpc="rgb" dir="cw">
                                      <p:cBhvr override="childStyle">
                                        <p:cTn id="20" dur="500" fill="hold"/>
                                        <p:tgtEl>
                                          <p:spTgt spid="18">
                                            <p:txEl>
                                              <p:pRg st="2" end="2"/>
                                            </p:txEl>
                                          </p:spTgt>
                                        </p:tgtEl>
                                        <p:attrNameLst>
                                          <p:attrName>style.color</p:attrName>
                                        </p:attrNameLst>
                                      </p:cBhvr>
                                      <p:to>
                                        <a:srgbClr val="FF3300"/>
                                      </p:to>
                                    </p:animClr>
                                    <p:animClr clrSpc="rgb" dir="cw">
                                      <p:cBhvr>
                                        <p:cTn id="21" dur="500" fill="hold"/>
                                        <p:tgtEl>
                                          <p:spTgt spid="18">
                                            <p:txEl>
                                              <p:pRg st="2" end="2"/>
                                            </p:txEl>
                                          </p:spTgt>
                                        </p:tgtEl>
                                        <p:attrNameLst>
                                          <p:attrName>fillcolor</p:attrName>
                                        </p:attrNameLst>
                                      </p:cBhvr>
                                      <p:to>
                                        <a:srgbClr val="FF3300"/>
                                      </p:to>
                                    </p:animClr>
                                    <p:set>
                                      <p:cBhvr>
                                        <p:cTn id="22" dur="500" fill="hold"/>
                                        <p:tgtEl>
                                          <p:spTgt spid="18">
                                            <p:txEl>
                                              <p:pRg st="2" end="2"/>
                                            </p:txEl>
                                          </p:spTgt>
                                        </p:tgtEl>
                                        <p:attrNameLst>
                                          <p:attrName>fill.type</p:attrName>
                                        </p:attrNameLst>
                                      </p:cBhvr>
                                      <p:to>
                                        <p:strVal val="solid"/>
                                      </p:to>
                                    </p:set>
                                    <p:set>
                                      <p:cBhvr>
                                        <p:cTn id="23" dur="500" fill="hold"/>
                                        <p:tgtEl>
                                          <p:spTgt spid="18">
                                            <p:txEl>
                                              <p:pRg st="2" end="2"/>
                                            </p:txEl>
                                          </p:spTgt>
                                        </p:tgtEl>
                                        <p:attrNameLst>
                                          <p:attrName>fill.on</p:attrName>
                                        </p:attrNameLst>
                                      </p:cBhvr>
                                      <p:to>
                                        <p:strVal val="true"/>
                                      </p:to>
                                    </p:set>
                                  </p:childTnLst>
                                </p:cTn>
                              </p:par>
                              <p:par>
                                <p:cTn id="24" presetID="19" presetClass="emph" presetSubtype="0" fill="hold" nodeType="withEffect">
                                  <p:stCondLst>
                                    <p:cond delay="0"/>
                                  </p:stCondLst>
                                  <p:childTnLst>
                                    <p:animClr clrSpc="rgb" dir="cw">
                                      <p:cBhvr override="childStyle">
                                        <p:cTn id="25" dur="500" fill="hold"/>
                                        <p:tgtEl>
                                          <p:spTgt spid="18">
                                            <p:txEl>
                                              <p:pRg st="3" end="3"/>
                                            </p:txEl>
                                          </p:spTgt>
                                        </p:tgtEl>
                                        <p:attrNameLst>
                                          <p:attrName>style.color</p:attrName>
                                        </p:attrNameLst>
                                      </p:cBhvr>
                                      <p:to>
                                        <a:srgbClr val="000000"/>
                                      </p:to>
                                    </p:animClr>
                                    <p:animClr clrSpc="rgb" dir="cw">
                                      <p:cBhvr>
                                        <p:cTn id="26" dur="500" fill="hold"/>
                                        <p:tgtEl>
                                          <p:spTgt spid="18">
                                            <p:txEl>
                                              <p:pRg st="3" end="3"/>
                                            </p:txEl>
                                          </p:spTgt>
                                        </p:tgtEl>
                                        <p:attrNameLst>
                                          <p:attrName>fillcolor</p:attrName>
                                        </p:attrNameLst>
                                      </p:cBhvr>
                                      <p:to>
                                        <a:srgbClr val="000000"/>
                                      </p:to>
                                    </p:animClr>
                                    <p:set>
                                      <p:cBhvr>
                                        <p:cTn id="27" dur="500" fill="hold"/>
                                        <p:tgtEl>
                                          <p:spTgt spid="18">
                                            <p:txEl>
                                              <p:pRg st="3" end="3"/>
                                            </p:txEl>
                                          </p:spTgt>
                                        </p:tgtEl>
                                        <p:attrNameLst>
                                          <p:attrName>fill.type</p:attrName>
                                        </p:attrNameLst>
                                      </p:cBhvr>
                                      <p:to>
                                        <p:strVal val="solid"/>
                                      </p:to>
                                    </p:set>
                                    <p:set>
                                      <p:cBhvr>
                                        <p:cTn id="28" dur="500" fill="hold"/>
                                        <p:tgtEl>
                                          <p:spTgt spid="18">
                                            <p:txEl>
                                              <p:pRg st="3" end="3"/>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08A8661F-1CDE-4F7E-AE93-7F9785FD6839}" type="slidenum">
              <a:rPr lang="en-US" smtClean="0"/>
              <a:pPr/>
              <a:t>27</a:t>
            </a:fld>
            <a:endParaRPr lang="en-US" dirty="0"/>
          </a:p>
        </p:txBody>
      </p:sp>
      <p:pic>
        <p:nvPicPr>
          <p:cNvPr id="39" name="Picture 38" descr="https://i.vimeocdn.com/portrait/10125853_300x300"/>
          <p:cNvPicPr>
            <a:picLocks noChangeAspect="1" noChangeArrowheads="1"/>
          </p:cNvPicPr>
          <p:nvPr/>
        </p:nvPicPr>
        <p:blipFill>
          <a:blip r:embed="rId3" cstate="print">
            <a:extLst>
              <a:ext uri="{BEBA8EAE-BF5A-486C-A8C5-ECC9F3942E4B}">
                <a14:imgProps xmlns="" xmlns:a14="http://schemas.microsoft.com/office/drawing/2010/main">
                  <a14:imgLayer r:embed="rId4">
                    <a14:imgEffect>
                      <a14:sharpenSoften amount="50000"/>
                    </a14:imgEffect>
                    <a14:imgEffect>
                      <a14:brightnessContrast contrast="-40000"/>
                    </a14:imgEffect>
                  </a14:imgLayer>
                </a14:imgProps>
              </a:ext>
              <a:ext uri="{28A0092B-C50C-407E-A947-70E740481C1C}">
                <a14:useLocalDpi xmlns="" xmlns:a14="http://schemas.microsoft.com/office/drawing/2010/main" val="0"/>
              </a:ext>
            </a:extLst>
          </a:blip>
          <a:srcRect/>
          <a:stretch>
            <a:fillRect/>
          </a:stretch>
        </p:blipFill>
        <p:spPr bwMode="auto">
          <a:xfrm>
            <a:off x="7602847" y="456159"/>
            <a:ext cx="1143000" cy="1143000"/>
          </a:xfrm>
          <a:prstGeom prst="rect">
            <a:avLst/>
          </a:prstGeom>
          <a:noFill/>
          <a:extLst>
            <a:ext uri="{909E8E84-426E-40DD-AFC4-6F175D3DCCD1}">
              <a14:hiddenFill xmlns="" xmlns:a14="http://schemas.microsoft.com/office/drawing/2010/main">
                <a:solidFill>
                  <a:srgbClr val="FFFFFF"/>
                </a:solidFill>
              </a14:hiddenFill>
            </a:ext>
          </a:extLst>
        </p:spPr>
      </p:pic>
      <p:grpSp>
        <p:nvGrpSpPr>
          <p:cNvPr id="40" name="Group 39"/>
          <p:cNvGrpSpPr/>
          <p:nvPr/>
        </p:nvGrpSpPr>
        <p:grpSpPr>
          <a:xfrm rot="10800000" flipV="1">
            <a:off x="857221" y="1405300"/>
            <a:ext cx="6037811" cy="45719"/>
            <a:chOff x="0" y="5791200"/>
            <a:chExt cx="8084345" cy="330200"/>
          </a:xfrm>
        </p:grpSpPr>
        <p:sp>
          <p:nvSpPr>
            <p:cNvPr id="41" name="Rectangle 40"/>
            <p:cNvSpPr/>
            <p:nvPr/>
          </p:nvSpPr>
          <p:spPr>
            <a:xfrm>
              <a:off x="0" y="5791200"/>
              <a:ext cx="1064261" cy="330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p:cNvSpPr/>
            <p:nvPr/>
          </p:nvSpPr>
          <p:spPr>
            <a:xfrm>
              <a:off x="1066800" y="5791200"/>
              <a:ext cx="997745" cy="3302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p:cNvSpPr/>
            <p:nvPr/>
          </p:nvSpPr>
          <p:spPr>
            <a:xfrm>
              <a:off x="2057400" y="5791200"/>
              <a:ext cx="997745" cy="3302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p:cNvSpPr/>
            <p:nvPr/>
          </p:nvSpPr>
          <p:spPr>
            <a:xfrm>
              <a:off x="3048000" y="5791200"/>
              <a:ext cx="997745" cy="3302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Rectangle 44"/>
            <p:cNvSpPr/>
            <p:nvPr/>
          </p:nvSpPr>
          <p:spPr>
            <a:xfrm>
              <a:off x="4038600" y="5791200"/>
              <a:ext cx="997745" cy="330200"/>
            </a:xfrm>
            <a:prstGeom prst="rect">
              <a:avLst/>
            </a:prstGeom>
            <a:solidFill>
              <a:srgbClr val="235F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p:cNvSpPr/>
            <p:nvPr/>
          </p:nvSpPr>
          <p:spPr>
            <a:xfrm>
              <a:off x="5029200" y="5791200"/>
              <a:ext cx="1122463" cy="33020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p:cNvSpPr/>
            <p:nvPr/>
          </p:nvSpPr>
          <p:spPr>
            <a:xfrm>
              <a:off x="6096000" y="5791200"/>
              <a:ext cx="997745" cy="3302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p:cNvSpPr/>
            <p:nvPr/>
          </p:nvSpPr>
          <p:spPr>
            <a:xfrm>
              <a:off x="7086600" y="5791200"/>
              <a:ext cx="997745" cy="330200"/>
            </a:xfrm>
            <a:prstGeom prst="rect">
              <a:avLst/>
            </a:prstGeom>
            <a:solidFill>
              <a:srgbClr val="5440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3" name="Rectangle 32"/>
          <p:cNvSpPr/>
          <p:nvPr/>
        </p:nvSpPr>
        <p:spPr>
          <a:xfrm>
            <a:off x="7373012" y="381000"/>
            <a:ext cx="1542388" cy="12633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a:off x="685801" y="1676400"/>
            <a:ext cx="8020022" cy="4708981"/>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US" altLang="en-US" sz="2000" dirty="0">
                <a:latin typeface="Candara" pitchFamily="34" charset="0"/>
                <a:cs typeface="Arial" pitchFamily="34" charset="0"/>
              </a:rPr>
              <a:t>He asked the Muslims not to join congress.</a:t>
            </a:r>
          </a:p>
          <a:p>
            <a:pPr marL="342900" indent="-342900" algn="just">
              <a:lnSpc>
                <a:spcPct val="150000"/>
              </a:lnSpc>
              <a:buFont typeface="Arial" panose="020B0604020202020204" pitchFamily="34" charset="0"/>
              <a:buChar char="•"/>
            </a:pPr>
            <a:r>
              <a:rPr lang="en-US" altLang="en-US" sz="2000" dirty="0">
                <a:latin typeface="Candara" pitchFamily="34" charset="0"/>
                <a:cs typeface="Arial" pitchFamily="34" charset="0"/>
              </a:rPr>
              <a:t>The advice was followed by a vast majority of people. </a:t>
            </a:r>
          </a:p>
          <a:p>
            <a:pPr marL="342900" indent="-342900" algn="just">
              <a:lnSpc>
                <a:spcPct val="150000"/>
              </a:lnSpc>
              <a:buFont typeface="Arial" panose="020B0604020202020204" pitchFamily="34" charset="0"/>
              <a:buChar char="•"/>
            </a:pPr>
            <a:r>
              <a:rPr lang="en-US" altLang="en-US" sz="2000" dirty="0">
                <a:latin typeface="Candara" pitchFamily="34" charset="0"/>
                <a:cs typeface="Arial" pitchFamily="34" charset="0"/>
              </a:rPr>
              <a:t>He was of the opinion that if he was told that even the Viceroy, the Secretary of State and the whole House of Commons had openly supported Congress, he would still remain firmly opposed to it.</a:t>
            </a:r>
          </a:p>
          <a:p>
            <a:pPr marL="800100" lvl="1" indent="-342900" algn="just">
              <a:lnSpc>
                <a:spcPct val="150000"/>
              </a:lnSpc>
              <a:buFont typeface="Wingdings" panose="05000000000000000000" pitchFamily="2" charset="2"/>
              <a:buChar char="§"/>
            </a:pPr>
            <a:r>
              <a:rPr lang="en-US" altLang="en-US" sz="2000" i="1" dirty="0">
                <a:latin typeface="Candara" pitchFamily="34" charset="0"/>
                <a:cs typeface="Arial" pitchFamily="34" charset="0"/>
              </a:rPr>
              <a:t>“It is my deliberate belief that should the resolution of the native congress be carried into effect, it would be impossible for the British Government to preserve peace, or control in any degree the violence and civil wars which would ensue.”</a:t>
            </a:r>
          </a:p>
          <a:p>
            <a:pPr algn="r">
              <a:lnSpc>
                <a:spcPct val="150000"/>
              </a:lnSpc>
            </a:pPr>
            <a:r>
              <a:rPr lang="en-US" altLang="en-US" b="1" dirty="0">
                <a:latin typeface="Candara" pitchFamily="34" charset="0"/>
                <a:cs typeface="Arial" pitchFamily="34" charset="0"/>
              </a:rPr>
              <a:t>~ Quoted in the </a:t>
            </a:r>
            <a:r>
              <a:rPr lang="en-US" altLang="en-US" b="1" dirty="0" err="1">
                <a:latin typeface="Candara" pitchFamily="34" charset="0"/>
                <a:cs typeface="Arial" pitchFamily="34" charset="0"/>
              </a:rPr>
              <a:t>The</a:t>
            </a:r>
            <a:r>
              <a:rPr lang="en-US" altLang="en-US" b="1" dirty="0">
                <a:latin typeface="Candara" pitchFamily="34" charset="0"/>
                <a:cs typeface="Arial" pitchFamily="34" charset="0"/>
              </a:rPr>
              <a:t> Times , 12 November, 1888</a:t>
            </a:r>
          </a:p>
        </p:txBody>
      </p:sp>
      <p:sp>
        <p:nvSpPr>
          <p:cNvPr id="17" name="TextBox 16"/>
          <p:cNvSpPr txBox="1"/>
          <p:nvPr/>
        </p:nvSpPr>
        <p:spPr>
          <a:xfrm>
            <a:off x="685801" y="735271"/>
            <a:ext cx="6324599" cy="584775"/>
          </a:xfrm>
          <a:prstGeom prst="rect">
            <a:avLst/>
          </a:prstGeom>
          <a:noFill/>
        </p:spPr>
        <p:txBody>
          <a:bodyPr wrap="square" rtlCol="0">
            <a:spAutoFit/>
          </a:bodyPr>
          <a:lstStyle/>
          <a:p>
            <a:r>
              <a:rPr lang="en-US" sz="3200" b="1" dirty="0">
                <a:solidFill>
                  <a:schemeClr val="tx2"/>
                </a:solidFill>
                <a:latin typeface="Candara" pitchFamily="34" charset="0"/>
                <a:cs typeface="Arial" pitchFamily="34" charset="0"/>
              </a:rPr>
              <a:t>Sir Syed About the Congress</a:t>
            </a:r>
          </a:p>
        </p:txBody>
      </p:sp>
    </p:spTree>
    <p:extLst>
      <p:ext uri="{BB962C8B-B14F-4D97-AF65-F5344CB8AC3E}">
        <p14:creationId xmlns="" xmlns:p14="http://schemas.microsoft.com/office/powerpoint/2010/main" val="1117476446"/>
      </p:ext>
    </p:extLst>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18">
                                            <p:txEl>
                                              <p:pRg st="0" end="0"/>
                                            </p:txEl>
                                          </p:spTgt>
                                        </p:tgtEl>
                                        <p:attrNameLst>
                                          <p:attrName>style.color</p:attrName>
                                        </p:attrNameLst>
                                      </p:cBhvr>
                                      <p:to>
                                        <a:srgbClr val="000000"/>
                                      </p:to>
                                    </p:animClr>
                                    <p:animClr clrSpc="rgb" dir="cw">
                                      <p:cBhvr>
                                        <p:cTn id="7" dur="500" fill="hold"/>
                                        <p:tgtEl>
                                          <p:spTgt spid="18">
                                            <p:txEl>
                                              <p:pRg st="0" end="0"/>
                                            </p:txEl>
                                          </p:spTgt>
                                        </p:tgtEl>
                                        <p:attrNameLst>
                                          <p:attrName>fillcolor</p:attrName>
                                        </p:attrNameLst>
                                      </p:cBhvr>
                                      <p:to>
                                        <a:srgbClr val="000000"/>
                                      </p:to>
                                    </p:animClr>
                                    <p:set>
                                      <p:cBhvr>
                                        <p:cTn id="8" dur="500" fill="hold"/>
                                        <p:tgtEl>
                                          <p:spTgt spid="18">
                                            <p:txEl>
                                              <p:pRg st="0" end="0"/>
                                            </p:txEl>
                                          </p:spTgt>
                                        </p:tgtEl>
                                        <p:attrNameLst>
                                          <p:attrName>fill.type</p:attrName>
                                        </p:attrNameLst>
                                      </p:cBhvr>
                                      <p:to>
                                        <p:strVal val="solid"/>
                                      </p:to>
                                    </p:set>
                                    <p:set>
                                      <p:cBhvr>
                                        <p:cTn id="9" dur="500" fill="hold"/>
                                        <p:tgtEl>
                                          <p:spTgt spid="18">
                                            <p:txEl>
                                              <p:pRg st="0" end="0"/>
                                            </p:txEl>
                                          </p:spTgt>
                                        </p:tgtEl>
                                        <p:attrNameLst>
                                          <p:attrName>fill.on</p:attrName>
                                        </p:attrNameLst>
                                      </p:cBhvr>
                                      <p:to>
                                        <p:strVal val="true"/>
                                      </p:to>
                                    </p:set>
                                  </p:childTnLst>
                                </p:cTn>
                              </p:par>
                            </p:childTnLst>
                          </p:cTn>
                        </p:par>
                      </p:childTnLst>
                    </p:cTn>
                  </p:par>
                  <p:par>
                    <p:cTn id="10" fill="hold">
                      <p:stCondLst>
                        <p:cond delay="indefinite"/>
                      </p:stCondLst>
                      <p:childTnLst>
                        <p:par>
                          <p:cTn id="11" fill="hold">
                            <p:stCondLst>
                              <p:cond delay="0"/>
                            </p:stCondLst>
                            <p:childTnLst>
                              <p:par>
                                <p:cTn id="12" presetID="19" presetClass="emph" presetSubtype="0" fill="hold" nodeType="clickEffect">
                                  <p:stCondLst>
                                    <p:cond delay="0"/>
                                  </p:stCondLst>
                                  <p:childTnLst>
                                    <p:animClr clrSpc="rgb" dir="cw">
                                      <p:cBhvr override="childStyle">
                                        <p:cTn id="13" dur="500" fill="hold"/>
                                        <p:tgtEl>
                                          <p:spTgt spid="18">
                                            <p:txEl>
                                              <p:pRg st="1" end="1"/>
                                            </p:txEl>
                                          </p:spTgt>
                                        </p:tgtEl>
                                        <p:attrNameLst>
                                          <p:attrName>style.color</p:attrName>
                                        </p:attrNameLst>
                                      </p:cBhvr>
                                      <p:to>
                                        <a:srgbClr val="000000"/>
                                      </p:to>
                                    </p:animClr>
                                    <p:animClr clrSpc="rgb" dir="cw">
                                      <p:cBhvr>
                                        <p:cTn id="14" dur="500" fill="hold"/>
                                        <p:tgtEl>
                                          <p:spTgt spid="18">
                                            <p:txEl>
                                              <p:pRg st="1" end="1"/>
                                            </p:txEl>
                                          </p:spTgt>
                                        </p:tgtEl>
                                        <p:attrNameLst>
                                          <p:attrName>fillcolor</p:attrName>
                                        </p:attrNameLst>
                                      </p:cBhvr>
                                      <p:to>
                                        <a:srgbClr val="000000"/>
                                      </p:to>
                                    </p:animClr>
                                    <p:set>
                                      <p:cBhvr>
                                        <p:cTn id="15" dur="500" fill="hold"/>
                                        <p:tgtEl>
                                          <p:spTgt spid="18">
                                            <p:txEl>
                                              <p:pRg st="1" end="1"/>
                                            </p:txEl>
                                          </p:spTgt>
                                        </p:tgtEl>
                                        <p:attrNameLst>
                                          <p:attrName>fill.type</p:attrName>
                                        </p:attrNameLst>
                                      </p:cBhvr>
                                      <p:to>
                                        <p:strVal val="solid"/>
                                      </p:to>
                                    </p:set>
                                    <p:set>
                                      <p:cBhvr>
                                        <p:cTn id="16" dur="500" fill="hold"/>
                                        <p:tgtEl>
                                          <p:spTgt spid="18">
                                            <p:txEl>
                                              <p:pRg st="1" end="1"/>
                                            </p:txEl>
                                          </p:spTgt>
                                        </p:tgtEl>
                                        <p:attrNameLst>
                                          <p:attrName>fill.on</p:attrName>
                                        </p:attrNameLst>
                                      </p:cBhvr>
                                      <p:to>
                                        <p:strVal val="true"/>
                                      </p:to>
                                    </p:set>
                                  </p:childTnLst>
                                </p:cTn>
                              </p:par>
                            </p:childTnLst>
                          </p:cTn>
                        </p:par>
                      </p:childTnLst>
                    </p:cTn>
                  </p:par>
                  <p:par>
                    <p:cTn id="17" fill="hold">
                      <p:stCondLst>
                        <p:cond delay="indefinite"/>
                      </p:stCondLst>
                      <p:childTnLst>
                        <p:par>
                          <p:cTn id="18" fill="hold">
                            <p:stCondLst>
                              <p:cond delay="0"/>
                            </p:stCondLst>
                            <p:childTnLst>
                              <p:par>
                                <p:cTn id="19" presetID="19" presetClass="emph" presetSubtype="0" fill="hold" nodeType="clickEffect">
                                  <p:stCondLst>
                                    <p:cond delay="0"/>
                                  </p:stCondLst>
                                  <p:childTnLst>
                                    <p:animClr clrSpc="rgb" dir="cw">
                                      <p:cBhvr override="childStyle">
                                        <p:cTn id="20" dur="500" fill="hold"/>
                                        <p:tgtEl>
                                          <p:spTgt spid="18">
                                            <p:txEl>
                                              <p:pRg st="2" end="2"/>
                                            </p:txEl>
                                          </p:spTgt>
                                        </p:tgtEl>
                                        <p:attrNameLst>
                                          <p:attrName>style.color</p:attrName>
                                        </p:attrNameLst>
                                      </p:cBhvr>
                                      <p:to>
                                        <a:srgbClr val="000000"/>
                                      </p:to>
                                    </p:animClr>
                                    <p:animClr clrSpc="rgb" dir="cw">
                                      <p:cBhvr>
                                        <p:cTn id="21" dur="500" fill="hold"/>
                                        <p:tgtEl>
                                          <p:spTgt spid="18">
                                            <p:txEl>
                                              <p:pRg st="2" end="2"/>
                                            </p:txEl>
                                          </p:spTgt>
                                        </p:tgtEl>
                                        <p:attrNameLst>
                                          <p:attrName>fillcolor</p:attrName>
                                        </p:attrNameLst>
                                      </p:cBhvr>
                                      <p:to>
                                        <a:srgbClr val="000000"/>
                                      </p:to>
                                    </p:animClr>
                                    <p:set>
                                      <p:cBhvr>
                                        <p:cTn id="22" dur="500" fill="hold"/>
                                        <p:tgtEl>
                                          <p:spTgt spid="18">
                                            <p:txEl>
                                              <p:pRg st="2" end="2"/>
                                            </p:txEl>
                                          </p:spTgt>
                                        </p:tgtEl>
                                        <p:attrNameLst>
                                          <p:attrName>fill.type</p:attrName>
                                        </p:attrNameLst>
                                      </p:cBhvr>
                                      <p:to>
                                        <p:strVal val="solid"/>
                                      </p:to>
                                    </p:set>
                                    <p:set>
                                      <p:cBhvr>
                                        <p:cTn id="23" dur="500" fill="hold"/>
                                        <p:tgtEl>
                                          <p:spTgt spid="18">
                                            <p:txEl>
                                              <p:pRg st="2" end="2"/>
                                            </p:txEl>
                                          </p:spTgt>
                                        </p:tgtEl>
                                        <p:attrNameLst>
                                          <p:attrName>fill.on</p:attrName>
                                        </p:attrNameLst>
                                      </p:cBhvr>
                                      <p:to>
                                        <p:strVal val="true"/>
                                      </p:to>
                                    </p:set>
                                  </p:childTnLst>
                                </p:cTn>
                              </p:par>
                            </p:childTnLst>
                          </p:cTn>
                        </p:par>
                      </p:childTnLst>
                    </p:cTn>
                  </p:par>
                  <p:par>
                    <p:cTn id="24" fill="hold">
                      <p:stCondLst>
                        <p:cond delay="indefinite"/>
                      </p:stCondLst>
                      <p:childTnLst>
                        <p:par>
                          <p:cTn id="25" fill="hold">
                            <p:stCondLst>
                              <p:cond delay="0"/>
                            </p:stCondLst>
                            <p:childTnLst>
                              <p:par>
                                <p:cTn id="26" presetID="19" presetClass="emph" presetSubtype="0" fill="hold" nodeType="clickEffect">
                                  <p:stCondLst>
                                    <p:cond delay="0"/>
                                  </p:stCondLst>
                                  <p:childTnLst>
                                    <p:animClr clrSpc="rgb" dir="cw">
                                      <p:cBhvr override="childStyle">
                                        <p:cTn id="27" dur="500" fill="hold"/>
                                        <p:tgtEl>
                                          <p:spTgt spid="18">
                                            <p:txEl>
                                              <p:pRg st="3" end="3"/>
                                            </p:txEl>
                                          </p:spTgt>
                                        </p:tgtEl>
                                        <p:attrNameLst>
                                          <p:attrName>style.color</p:attrName>
                                        </p:attrNameLst>
                                      </p:cBhvr>
                                      <p:to>
                                        <a:srgbClr val="FF0000"/>
                                      </p:to>
                                    </p:animClr>
                                    <p:animClr clrSpc="rgb" dir="cw">
                                      <p:cBhvr>
                                        <p:cTn id="28" dur="500" fill="hold"/>
                                        <p:tgtEl>
                                          <p:spTgt spid="18">
                                            <p:txEl>
                                              <p:pRg st="3" end="3"/>
                                            </p:txEl>
                                          </p:spTgt>
                                        </p:tgtEl>
                                        <p:attrNameLst>
                                          <p:attrName>fillcolor</p:attrName>
                                        </p:attrNameLst>
                                      </p:cBhvr>
                                      <p:to>
                                        <a:srgbClr val="FF0000"/>
                                      </p:to>
                                    </p:animClr>
                                    <p:set>
                                      <p:cBhvr>
                                        <p:cTn id="29" dur="500" fill="hold"/>
                                        <p:tgtEl>
                                          <p:spTgt spid="18">
                                            <p:txEl>
                                              <p:pRg st="3" end="3"/>
                                            </p:txEl>
                                          </p:spTgt>
                                        </p:tgtEl>
                                        <p:attrNameLst>
                                          <p:attrName>fill.type</p:attrName>
                                        </p:attrNameLst>
                                      </p:cBhvr>
                                      <p:to>
                                        <p:strVal val="solid"/>
                                      </p:to>
                                    </p:set>
                                    <p:set>
                                      <p:cBhvr>
                                        <p:cTn id="30" dur="500" fill="hold"/>
                                        <p:tgtEl>
                                          <p:spTgt spid="18">
                                            <p:txEl>
                                              <p:pRg st="3" end="3"/>
                                            </p:txEl>
                                          </p:spTgt>
                                        </p:tgtEl>
                                        <p:attrNameLst>
                                          <p:attrName>fill.on</p:attrName>
                                        </p:attrNameLst>
                                      </p:cBhvr>
                                      <p:to>
                                        <p:strVal val="true"/>
                                      </p:to>
                                    </p:set>
                                  </p:childTnLst>
                                </p:cTn>
                              </p:par>
                              <p:par>
                                <p:cTn id="31" presetID="19" presetClass="emph" presetSubtype="0" fill="hold" nodeType="withEffect">
                                  <p:stCondLst>
                                    <p:cond delay="0"/>
                                  </p:stCondLst>
                                  <p:childTnLst>
                                    <p:animClr clrSpc="rgb" dir="cw">
                                      <p:cBhvr override="childStyle">
                                        <p:cTn id="32" dur="500" fill="hold"/>
                                        <p:tgtEl>
                                          <p:spTgt spid="18">
                                            <p:txEl>
                                              <p:pRg st="4" end="4"/>
                                            </p:txEl>
                                          </p:spTgt>
                                        </p:tgtEl>
                                        <p:attrNameLst>
                                          <p:attrName>style.color</p:attrName>
                                        </p:attrNameLst>
                                      </p:cBhvr>
                                      <p:to>
                                        <a:srgbClr val="000000"/>
                                      </p:to>
                                    </p:animClr>
                                    <p:animClr clrSpc="rgb" dir="cw">
                                      <p:cBhvr>
                                        <p:cTn id="33" dur="500" fill="hold"/>
                                        <p:tgtEl>
                                          <p:spTgt spid="18">
                                            <p:txEl>
                                              <p:pRg st="4" end="4"/>
                                            </p:txEl>
                                          </p:spTgt>
                                        </p:tgtEl>
                                        <p:attrNameLst>
                                          <p:attrName>fillcolor</p:attrName>
                                        </p:attrNameLst>
                                      </p:cBhvr>
                                      <p:to>
                                        <a:srgbClr val="000000"/>
                                      </p:to>
                                    </p:animClr>
                                    <p:set>
                                      <p:cBhvr>
                                        <p:cTn id="34" dur="500" fill="hold"/>
                                        <p:tgtEl>
                                          <p:spTgt spid="18">
                                            <p:txEl>
                                              <p:pRg st="4" end="4"/>
                                            </p:txEl>
                                          </p:spTgt>
                                        </p:tgtEl>
                                        <p:attrNameLst>
                                          <p:attrName>fill.type</p:attrName>
                                        </p:attrNameLst>
                                      </p:cBhvr>
                                      <p:to>
                                        <p:strVal val="solid"/>
                                      </p:to>
                                    </p:set>
                                    <p:set>
                                      <p:cBhvr>
                                        <p:cTn id="35" dur="500" fill="hold"/>
                                        <p:tgtEl>
                                          <p:spTgt spid="18">
                                            <p:txEl>
                                              <p:pRg st="4" end="4"/>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08A8661F-1CDE-4F7E-AE93-7F9785FD6839}" type="slidenum">
              <a:rPr lang="en-US" smtClean="0"/>
              <a:pPr/>
              <a:t>28</a:t>
            </a:fld>
            <a:endParaRPr lang="en-US" dirty="0"/>
          </a:p>
        </p:txBody>
      </p:sp>
      <p:pic>
        <p:nvPicPr>
          <p:cNvPr id="39" name="Picture 38" descr="https://i.vimeocdn.com/portrait/10125853_300x300"/>
          <p:cNvPicPr>
            <a:picLocks noChangeAspect="1" noChangeArrowheads="1"/>
          </p:cNvPicPr>
          <p:nvPr/>
        </p:nvPicPr>
        <p:blipFill>
          <a:blip r:embed="rId3" cstate="print">
            <a:extLst>
              <a:ext uri="{BEBA8EAE-BF5A-486C-A8C5-ECC9F3942E4B}">
                <a14:imgProps xmlns="" xmlns:a14="http://schemas.microsoft.com/office/drawing/2010/main">
                  <a14:imgLayer r:embed="rId4">
                    <a14:imgEffect>
                      <a14:sharpenSoften amount="50000"/>
                    </a14:imgEffect>
                    <a14:imgEffect>
                      <a14:brightnessContrast contrast="-40000"/>
                    </a14:imgEffect>
                  </a14:imgLayer>
                </a14:imgProps>
              </a:ext>
              <a:ext uri="{28A0092B-C50C-407E-A947-70E740481C1C}">
                <a14:useLocalDpi xmlns="" xmlns:a14="http://schemas.microsoft.com/office/drawing/2010/main" val="0"/>
              </a:ext>
            </a:extLst>
          </a:blip>
          <a:srcRect/>
          <a:stretch>
            <a:fillRect/>
          </a:stretch>
        </p:blipFill>
        <p:spPr bwMode="auto">
          <a:xfrm>
            <a:off x="7602847" y="456159"/>
            <a:ext cx="1143000" cy="1143000"/>
          </a:xfrm>
          <a:prstGeom prst="rect">
            <a:avLst/>
          </a:prstGeom>
          <a:noFill/>
          <a:extLst>
            <a:ext uri="{909E8E84-426E-40DD-AFC4-6F175D3DCCD1}">
              <a14:hiddenFill xmlns="" xmlns:a14="http://schemas.microsoft.com/office/drawing/2010/main">
                <a:solidFill>
                  <a:srgbClr val="FFFFFF"/>
                </a:solidFill>
              </a14:hiddenFill>
            </a:ext>
          </a:extLst>
        </p:spPr>
      </p:pic>
      <p:grpSp>
        <p:nvGrpSpPr>
          <p:cNvPr id="40" name="Group 39"/>
          <p:cNvGrpSpPr/>
          <p:nvPr/>
        </p:nvGrpSpPr>
        <p:grpSpPr>
          <a:xfrm rot="10800000" flipV="1">
            <a:off x="857221" y="1405300"/>
            <a:ext cx="6037811" cy="45719"/>
            <a:chOff x="0" y="5791200"/>
            <a:chExt cx="8084345" cy="330200"/>
          </a:xfrm>
        </p:grpSpPr>
        <p:sp>
          <p:nvSpPr>
            <p:cNvPr id="41" name="Rectangle 40"/>
            <p:cNvSpPr/>
            <p:nvPr/>
          </p:nvSpPr>
          <p:spPr>
            <a:xfrm>
              <a:off x="0" y="5791200"/>
              <a:ext cx="1064261" cy="330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p:cNvSpPr/>
            <p:nvPr/>
          </p:nvSpPr>
          <p:spPr>
            <a:xfrm>
              <a:off x="1066800" y="5791200"/>
              <a:ext cx="997745" cy="3302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p:cNvSpPr/>
            <p:nvPr/>
          </p:nvSpPr>
          <p:spPr>
            <a:xfrm>
              <a:off x="2057400" y="5791200"/>
              <a:ext cx="997745" cy="3302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p:cNvSpPr/>
            <p:nvPr/>
          </p:nvSpPr>
          <p:spPr>
            <a:xfrm>
              <a:off x="3048000" y="5791200"/>
              <a:ext cx="997745" cy="3302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Rectangle 44"/>
            <p:cNvSpPr/>
            <p:nvPr/>
          </p:nvSpPr>
          <p:spPr>
            <a:xfrm>
              <a:off x="4038600" y="5791200"/>
              <a:ext cx="997745" cy="330200"/>
            </a:xfrm>
            <a:prstGeom prst="rect">
              <a:avLst/>
            </a:prstGeom>
            <a:solidFill>
              <a:srgbClr val="235F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p:cNvSpPr/>
            <p:nvPr/>
          </p:nvSpPr>
          <p:spPr>
            <a:xfrm>
              <a:off x="5029200" y="5791200"/>
              <a:ext cx="1122463" cy="33020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p:cNvSpPr/>
            <p:nvPr/>
          </p:nvSpPr>
          <p:spPr>
            <a:xfrm>
              <a:off x="6096000" y="5791200"/>
              <a:ext cx="997745" cy="3302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p:cNvSpPr/>
            <p:nvPr/>
          </p:nvSpPr>
          <p:spPr>
            <a:xfrm>
              <a:off x="7086600" y="5791200"/>
              <a:ext cx="997745" cy="330200"/>
            </a:xfrm>
            <a:prstGeom prst="rect">
              <a:avLst/>
            </a:prstGeom>
            <a:solidFill>
              <a:srgbClr val="5440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3" name="Rectangle 32"/>
          <p:cNvSpPr/>
          <p:nvPr/>
        </p:nvSpPr>
        <p:spPr>
          <a:xfrm>
            <a:off x="7373012" y="381000"/>
            <a:ext cx="1542388" cy="12633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a:off x="685801" y="1676400"/>
            <a:ext cx="8020022" cy="1938992"/>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US" altLang="en-US" sz="2000" dirty="0">
                <a:latin typeface="Candara" pitchFamily="34" charset="0"/>
                <a:cs typeface="Arial" pitchFamily="34" charset="0"/>
              </a:rPr>
              <a:t>It was full of criticism of the congress.</a:t>
            </a:r>
          </a:p>
          <a:p>
            <a:pPr marL="342900" indent="-342900" algn="just">
              <a:lnSpc>
                <a:spcPct val="150000"/>
              </a:lnSpc>
              <a:buFont typeface="Arial" panose="020B0604020202020204" pitchFamily="34" charset="0"/>
              <a:buChar char="•"/>
            </a:pPr>
            <a:r>
              <a:rPr lang="en-US" altLang="en-US" sz="2000" b="1" dirty="0" err="1">
                <a:latin typeface="Candara" pitchFamily="34" charset="0"/>
                <a:cs typeface="Arial" pitchFamily="34" charset="0"/>
              </a:rPr>
              <a:t>Mohammadan</a:t>
            </a:r>
            <a:r>
              <a:rPr lang="en-US" altLang="en-US" sz="2000" b="1" dirty="0">
                <a:latin typeface="Candara" pitchFamily="34" charset="0"/>
                <a:cs typeface="Arial" pitchFamily="34" charset="0"/>
              </a:rPr>
              <a:t> Observer, The Victoria Paper, The Muslim Herald, the </a:t>
            </a:r>
            <a:r>
              <a:rPr lang="en-US" altLang="en-US" sz="2000" b="1" dirty="0" err="1">
                <a:latin typeface="Candara" pitchFamily="34" charset="0"/>
                <a:cs typeface="Arial" pitchFamily="34" charset="0"/>
              </a:rPr>
              <a:t>Rafiq</a:t>
            </a:r>
            <a:r>
              <a:rPr lang="en-US" altLang="en-US" sz="2000" b="1" dirty="0">
                <a:latin typeface="Candara" pitchFamily="34" charset="0"/>
                <a:cs typeface="Arial" pitchFamily="34" charset="0"/>
              </a:rPr>
              <a:t>-</a:t>
            </a:r>
            <a:r>
              <a:rPr lang="en-US" altLang="en-US" sz="2000" b="1" dirty="0" err="1">
                <a:latin typeface="Candara" pitchFamily="34" charset="0"/>
                <a:cs typeface="Arial" pitchFamily="34" charset="0"/>
              </a:rPr>
              <a:t>i</a:t>
            </a:r>
            <a:r>
              <a:rPr lang="en-US" altLang="en-US" sz="2000" b="1" dirty="0">
                <a:latin typeface="Candara" pitchFamily="34" charset="0"/>
                <a:cs typeface="Arial" pitchFamily="34" charset="0"/>
              </a:rPr>
              <a:t>-Hind </a:t>
            </a:r>
            <a:r>
              <a:rPr lang="en-US" altLang="en-US" sz="2000" dirty="0">
                <a:latin typeface="Candara" pitchFamily="34" charset="0"/>
                <a:cs typeface="Arial" pitchFamily="34" charset="0"/>
              </a:rPr>
              <a:t>and </a:t>
            </a:r>
            <a:r>
              <a:rPr lang="en-US" altLang="en-US" sz="2000" b="1" dirty="0">
                <a:latin typeface="Candara" pitchFamily="34" charset="0"/>
                <a:cs typeface="Arial" pitchFamily="34" charset="0"/>
              </a:rPr>
              <a:t>Imperial Paper </a:t>
            </a:r>
            <a:r>
              <a:rPr lang="en-US" altLang="en-US" sz="2000" dirty="0">
                <a:latin typeface="Candara" pitchFamily="34" charset="0"/>
                <a:cs typeface="Arial" pitchFamily="34" charset="0"/>
              </a:rPr>
              <a:t>spoke with one voice against the congress.</a:t>
            </a:r>
          </a:p>
        </p:txBody>
      </p:sp>
      <p:sp>
        <p:nvSpPr>
          <p:cNvPr id="17" name="TextBox 16"/>
          <p:cNvSpPr txBox="1"/>
          <p:nvPr/>
        </p:nvSpPr>
        <p:spPr>
          <a:xfrm>
            <a:off x="685801" y="381000"/>
            <a:ext cx="6324599" cy="1077218"/>
          </a:xfrm>
          <a:prstGeom prst="rect">
            <a:avLst/>
          </a:prstGeom>
          <a:noFill/>
        </p:spPr>
        <p:txBody>
          <a:bodyPr wrap="square" rtlCol="0">
            <a:spAutoFit/>
          </a:bodyPr>
          <a:lstStyle/>
          <a:p>
            <a:r>
              <a:rPr lang="en-US" altLang="en-US" sz="3200" b="1" dirty="0">
                <a:solidFill>
                  <a:schemeClr val="tx2"/>
                </a:solidFill>
                <a:latin typeface="Candara" pitchFamily="34" charset="0"/>
                <a:cs typeface="Arial" pitchFamily="34" charset="0"/>
              </a:rPr>
              <a:t>Contemporary Muslim Press in India about Congress</a:t>
            </a:r>
            <a:endParaRPr lang="en-US" sz="3200" b="1" dirty="0">
              <a:solidFill>
                <a:schemeClr val="tx2"/>
              </a:solidFill>
              <a:latin typeface="Candara" pitchFamily="34" charset="0"/>
              <a:cs typeface="Arial" pitchFamily="34" charset="0"/>
            </a:endParaRPr>
          </a:p>
        </p:txBody>
      </p:sp>
    </p:spTree>
    <p:extLst>
      <p:ext uri="{BB962C8B-B14F-4D97-AF65-F5344CB8AC3E}">
        <p14:creationId xmlns="" xmlns:p14="http://schemas.microsoft.com/office/powerpoint/2010/main" val="4245603235"/>
      </p:ext>
    </p:extLst>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18">
                                            <p:txEl>
                                              <p:pRg st="0" end="0"/>
                                            </p:txEl>
                                          </p:spTgt>
                                        </p:tgtEl>
                                        <p:attrNameLst>
                                          <p:attrName>style.color</p:attrName>
                                        </p:attrNameLst>
                                      </p:cBhvr>
                                      <p:to>
                                        <a:srgbClr val="000000"/>
                                      </p:to>
                                    </p:animClr>
                                    <p:animClr clrSpc="rgb" dir="cw">
                                      <p:cBhvr>
                                        <p:cTn id="7" dur="500" fill="hold"/>
                                        <p:tgtEl>
                                          <p:spTgt spid="18">
                                            <p:txEl>
                                              <p:pRg st="0" end="0"/>
                                            </p:txEl>
                                          </p:spTgt>
                                        </p:tgtEl>
                                        <p:attrNameLst>
                                          <p:attrName>fillcolor</p:attrName>
                                        </p:attrNameLst>
                                      </p:cBhvr>
                                      <p:to>
                                        <a:srgbClr val="000000"/>
                                      </p:to>
                                    </p:animClr>
                                    <p:set>
                                      <p:cBhvr>
                                        <p:cTn id="8" dur="500" fill="hold"/>
                                        <p:tgtEl>
                                          <p:spTgt spid="18">
                                            <p:txEl>
                                              <p:pRg st="0" end="0"/>
                                            </p:txEl>
                                          </p:spTgt>
                                        </p:tgtEl>
                                        <p:attrNameLst>
                                          <p:attrName>fill.type</p:attrName>
                                        </p:attrNameLst>
                                      </p:cBhvr>
                                      <p:to>
                                        <p:strVal val="solid"/>
                                      </p:to>
                                    </p:set>
                                    <p:set>
                                      <p:cBhvr>
                                        <p:cTn id="9" dur="500" fill="hold"/>
                                        <p:tgtEl>
                                          <p:spTgt spid="18">
                                            <p:txEl>
                                              <p:pRg st="0" end="0"/>
                                            </p:txEl>
                                          </p:spTgt>
                                        </p:tgtEl>
                                        <p:attrNameLst>
                                          <p:attrName>fill.on</p:attrName>
                                        </p:attrNameLst>
                                      </p:cBhvr>
                                      <p:to>
                                        <p:strVal val="true"/>
                                      </p:to>
                                    </p:set>
                                  </p:childTnLst>
                                </p:cTn>
                              </p:par>
                            </p:childTnLst>
                          </p:cTn>
                        </p:par>
                      </p:childTnLst>
                    </p:cTn>
                  </p:par>
                  <p:par>
                    <p:cTn id="10" fill="hold">
                      <p:stCondLst>
                        <p:cond delay="indefinite"/>
                      </p:stCondLst>
                      <p:childTnLst>
                        <p:par>
                          <p:cTn id="11" fill="hold">
                            <p:stCondLst>
                              <p:cond delay="0"/>
                            </p:stCondLst>
                            <p:childTnLst>
                              <p:par>
                                <p:cTn id="12" presetID="19" presetClass="emph" presetSubtype="0" fill="hold" nodeType="clickEffect">
                                  <p:stCondLst>
                                    <p:cond delay="0"/>
                                  </p:stCondLst>
                                  <p:childTnLst>
                                    <p:animClr clrSpc="rgb" dir="cw">
                                      <p:cBhvr override="childStyle">
                                        <p:cTn id="13" dur="500" fill="hold"/>
                                        <p:tgtEl>
                                          <p:spTgt spid="18">
                                            <p:txEl>
                                              <p:pRg st="1" end="1"/>
                                            </p:txEl>
                                          </p:spTgt>
                                        </p:tgtEl>
                                        <p:attrNameLst>
                                          <p:attrName>style.color</p:attrName>
                                        </p:attrNameLst>
                                      </p:cBhvr>
                                      <p:to>
                                        <a:srgbClr val="000000"/>
                                      </p:to>
                                    </p:animClr>
                                    <p:animClr clrSpc="rgb" dir="cw">
                                      <p:cBhvr>
                                        <p:cTn id="14" dur="500" fill="hold"/>
                                        <p:tgtEl>
                                          <p:spTgt spid="18">
                                            <p:txEl>
                                              <p:pRg st="1" end="1"/>
                                            </p:txEl>
                                          </p:spTgt>
                                        </p:tgtEl>
                                        <p:attrNameLst>
                                          <p:attrName>fillcolor</p:attrName>
                                        </p:attrNameLst>
                                      </p:cBhvr>
                                      <p:to>
                                        <a:srgbClr val="000000"/>
                                      </p:to>
                                    </p:animClr>
                                    <p:set>
                                      <p:cBhvr>
                                        <p:cTn id="15" dur="500" fill="hold"/>
                                        <p:tgtEl>
                                          <p:spTgt spid="18">
                                            <p:txEl>
                                              <p:pRg st="1" end="1"/>
                                            </p:txEl>
                                          </p:spTgt>
                                        </p:tgtEl>
                                        <p:attrNameLst>
                                          <p:attrName>fill.type</p:attrName>
                                        </p:attrNameLst>
                                      </p:cBhvr>
                                      <p:to>
                                        <p:strVal val="solid"/>
                                      </p:to>
                                    </p:set>
                                    <p:set>
                                      <p:cBhvr>
                                        <p:cTn id="16" dur="500" fill="hold"/>
                                        <p:tgtEl>
                                          <p:spTgt spid="18">
                                            <p:txEl>
                                              <p:pRg st="1" end="1"/>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08A8661F-1CDE-4F7E-AE93-7F9785FD6839}" type="slidenum">
              <a:rPr lang="en-US" smtClean="0"/>
              <a:pPr/>
              <a:t>29</a:t>
            </a:fld>
            <a:endParaRPr lang="en-US" dirty="0"/>
          </a:p>
        </p:txBody>
      </p:sp>
      <p:pic>
        <p:nvPicPr>
          <p:cNvPr id="39" name="Picture 38" descr="https://i.vimeocdn.com/portrait/10125853_300x300"/>
          <p:cNvPicPr>
            <a:picLocks noChangeAspect="1" noChangeArrowheads="1"/>
          </p:cNvPicPr>
          <p:nvPr/>
        </p:nvPicPr>
        <p:blipFill>
          <a:blip r:embed="rId3" cstate="print">
            <a:extLst>
              <a:ext uri="{BEBA8EAE-BF5A-486C-A8C5-ECC9F3942E4B}">
                <a14:imgProps xmlns="" xmlns:a14="http://schemas.microsoft.com/office/drawing/2010/main">
                  <a14:imgLayer r:embed="rId4">
                    <a14:imgEffect>
                      <a14:sharpenSoften amount="50000"/>
                    </a14:imgEffect>
                    <a14:imgEffect>
                      <a14:brightnessContrast contrast="-40000"/>
                    </a14:imgEffect>
                  </a14:imgLayer>
                </a14:imgProps>
              </a:ext>
              <a:ext uri="{28A0092B-C50C-407E-A947-70E740481C1C}">
                <a14:useLocalDpi xmlns="" xmlns:a14="http://schemas.microsoft.com/office/drawing/2010/main" val="0"/>
              </a:ext>
            </a:extLst>
          </a:blip>
          <a:srcRect/>
          <a:stretch>
            <a:fillRect/>
          </a:stretch>
        </p:blipFill>
        <p:spPr bwMode="auto">
          <a:xfrm>
            <a:off x="7602847" y="456159"/>
            <a:ext cx="1143000" cy="1143000"/>
          </a:xfrm>
          <a:prstGeom prst="rect">
            <a:avLst/>
          </a:prstGeom>
          <a:noFill/>
          <a:extLst>
            <a:ext uri="{909E8E84-426E-40DD-AFC4-6F175D3DCCD1}">
              <a14:hiddenFill xmlns="" xmlns:a14="http://schemas.microsoft.com/office/drawing/2010/main">
                <a:solidFill>
                  <a:srgbClr val="FFFFFF"/>
                </a:solidFill>
              </a14:hiddenFill>
            </a:ext>
          </a:extLst>
        </p:spPr>
      </p:pic>
      <p:grpSp>
        <p:nvGrpSpPr>
          <p:cNvPr id="40" name="Group 39"/>
          <p:cNvGrpSpPr/>
          <p:nvPr/>
        </p:nvGrpSpPr>
        <p:grpSpPr>
          <a:xfrm rot="10800000" flipV="1">
            <a:off x="857221" y="1405300"/>
            <a:ext cx="6037811" cy="45719"/>
            <a:chOff x="0" y="5791200"/>
            <a:chExt cx="8084345" cy="330200"/>
          </a:xfrm>
        </p:grpSpPr>
        <p:sp>
          <p:nvSpPr>
            <p:cNvPr id="41" name="Rectangle 40"/>
            <p:cNvSpPr/>
            <p:nvPr/>
          </p:nvSpPr>
          <p:spPr>
            <a:xfrm>
              <a:off x="0" y="5791200"/>
              <a:ext cx="1064261" cy="330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p:cNvSpPr/>
            <p:nvPr/>
          </p:nvSpPr>
          <p:spPr>
            <a:xfrm>
              <a:off x="1066800" y="5791200"/>
              <a:ext cx="997745" cy="3302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p:cNvSpPr/>
            <p:nvPr/>
          </p:nvSpPr>
          <p:spPr>
            <a:xfrm>
              <a:off x="2057400" y="5791200"/>
              <a:ext cx="997745" cy="3302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p:cNvSpPr/>
            <p:nvPr/>
          </p:nvSpPr>
          <p:spPr>
            <a:xfrm>
              <a:off x="3048000" y="5791200"/>
              <a:ext cx="997745" cy="3302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Rectangle 44"/>
            <p:cNvSpPr/>
            <p:nvPr/>
          </p:nvSpPr>
          <p:spPr>
            <a:xfrm>
              <a:off x="4038600" y="5791200"/>
              <a:ext cx="997745" cy="330200"/>
            </a:xfrm>
            <a:prstGeom prst="rect">
              <a:avLst/>
            </a:prstGeom>
            <a:solidFill>
              <a:srgbClr val="235F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p:cNvSpPr/>
            <p:nvPr/>
          </p:nvSpPr>
          <p:spPr>
            <a:xfrm>
              <a:off x="5029200" y="5791200"/>
              <a:ext cx="1122463" cy="33020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p:cNvSpPr/>
            <p:nvPr/>
          </p:nvSpPr>
          <p:spPr>
            <a:xfrm>
              <a:off x="6096000" y="5791200"/>
              <a:ext cx="997745" cy="3302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p:cNvSpPr/>
            <p:nvPr/>
          </p:nvSpPr>
          <p:spPr>
            <a:xfrm>
              <a:off x="7086600" y="5791200"/>
              <a:ext cx="997745" cy="330200"/>
            </a:xfrm>
            <a:prstGeom prst="rect">
              <a:avLst/>
            </a:prstGeom>
            <a:solidFill>
              <a:srgbClr val="5440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3" name="Rectangle 32"/>
          <p:cNvSpPr/>
          <p:nvPr/>
        </p:nvSpPr>
        <p:spPr>
          <a:xfrm>
            <a:off x="7373012" y="381000"/>
            <a:ext cx="1542388" cy="12633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a:off x="685801" y="1676400"/>
            <a:ext cx="8020022" cy="2400657"/>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US" altLang="en-US" sz="2000" b="1" dirty="0">
                <a:latin typeface="Candara" pitchFamily="34" charset="0"/>
                <a:cs typeface="Arial" pitchFamily="34" charset="0"/>
              </a:rPr>
              <a:t>Central National Muhammadan Association, Muhammadan Literary Society of Bengal, the </a:t>
            </a:r>
            <a:r>
              <a:rPr lang="en-US" altLang="en-US" sz="2000" b="1" dirty="0" err="1">
                <a:latin typeface="Candara" pitchFamily="34" charset="0"/>
                <a:cs typeface="Arial" pitchFamily="34" charset="0"/>
              </a:rPr>
              <a:t>Anjuman</a:t>
            </a:r>
            <a:r>
              <a:rPr lang="en-US" altLang="en-US" sz="2000" b="1" dirty="0">
                <a:latin typeface="Candara" pitchFamily="34" charset="0"/>
                <a:cs typeface="Arial" pitchFamily="34" charset="0"/>
              </a:rPr>
              <a:t>-</a:t>
            </a:r>
            <a:r>
              <a:rPr lang="en-US" altLang="en-US" sz="2000" b="1" dirty="0" err="1">
                <a:latin typeface="Candara" pitchFamily="34" charset="0"/>
                <a:cs typeface="Arial" pitchFamily="34" charset="0"/>
              </a:rPr>
              <a:t>i</a:t>
            </a:r>
            <a:r>
              <a:rPr lang="en-US" altLang="en-US" sz="2000" b="1" dirty="0">
                <a:latin typeface="Candara" pitchFamily="34" charset="0"/>
                <a:cs typeface="Arial" pitchFamily="34" charset="0"/>
              </a:rPr>
              <a:t>-Islam of Madras, the </a:t>
            </a:r>
            <a:r>
              <a:rPr lang="en-US" altLang="en-US" sz="2000" b="1" dirty="0" err="1">
                <a:latin typeface="Candara" pitchFamily="34" charset="0"/>
                <a:cs typeface="Arial" pitchFamily="34" charset="0"/>
              </a:rPr>
              <a:t>Dindigal</a:t>
            </a:r>
            <a:r>
              <a:rPr lang="en-US" altLang="en-US" sz="2000" b="1" dirty="0">
                <a:latin typeface="Candara" pitchFamily="34" charset="0"/>
                <a:cs typeface="Arial" pitchFamily="34" charset="0"/>
              </a:rPr>
              <a:t> </a:t>
            </a:r>
            <a:r>
              <a:rPr lang="en-US" altLang="en-US" sz="2000" b="1" dirty="0" err="1">
                <a:latin typeface="Candara" pitchFamily="34" charset="0"/>
                <a:cs typeface="Arial" pitchFamily="34" charset="0"/>
              </a:rPr>
              <a:t>Anjuman</a:t>
            </a:r>
            <a:r>
              <a:rPr lang="en-US" altLang="en-US" sz="2000" dirty="0">
                <a:latin typeface="Candara" pitchFamily="34" charset="0"/>
                <a:cs typeface="Arial" pitchFamily="34" charset="0"/>
              </a:rPr>
              <a:t> and </a:t>
            </a:r>
            <a:r>
              <a:rPr lang="en-US" altLang="en-US" sz="2000" b="1" dirty="0">
                <a:latin typeface="Candara" pitchFamily="34" charset="0"/>
                <a:cs typeface="Arial" pitchFamily="34" charset="0"/>
              </a:rPr>
              <a:t>the Muhammadan Central Association of the Punjab </a:t>
            </a:r>
            <a:r>
              <a:rPr lang="en-US" altLang="en-US" sz="2000" dirty="0">
                <a:latin typeface="Candara" pitchFamily="34" charset="0"/>
                <a:cs typeface="Arial" pitchFamily="34" charset="0"/>
              </a:rPr>
              <a:t>asked the Muslims of Indian not to join congress as they thought it would never serve the interests of the Muslims of India.</a:t>
            </a:r>
          </a:p>
        </p:txBody>
      </p:sp>
      <p:sp>
        <p:nvSpPr>
          <p:cNvPr id="17" name="TextBox 16"/>
          <p:cNvSpPr txBox="1"/>
          <p:nvPr/>
        </p:nvSpPr>
        <p:spPr>
          <a:xfrm>
            <a:off x="685801" y="381000"/>
            <a:ext cx="6324599" cy="1077218"/>
          </a:xfrm>
          <a:prstGeom prst="rect">
            <a:avLst/>
          </a:prstGeom>
          <a:noFill/>
        </p:spPr>
        <p:txBody>
          <a:bodyPr wrap="square" rtlCol="0">
            <a:spAutoFit/>
          </a:bodyPr>
          <a:lstStyle/>
          <a:p>
            <a:r>
              <a:rPr lang="en-US" altLang="en-US" sz="3200" b="1" dirty="0">
                <a:solidFill>
                  <a:schemeClr val="tx2"/>
                </a:solidFill>
                <a:latin typeface="Candara" pitchFamily="34" charset="0"/>
                <a:cs typeface="Arial" pitchFamily="34" charset="0"/>
              </a:rPr>
              <a:t>Muslims Organizations and Institutions about Congress</a:t>
            </a:r>
            <a:endParaRPr lang="en-US" sz="3200" b="1" dirty="0">
              <a:solidFill>
                <a:schemeClr val="tx2"/>
              </a:solidFill>
              <a:latin typeface="Candara" pitchFamily="34" charset="0"/>
              <a:cs typeface="Arial" pitchFamily="34" charset="0"/>
            </a:endParaRPr>
          </a:p>
        </p:txBody>
      </p:sp>
    </p:spTree>
    <p:extLst>
      <p:ext uri="{BB962C8B-B14F-4D97-AF65-F5344CB8AC3E}">
        <p14:creationId xmlns="" xmlns:p14="http://schemas.microsoft.com/office/powerpoint/2010/main" val="895780765"/>
      </p:ext>
    </p:extLst>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18">
                                            <p:txEl>
                                              <p:pRg st="0" end="0"/>
                                            </p:txEl>
                                          </p:spTgt>
                                        </p:tgtEl>
                                        <p:attrNameLst>
                                          <p:attrName>style.color</p:attrName>
                                        </p:attrNameLst>
                                      </p:cBhvr>
                                      <p:to>
                                        <a:srgbClr val="000000"/>
                                      </p:to>
                                    </p:animClr>
                                    <p:animClr clrSpc="rgb" dir="cw">
                                      <p:cBhvr>
                                        <p:cTn id="7" dur="500" fill="hold"/>
                                        <p:tgtEl>
                                          <p:spTgt spid="18">
                                            <p:txEl>
                                              <p:pRg st="0" end="0"/>
                                            </p:txEl>
                                          </p:spTgt>
                                        </p:tgtEl>
                                        <p:attrNameLst>
                                          <p:attrName>fillcolor</p:attrName>
                                        </p:attrNameLst>
                                      </p:cBhvr>
                                      <p:to>
                                        <a:srgbClr val="000000"/>
                                      </p:to>
                                    </p:animClr>
                                    <p:set>
                                      <p:cBhvr>
                                        <p:cTn id="8" dur="500" fill="hold"/>
                                        <p:tgtEl>
                                          <p:spTgt spid="18">
                                            <p:txEl>
                                              <p:pRg st="0" end="0"/>
                                            </p:txEl>
                                          </p:spTgt>
                                        </p:tgtEl>
                                        <p:attrNameLst>
                                          <p:attrName>fill.type</p:attrName>
                                        </p:attrNameLst>
                                      </p:cBhvr>
                                      <p:to>
                                        <p:strVal val="solid"/>
                                      </p:to>
                                    </p:set>
                                    <p:set>
                                      <p:cBhvr>
                                        <p:cTn id="9" dur="500" fill="hold"/>
                                        <p:tgtEl>
                                          <p:spTgt spid="18">
                                            <p:txEl>
                                              <p:pRg st="0" end="0"/>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08A8661F-1CDE-4F7E-AE93-7F9785FD6839}" type="slidenum">
              <a:rPr lang="en-US" smtClean="0"/>
              <a:pPr/>
              <a:t>30</a:t>
            </a:fld>
            <a:endParaRPr lang="en-US" dirty="0"/>
          </a:p>
        </p:txBody>
      </p:sp>
      <p:pic>
        <p:nvPicPr>
          <p:cNvPr id="39" name="Picture 38" descr="https://i.vimeocdn.com/portrait/10125853_300x300"/>
          <p:cNvPicPr>
            <a:picLocks noChangeAspect="1" noChangeArrowheads="1"/>
          </p:cNvPicPr>
          <p:nvPr/>
        </p:nvPicPr>
        <p:blipFill>
          <a:blip r:embed="rId3" cstate="print">
            <a:extLst>
              <a:ext uri="{BEBA8EAE-BF5A-486C-A8C5-ECC9F3942E4B}">
                <a14:imgProps xmlns="" xmlns:a14="http://schemas.microsoft.com/office/drawing/2010/main">
                  <a14:imgLayer r:embed="rId4">
                    <a14:imgEffect>
                      <a14:sharpenSoften amount="50000"/>
                    </a14:imgEffect>
                    <a14:imgEffect>
                      <a14:brightnessContrast contrast="-40000"/>
                    </a14:imgEffect>
                  </a14:imgLayer>
                </a14:imgProps>
              </a:ext>
              <a:ext uri="{28A0092B-C50C-407E-A947-70E740481C1C}">
                <a14:useLocalDpi xmlns="" xmlns:a14="http://schemas.microsoft.com/office/drawing/2010/main" val="0"/>
              </a:ext>
            </a:extLst>
          </a:blip>
          <a:srcRect/>
          <a:stretch>
            <a:fillRect/>
          </a:stretch>
        </p:blipFill>
        <p:spPr bwMode="auto">
          <a:xfrm>
            <a:off x="7602847" y="456159"/>
            <a:ext cx="1143000" cy="1143000"/>
          </a:xfrm>
          <a:prstGeom prst="rect">
            <a:avLst/>
          </a:prstGeom>
          <a:noFill/>
          <a:extLst>
            <a:ext uri="{909E8E84-426E-40DD-AFC4-6F175D3DCCD1}">
              <a14:hiddenFill xmlns="" xmlns:a14="http://schemas.microsoft.com/office/drawing/2010/main">
                <a:solidFill>
                  <a:srgbClr val="FFFFFF"/>
                </a:solidFill>
              </a14:hiddenFill>
            </a:ext>
          </a:extLst>
        </p:spPr>
      </p:pic>
      <p:grpSp>
        <p:nvGrpSpPr>
          <p:cNvPr id="40" name="Group 39"/>
          <p:cNvGrpSpPr/>
          <p:nvPr/>
        </p:nvGrpSpPr>
        <p:grpSpPr>
          <a:xfrm rot="10800000" flipV="1">
            <a:off x="857221" y="1405300"/>
            <a:ext cx="6037811" cy="45719"/>
            <a:chOff x="0" y="5791200"/>
            <a:chExt cx="8084345" cy="330200"/>
          </a:xfrm>
        </p:grpSpPr>
        <p:sp>
          <p:nvSpPr>
            <p:cNvPr id="41" name="Rectangle 40"/>
            <p:cNvSpPr/>
            <p:nvPr/>
          </p:nvSpPr>
          <p:spPr>
            <a:xfrm>
              <a:off x="0" y="5791200"/>
              <a:ext cx="1064261" cy="330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p:cNvSpPr/>
            <p:nvPr/>
          </p:nvSpPr>
          <p:spPr>
            <a:xfrm>
              <a:off x="1066800" y="5791200"/>
              <a:ext cx="997745" cy="3302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p:cNvSpPr/>
            <p:nvPr/>
          </p:nvSpPr>
          <p:spPr>
            <a:xfrm>
              <a:off x="2057400" y="5791200"/>
              <a:ext cx="997745" cy="3302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p:cNvSpPr/>
            <p:nvPr/>
          </p:nvSpPr>
          <p:spPr>
            <a:xfrm>
              <a:off x="3048000" y="5791200"/>
              <a:ext cx="997745" cy="3302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Rectangle 44"/>
            <p:cNvSpPr/>
            <p:nvPr/>
          </p:nvSpPr>
          <p:spPr>
            <a:xfrm>
              <a:off x="4038600" y="5791200"/>
              <a:ext cx="997745" cy="330200"/>
            </a:xfrm>
            <a:prstGeom prst="rect">
              <a:avLst/>
            </a:prstGeom>
            <a:solidFill>
              <a:srgbClr val="235F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p:cNvSpPr/>
            <p:nvPr/>
          </p:nvSpPr>
          <p:spPr>
            <a:xfrm>
              <a:off x="5029200" y="5791200"/>
              <a:ext cx="1122463" cy="33020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p:cNvSpPr/>
            <p:nvPr/>
          </p:nvSpPr>
          <p:spPr>
            <a:xfrm>
              <a:off x="6096000" y="5791200"/>
              <a:ext cx="997745" cy="3302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p:cNvSpPr/>
            <p:nvPr/>
          </p:nvSpPr>
          <p:spPr>
            <a:xfrm>
              <a:off x="7086600" y="5791200"/>
              <a:ext cx="997745" cy="330200"/>
            </a:xfrm>
            <a:prstGeom prst="rect">
              <a:avLst/>
            </a:prstGeom>
            <a:solidFill>
              <a:srgbClr val="5440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3" name="Rectangle 32"/>
          <p:cNvSpPr/>
          <p:nvPr/>
        </p:nvSpPr>
        <p:spPr>
          <a:xfrm>
            <a:off x="7373012" y="381000"/>
            <a:ext cx="1542388" cy="12633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a:off x="685801" y="1676400"/>
            <a:ext cx="8020022" cy="2862322"/>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US" altLang="en-US" sz="2000" dirty="0">
                <a:latin typeface="Candara" pitchFamily="34" charset="0"/>
                <a:cs typeface="Arial" pitchFamily="34" charset="0"/>
              </a:rPr>
              <a:t>In 1905, the provinces of Bengal and Assam were reconstituted so as to form two provinces of manageable size.</a:t>
            </a:r>
          </a:p>
          <a:p>
            <a:pPr marL="800100" lvl="1" indent="-342900" algn="just">
              <a:lnSpc>
                <a:spcPct val="150000"/>
              </a:lnSpc>
              <a:buFont typeface="Arial" panose="020B0604020202020204" pitchFamily="34" charset="0"/>
              <a:buChar char="•"/>
            </a:pPr>
            <a:r>
              <a:rPr lang="en-US" altLang="en-US" sz="2000" dirty="0">
                <a:latin typeface="Candara" pitchFamily="34" charset="0"/>
                <a:cs typeface="Arial" pitchFamily="34" charset="0"/>
              </a:rPr>
              <a:t>Bengal: ~42 million Hindus and ~9 million Muslims</a:t>
            </a:r>
          </a:p>
          <a:p>
            <a:pPr marL="800100" lvl="1" indent="-342900" algn="just">
              <a:lnSpc>
                <a:spcPct val="150000"/>
              </a:lnSpc>
              <a:buFont typeface="Arial" panose="020B0604020202020204" pitchFamily="34" charset="0"/>
              <a:buChar char="•"/>
            </a:pPr>
            <a:r>
              <a:rPr lang="en-US" altLang="en-US" sz="2000" dirty="0">
                <a:latin typeface="Candara" pitchFamily="34" charset="0"/>
                <a:cs typeface="Arial" pitchFamily="34" charset="0"/>
              </a:rPr>
              <a:t>East Bengal: ~18 million Muslims and ~12 million Hindus</a:t>
            </a:r>
          </a:p>
          <a:p>
            <a:pPr marL="342900" indent="-342900" algn="just">
              <a:lnSpc>
                <a:spcPct val="150000"/>
              </a:lnSpc>
              <a:buFont typeface="Arial" panose="020B0604020202020204" pitchFamily="34" charset="0"/>
              <a:buChar char="•"/>
            </a:pPr>
            <a:r>
              <a:rPr lang="en-US" altLang="en-US" sz="2000" dirty="0">
                <a:latin typeface="Candara" pitchFamily="34" charset="0"/>
                <a:cs typeface="Arial" pitchFamily="34" charset="0"/>
              </a:rPr>
              <a:t>The scheme was sent to London in February, 1905. The Province of East Bengal and Assam officially came into being on 16 October, 1905.</a:t>
            </a:r>
          </a:p>
        </p:txBody>
      </p:sp>
      <p:sp>
        <p:nvSpPr>
          <p:cNvPr id="16" name="TextBox 15"/>
          <p:cNvSpPr txBox="1"/>
          <p:nvPr/>
        </p:nvSpPr>
        <p:spPr>
          <a:xfrm>
            <a:off x="685801" y="735271"/>
            <a:ext cx="6324599" cy="584775"/>
          </a:xfrm>
          <a:prstGeom prst="rect">
            <a:avLst/>
          </a:prstGeom>
          <a:noFill/>
        </p:spPr>
        <p:txBody>
          <a:bodyPr wrap="square" rtlCol="0">
            <a:spAutoFit/>
          </a:bodyPr>
          <a:lstStyle/>
          <a:p>
            <a:r>
              <a:rPr lang="en-US" sz="3200" b="1" dirty="0">
                <a:solidFill>
                  <a:schemeClr val="tx2"/>
                </a:solidFill>
                <a:latin typeface="Candara" pitchFamily="34" charset="0"/>
                <a:cs typeface="Arial" pitchFamily="34" charset="0"/>
              </a:rPr>
              <a:t>Partition of Bengal</a:t>
            </a:r>
          </a:p>
        </p:txBody>
      </p:sp>
    </p:spTree>
    <p:extLst>
      <p:ext uri="{BB962C8B-B14F-4D97-AF65-F5344CB8AC3E}">
        <p14:creationId xmlns="" xmlns:p14="http://schemas.microsoft.com/office/powerpoint/2010/main" val="1124961687"/>
      </p:ext>
    </p:extLst>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18">
                                            <p:txEl>
                                              <p:pRg st="0" end="0"/>
                                            </p:txEl>
                                          </p:spTgt>
                                        </p:tgtEl>
                                        <p:attrNameLst>
                                          <p:attrName>style.color</p:attrName>
                                        </p:attrNameLst>
                                      </p:cBhvr>
                                      <p:to>
                                        <a:srgbClr val="000000"/>
                                      </p:to>
                                    </p:animClr>
                                    <p:animClr clrSpc="rgb" dir="cw">
                                      <p:cBhvr>
                                        <p:cTn id="7" dur="500" fill="hold"/>
                                        <p:tgtEl>
                                          <p:spTgt spid="18">
                                            <p:txEl>
                                              <p:pRg st="0" end="0"/>
                                            </p:txEl>
                                          </p:spTgt>
                                        </p:tgtEl>
                                        <p:attrNameLst>
                                          <p:attrName>fillcolor</p:attrName>
                                        </p:attrNameLst>
                                      </p:cBhvr>
                                      <p:to>
                                        <a:srgbClr val="000000"/>
                                      </p:to>
                                    </p:animClr>
                                    <p:set>
                                      <p:cBhvr>
                                        <p:cTn id="8" dur="500" fill="hold"/>
                                        <p:tgtEl>
                                          <p:spTgt spid="18">
                                            <p:txEl>
                                              <p:pRg st="0" end="0"/>
                                            </p:txEl>
                                          </p:spTgt>
                                        </p:tgtEl>
                                        <p:attrNameLst>
                                          <p:attrName>fill.type</p:attrName>
                                        </p:attrNameLst>
                                      </p:cBhvr>
                                      <p:to>
                                        <p:strVal val="solid"/>
                                      </p:to>
                                    </p:set>
                                    <p:set>
                                      <p:cBhvr>
                                        <p:cTn id="9" dur="500" fill="hold"/>
                                        <p:tgtEl>
                                          <p:spTgt spid="18">
                                            <p:txEl>
                                              <p:pRg st="0" end="0"/>
                                            </p:txEl>
                                          </p:spTgt>
                                        </p:tgtEl>
                                        <p:attrNameLst>
                                          <p:attrName>fill.on</p:attrName>
                                        </p:attrNameLst>
                                      </p:cBhvr>
                                      <p:to>
                                        <p:strVal val="true"/>
                                      </p:to>
                                    </p:set>
                                  </p:childTnLst>
                                </p:cTn>
                              </p:par>
                            </p:childTnLst>
                          </p:cTn>
                        </p:par>
                      </p:childTnLst>
                    </p:cTn>
                  </p:par>
                  <p:par>
                    <p:cTn id="10" fill="hold">
                      <p:stCondLst>
                        <p:cond delay="indefinite"/>
                      </p:stCondLst>
                      <p:childTnLst>
                        <p:par>
                          <p:cTn id="11" fill="hold">
                            <p:stCondLst>
                              <p:cond delay="0"/>
                            </p:stCondLst>
                            <p:childTnLst>
                              <p:par>
                                <p:cTn id="12" presetID="19" presetClass="emph" presetSubtype="0" fill="hold" nodeType="clickEffect">
                                  <p:stCondLst>
                                    <p:cond delay="0"/>
                                  </p:stCondLst>
                                  <p:childTnLst>
                                    <p:animClr clrSpc="rgb" dir="cw">
                                      <p:cBhvr override="childStyle">
                                        <p:cTn id="13" dur="500" fill="hold"/>
                                        <p:tgtEl>
                                          <p:spTgt spid="18">
                                            <p:txEl>
                                              <p:pRg st="1" end="1"/>
                                            </p:txEl>
                                          </p:spTgt>
                                        </p:tgtEl>
                                        <p:attrNameLst>
                                          <p:attrName>style.color</p:attrName>
                                        </p:attrNameLst>
                                      </p:cBhvr>
                                      <p:to>
                                        <a:srgbClr val="000000"/>
                                      </p:to>
                                    </p:animClr>
                                    <p:animClr clrSpc="rgb" dir="cw">
                                      <p:cBhvr>
                                        <p:cTn id="14" dur="500" fill="hold"/>
                                        <p:tgtEl>
                                          <p:spTgt spid="18">
                                            <p:txEl>
                                              <p:pRg st="1" end="1"/>
                                            </p:txEl>
                                          </p:spTgt>
                                        </p:tgtEl>
                                        <p:attrNameLst>
                                          <p:attrName>fillcolor</p:attrName>
                                        </p:attrNameLst>
                                      </p:cBhvr>
                                      <p:to>
                                        <a:srgbClr val="000000"/>
                                      </p:to>
                                    </p:animClr>
                                    <p:set>
                                      <p:cBhvr>
                                        <p:cTn id="15" dur="500" fill="hold"/>
                                        <p:tgtEl>
                                          <p:spTgt spid="18">
                                            <p:txEl>
                                              <p:pRg st="1" end="1"/>
                                            </p:txEl>
                                          </p:spTgt>
                                        </p:tgtEl>
                                        <p:attrNameLst>
                                          <p:attrName>fill.type</p:attrName>
                                        </p:attrNameLst>
                                      </p:cBhvr>
                                      <p:to>
                                        <p:strVal val="solid"/>
                                      </p:to>
                                    </p:set>
                                    <p:set>
                                      <p:cBhvr>
                                        <p:cTn id="16" dur="500" fill="hold"/>
                                        <p:tgtEl>
                                          <p:spTgt spid="18">
                                            <p:txEl>
                                              <p:pRg st="1" end="1"/>
                                            </p:txEl>
                                          </p:spTgt>
                                        </p:tgtEl>
                                        <p:attrNameLst>
                                          <p:attrName>fill.on</p:attrName>
                                        </p:attrNameLst>
                                      </p:cBhvr>
                                      <p:to>
                                        <p:strVal val="true"/>
                                      </p:to>
                                    </p:set>
                                  </p:childTnLst>
                                </p:cTn>
                              </p:par>
                            </p:childTnLst>
                          </p:cTn>
                        </p:par>
                      </p:childTnLst>
                    </p:cTn>
                  </p:par>
                  <p:par>
                    <p:cTn id="17" fill="hold">
                      <p:stCondLst>
                        <p:cond delay="indefinite"/>
                      </p:stCondLst>
                      <p:childTnLst>
                        <p:par>
                          <p:cTn id="18" fill="hold">
                            <p:stCondLst>
                              <p:cond delay="0"/>
                            </p:stCondLst>
                            <p:childTnLst>
                              <p:par>
                                <p:cTn id="19" presetID="19" presetClass="emph" presetSubtype="0" fill="hold" nodeType="clickEffect">
                                  <p:stCondLst>
                                    <p:cond delay="0"/>
                                  </p:stCondLst>
                                  <p:childTnLst>
                                    <p:animClr clrSpc="rgb" dir="cw">
                                      <p:cBhvr override="childStyle">
                                        <p:cTn id="20" dur="500" fill="hold"/>
                                        <p:tgtEl>
                                          <p:spTgt spid="18">
                                            <p:txEl>
                                              <p:pRg st="2" end="2"/>
                                            </p:txEl>
                                          </p:spTgt>
                                        </p:tgtEl>
                                        <p:attrNameLst>
                                          <p:attrName>style.color</p:attrName>
                                        </p:attrNameLst>
                                      </p:cBhvr>
                                      <p:to>
                                        <a:srgbClr val="000000"/>
                                      </p:to>
                                    </p:animClr>
                                    <p:animClr clrSpc="rgb" dir="cw">
                                      <p:cBhvr>
                                        <p:cTn id="21" dur="500" fill="hold"/>
                                        <p:tgtEl>
                                          <p:spTgt spid="18">
                                            <p:txEl>
                                              <p:pRg st="2" end="2"/>
                                            </p:txEl>
                                          </p:spTgt>
                                        </p:tgtEl>
                                        <p:attrNameLst>
                                          <p:attrName>fillcolor</p:attrName>
                                        </p:attrNameLst>
                                      </p:cBhvr>
                                      <p:to>
                                        <a:srgbClr val="000000"/>
                                      </p:to>
                                    </p:animClr>
                                    <p:set>
                                      <p:cBhvr>
                                        <p:cTn id="22" dur="500" fill="hold"/>
                                        <p:tgtEl>
                                          <p:spTgt spid="18">
                                            <p:txEl>
                                              <p:pRg st="2" end="2"/>
                                            </p:txEl>
                                          </p:spTgt>
                                        </p:tgtEl>
                                        <p:attrNameLst>
                                          <p:attrName>fill.type</p:attrName>
                                        </p:attrNameLst>
                                      </p:cBhvr>
                                      <p:to>
                                        <p:strVal val="solid"/>
                                      </p:to>
                                    </p:set>
                                    <p:set>
                                      <p:cBhvr>
                                        <p:cTn id="23" dur="500" fill="hold"/>
                                        <p:tgtEl>
                                          <p:spTgt spid="18">
                                            <p:txEl>
                                              <p:pRg st="2" end="2"/>
                                            </p:txEl>
                                          </p:spTgt>
                                        </p:tgtEl>
                                        <p:attrNameLst>
                                          <p:attrName>fill.on</p:attrName>
                                        </p:attrNameLst>
                                      </p:cBhvr>
                                      <p:to>
                                        <p:strVal val="true"/>
                                      </p:to>
                                    </p:set>
                                  </p:childTnLst>
                                </p:cTn>
                              </p:par>
                            </p:childTnLst>
                          </p:cTn>
                        </p:par>
                      </p:childTnLst>
                    </p:cTn>
                  </p:par>
                  <p:par>
                    <p:cTn id="24" fill="hold">
                      <p:stCondLst>
                        <p:cond delay="indefinite"/>
                      </p:stCondLst>
                      <p:childTnLst>
                        <p:par>
                          <p:cTn id="25" fill="hold">
                            <p:stCondLst>
                              <p:cond delay="0"/>
                            </p:stCondLst>
                            <p:childTnLst>
                              <p:par>
                                <p:cTn id="26" presetID="19" presetClass="emph" presetSubtype="0" fill="hold" nodeType="clickEffect">
                                  <p:stCondLst>
                                    <p:cond delay="0"/>
                                  </p:stCondLst>
                                  <p:childTnLst>
                                    <p:animClr clrSpc="rgb" dir="cw">
                                      <p:cBhvr override="childStyle">
                                        <p:cTn id="27" dur="500" fill="hold"/>
                                        <p:tgtEl>
                                          <p:spTgt spid="18">
                                            <p:txEl>
                                              <p:pRg st="3" end="3"/>
                                            </p:txEl>
                                          </p:spTgt>
                                        </p:tgtEl>
                                        <p:attrNameLst>
                                          <p:attrName>style.color</p:attrName>
                                        </p:attrNameLst>
                                      </p:cBhvr>
                                      <p:to>
                                        <a:srgbClr val="000000"/>
                                      </p:to>
                                    </p:animClr>
                                    <p:animClr clrSpc="rgb" dir="cw">
                                      <p:cBhvr>
                                        <p:cTn id="28" dur="500" fill="hold"/>
                                        <p:tgtEl>
                                          <p:spTgt spid="18">
                                            <p:txEl>
                                              <p:pRg st="3" end="3"/>
                                            </p:txEl>
                                          </p:spTgt>
                                        </p:tgtEl>
                                        <p:attrNameLst>
                                          <p:attrName>fillcolor</p:attrName>
                                        </p:attrNameLst>
                                      </p:cBhvr>
                                      <p:to>
                                        <a:srgbClr val="000000"/>
                                      </p:to>
                                    </p:animClr>
                                    <p:set>
                                      <p:cBhvr>
                                        <p:cTn id="29" dur="500" fill="hold"/>
                                        <p:tgtEl>
                                          <p:spTgt spid="18">
                                            <p:txEl>
                                              <p:pRg st="3" end="3"/>
                                            </p:txEl>
                                          </p:spTgt>
                                        </p:tgtEl>
                                        <p:attrNameLst>
                                          <p:attrName>fill.type</p:attrName>
                                        </p:attrNameLst>
                                      </p:cBhvr>
                                      <p:to>
                                        <p:strVal val="solid"/>
                                      </p:to>
                                    </p:set>
                                    <p:set>
                                      <p:cBhvr>
                                        <p:cTn id="30" dur="500" fill="hold"/>
                                        <p:tgtEl>
                                          <p:spTgt spid="18">
                                            <p:txEl>
                                              <p:pRg st="3" end="3"/>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08A8661F-1CDE-4F7E-AE93-7F9785FD6839}" type="slidenum">
              <a:rPr lang="en-US" smtClean="0"/>
              <a:pPr/>
              <a:t>31</a:t>
            </a:fld>
            <a:endParaRPr lang="en-US" dirty="0"/>
          </a:p>
        </p:txBody>
      </p:sp>
      <p:pic>
        <p:nvPicPr>
          <p:cNvPr id="39" name="Picture 38" descr="https://i.vimeocdn.com/portrait/10125853_300x300"/>
          <p:cNvPicPr>
            <a:picLocks noChangeAspect="1" noChangeArrowheads="1"/>
          </p:cNvPicPr>
          <p:nvPr/>
        </p:nvPicPr>
        <p:blipFill>
          <a:blip r:embed="rId3" cstate="print">
            <a:extLst>
              <a:ext uri="{BEBA8EAE-BF5A-486C-A8C5-ECC9F3942E4B}">
                <a14:imgProps xmlns="" xmlns:a14="http://schemas.microsoft.com/office/drawing/2010/main">
                  <a14:imgLayer r:embed="rId4">
                    <a14:imgEffect>
                      <a14:sharpenSoften amount="50000"/>
                    </a14:imgEffect>
                    <a14:imgEffect>
                      <a14:brightnessContrast contrast="-40000"/>
                    </a14:imgEffect>
                  </a14:imgLayer>
                </a14:imgProps>
              </a:ext>
              <a:ext uri="{28A0092B-C50C-407E-A947-70E740481C1C}">
                <a14:useLocalDpi xmlns="" xmlns:a14="http://schemas.microsoft.com/office/drawing/2010/main" val="0"/>
              </a:ext>
            </a:extLst>
          </a:blip>
          <a:srcRect/>
          <a:stretch>
            <a:fillRect/>
          </a:stretch>
        </p:blipFill>
        <p:spPr bwMode="auto">
          <a:xfrm>
            <a:off x="7602847" y="456159"/>
            <a:ext cx="1143000" cy="1143000"/>
          </a:xfrm>
          <a:prstGeom prst="rect">
            <a:avLst/>
          </a:prstGeom>
          <a:noFill/>
          <a:extLst>
            <a:ext uri="{909E8E84-426E-40DD-AFC4-6F175D3DCCD1}">
              <a14:hiddenFill xmlns="" xmlns:a14="http://schemas.microsoft.com/office/drawing/2010/main">
                <a:solidFill>
                  <a:srgbClr val="FFFFFF"/>
                </a:solidFill>
              </a14:hiddenFill>
            </a:ext>
          </a:extLst>
        </p:spPr>
      </p:pic>
      <p:grpSp>
        <p:nvGrpSpPr>
          <p:cNvPr id="40" name="Group 39"/>
          <p:cNvGrpSpPr/>
          <p:nvPr/>
        </p:nvGrpSpPr>
        <p:grpSpPr>
          <a:xfrm rot="10800000" flipV="1">
            <a:off x="857221" y="1405300"/>
            <a:ext cx="6037811" cy="45719"/>
            <a:chOff x="0" y="5791200"/>
            <a:chExt cx="8084345" cy="330200"/>
          </a:xfrm>
        </p:grpSpPr>
        <p:sp>
          <p:nvSpPr>
            <p:cNvPr id="41" name="Rectangle 40"/>
            <p:cNvSpPr/>
            <p:nvPr/>
          </p:nvSpPr>
          <p:spPr>
            <a:xfrm>
              <a:off x="0" y="5791200"/>
              <a:ext cx="1064261" cy="330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p:cNvSpPr/>
            <p:nvPr/>
          </p:nvSpPr>
          <p:spPr>
            <a:xfrm>
              <a:off x="1066800" y="5791200"/>
              <a:ext cx="997745" cy="3302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p:cNvSpPr/>
            <p:nvPr/>
          </p:nvSpPr>
          <p:spPr>
            <a:xfrm>
              <a:off x="2057400" y="5791200"/>
              <a:ext cx="997745" cy="3302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p:cNvSpPr/>
            <p:nvPr/>
          </p:nvSpPr>
          <p:spPr>
            <a:xfrm>
              <a:off x="3048000" y="5791200"/>
              <a:ext cx="997745" cy="3302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Rectangle 44"/>
            <p:cNvSpPr/>
            <p:nvPr/>
          </p:nvSpPr>
          <p:spPr>
            <a:xfrm>
              <a:off x="4038600" y="5791200"/>
              <a:ext cx="997745" cy="330200"/>
            </a:xfrm>
            <a:prstGeom prst="rect">
              <a:avLst/>
            </a:prstGeom>
            <a:solidFill>
              <a:srgbClr val="235F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p:cNvSpPr/>
            <p:nvPr/>
          </p:nvSpPr>
          <p:spPr>
            <a:xfrm>
              <a:off x="5029200" y="5791200"/>
              <a:ext cx="1122463" cy="33020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p:cNvSpPr/>
            <p:nvPr/>
          </p:nvSpPr>
          <p:spPr>
            <a:xfrm>
              <a:off x="6096000" y="5791200"/>
              <a:ext cx="997745" cy="3302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p:cNvSpPr/>
            <p:nvPr/>
          </p:nvSpPr>
          <p:spPr>
            <a:xfrm>
              <a:off x="7086600" y="5791200"/>
              <a:ext cx="997745" cy="330200"/>
            </a:xfrm>
            <a:prstGeom prst="rect">
              <a:avLst/>
            </a:prstGeom>
            <a:solidFill>
              <a:srgbClr val="5440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3" name="Rectangle 32"/>
          <p:cNvSpPr/>
          <p:nvPr/>
        </p:nvSpPr>
        <p:spPr>
          <a:xfrm>
            <a:off x="7373012" y="381000"/>
            <a:ext cx="1542388" cy="12633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a:off x="685801" y="1676400"/>
            <a:ext cx="8020022" cy="4247317"/>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US" altLang="en-US" sz="2000" dirty="0">
                <a:latin typeface="Candara" pitchFamily="34" charset="0"/>
                <a:cs typeface="Arial" pitchFamily="34" charset="0"/>
              </a:rPr>
              <a:t>The whole plan was nothing but readjustment of administrative boundaries. However, the Hindus resented it. </a:t>
            </a:r>
          </a:p>
          <a:p>
            <a:pPr marL="342900" indent="-342900" algn="just">
              <a:lnSpc>
                <a:spcPct val="150000"/>
              </a:lnSpc>
              <a:buFont typeface="Arial" panose="020B0604020202020204" pitchFamily="34" charset="0"/>
              <a:buChar char="•"/>
            </a:pPr>
            <a:r>
              <a:rPr lang="en-US" altLang="en-US" sz="2000" dirty="0">
                <a:latin typeface="Candara" pitchFamily="34" charset="0"/>
                <a:cs typeface="Arial" pitchFamily="34" charset="0"/>
              </a:rPr>
              <a:t>The partition resulted in the creation of Muslim majority province.</a:t>
            </a:r>
          </a:p>
          <a:p>
            <a:pPr marL="342900" indent="-342900" algn="just">
              <a:lnSpc>
                <a:spcPct val="150000"/>
              </a:lnSpc>
              <a:buFont typeface="Arial" panose="020B0604020202020204" pitchFamily="34" charset="0"/>
              <a:buChar char="•"/>
            </a:pPr>
            <a:r>
              <a:rPr lang="en-US" altLang="en-US" sz="2000" dirty="0">
                <a:latin typeface="Candara" pitchFamily="34" charset="0"/>
                <a:cs typeface="Arial" pitchFamily="34" charset="0"/>
              </a:rPr>
              <a:t>It was distasteful to the Hindus.</a:t>
            </a:r>
          </a:p>
          <a:p>
            <a:pPr marL="342900" indent="-342900" algn="just">
              <a:lnSpc>
                <a:spcPct val="150000"/>
              </a:lnSpc>
              <a:buFont typeface="Arial" panose="020B0604020202020204" pitchFamily="34" charset="0"/>
              <a:buChar char="•"/>
            </a:pPr>
            <a:r>
              <a:rPr lang="en-US" altLang="en-US" sz="2000" dirty="0">
                <a:latin typeface="Candara" pitchFamily="34" charset="0"/>
                <a:cs typeface="Arial" pitchFamily="34" charset="0"/>
              </a:rPr>
              <a:t>Hindus regarded the partition as an attempt to strangle nationalism in Bengal, where it was more developed than elsewhere.</a:t>
            </a:r>
          </a:p>
          <a:p>
            <a:pPr marL="342900" indent="-342900" algn="just">
              <a:lnSpc>
                <a:spcPct val="150000"/>
              </a:lnSpc>
              <a:buFont typeface="Arial" panose="020B0604020202020204" pitchFamily="34" charset="0"/>
              <a:buChar char="•"/>
            </a:pPr>
            <a:r>
              <a:rPr lang="en-US" altLang="en-US" sz="2000" dirty="0">
                <a:latin typeface="Candara" pitchFamily="34" charset="0"/>
                <a:cs typeface="Arial" pitchFamily="34" charset="0"/>
              </a:rPr>
              <a:t>Agitation against the partition included mass meetings, rural unrest, and a “</a:t>
            </a:r>
            <a:r>
              <a:rPr lang="en-US" altLang="en-US" sz="2000" b="1" dirty="0">
                <a:latin typeface="Candara" pitchFamily="34" charset="0"/>
                <a:cs typeface="Arial" pitchFamily="34" charset="0"/>
              </a:rPr>
              <a:t>swadeshi”</a:t>
            </a:r>
            <a:r>
              <a:rPr lang="en-US" altLang="en-US" sz="2000" dirty="0">
                <a:latin typeface="Candara" pitchFamily="34" charset="0"/>
                <a:cs typeface="Arial" pitchFamily="34" charset="0"/>
              </a:rPr>
              <a:t> (native) movement to boycott the import of British goods.</a:t>
            </a:r>
          </a:p>
        </p:txBody>
      </p:sp>
      <p:sp>
        <p:nvSpPr>
          <p:cNvPr id="16" name="TextBox 15"/>
          <p:cNvSpPr txBox="1"/>
          <p:nvPr/>
        </p:nvSpPr>
        <p:spPr>
          <a:xfrm>
            <a:off x="685801" y="735271"/>
            <a:ext cx="6324599" cy="584775"/>
          </a:xfrm>
          <a:prstGeom prst="rect">
            <a:avLst/>
          </a:prstGeom>
          <a:noFill/>
        </p:spPr>
        <p:txBody>
          <a:bodyPr wrap="square" rtlCol="0">
            <a:spAutoFit/>
          </a:bodyPr>
          <a:lstStyle/>
          <a:p>
            <a:r>
              <a:rPr lang="en-US" sz="3200" b="1" dirty="0">
                <a:solidFill>
                  <a:schemeClr val="tx2"/>
                </a:solidFill>
                <a:latin typeface="Candara" pitchFamily="34" charset="0"/>
                <a:cs typeface="Arial" pitchFamily="34" charset="0"/>
              </a:rPr>
              <a:t>Hindu Reaction</a:t>
            </a:r>
          </a:p>
        </p:txBody>
      </p:sp>
    </p:spTree>
    <p:extLst>
      <p:ext uri="{BB962C8B-B14F-4D97-AF65-F5344CB8AC3E}">
        <p14:creationId xmlns="" xmlns:p14="http://schemas.microsoft.com/office/powerpoint/2010/main" val="3078852012"/>
      </p:ext>
    </p:extLst>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18">
                                            <p:txEl>
                                              <p:pRg st="0" end="0"/>
                                            </p:txEl>
                                          </p:spTgt>
                                        </p:tgtEl>
                                        <p:attrNameLst>
                                          <p:attrName>style.color</p:attrName>
                                        </p:attrNameLst>
                                      </p:cBhvr>
                                      <p:to>
                                        <a:srgbClr val="000000"/>
                                      </p:to>
                                    </p:animClr>
                                    <p:animClr clrSpc="rgb" dir="cw">
                                      <p:cBhvr>
                                        <p:cTn id="7" dur="500" fill="hold"/>
                                        <p:tgtEl>
                                          <p:spTgt spid="18">
                                            <p:txEl>
                                              <p:pRg st="0" end="0"/>
                                            </p:txEl>
                                          </p:spTgt>
                                        </p:tgtEl>
                                        <p:attrNameLst>
                                          <p:attrName>fillcolor</p:attrName>
                                        </p:attrNameLst>
                                      </p:cBhvr>
                                      <p:to>
                                        <a:srgbClr val="000000"/>
                                      </p:to>
                                    </p:animClr>
                                    <p:set>
                                      <p:cBhvr>
                                        <p:cTn id="8" dur="500" fill="hold"/>
                                        <p:tgtEl>
                                          <p:spTgt spid="18">
                                            <p:txEl>
                                              <p:pRg st="0" end="0"/>
                                            </p:txEl>
                                          </p:spTgt>
                                        </p:tgtEl>
                                        <p:attrNameLst>
                                          <p:attrName>fill.type</p:attrName>
                                        </p:attrNameLst>
                                      </p:cBhvr>
                                      <p:to>
                                        <p:strVal val="solid"/>
                                      </p:to>
                                    </p:set>
                                    <p:set>
                                      <p:cBhvr>
                                        <p:cTn id="9" dur="500" fill="hold"/>
                                        <p:tgtEl>
                                          <p:spTgt spid="18">
                                            <p:txEl>
                                              <p:pRg st="0" end="0"/>
                                            </p:txEl>
                                          </p:spTgt>
                                        </p:tgtEl>
                                        <p:attrNameLst>
                                          <p:attrName>fill.on</p:attrName>
                                        </p:attrNameLst>
                                      </p:cBhvr>
                                      <p:to>
                                        <p:strVal val="true"/>
                                      </p:to>
                                    </p:set>
                                  </p:childTnLst>
                                </p:cTn>
                              </p:par>
                            </p:childTnLst>
                          </p:cTn>
                        </p:par>
                      </p:childTnLst>
                    </p:cTn>
                  </p:par>
                  <p:par>
                    <p:cTn id="10" fill="hold">
                      <p:stCondLst>
                        <p:cond delay="indefinite"/>
                      </p:stCondLst>
                      <p:childTnLst>
                        <p:par>
                          <p:cTn id="11" fill="hold">
                            <p:stCondLst>
                              <p:cond delay="0"/>
                            </p:stCondLst>
                            <p:childTnLst>
                              <p:par>
                                <p:cTn id="12" presetID="19" presetClass="emph" presetSubtype="0" fill="hold" nodeType="clickEffect">
                                  <p:stCondLst>
                                    <p:cond delay="0"/>
                                  </p:stCondLst>
                                  <p:childTnLst>
                                    <p:animClr clrSpc="rgb" dir="cw">
                                      <p:cBhvr override="childStyle">
                                        <p:cTn id="13" dur="500" fill="hold"/>
                                        <p:tgtEl>
                                          <p:spTgt spid="18">
                                            <p:txEl>
                                              <p:pRg st="1" end="1"/>
                                            </p:txEl>
                                          </p:spTgt>
                                        </p:tgtEl>
                                        <p:attrNameLst>
                                          <p:attrName>style.color</p:attrName>
                                        </p:attrNameLst>
                                      </p:cBhvr>
                                      <p:to>
                                        <a:srgbClr val="000000"/>
                                      </p:to>
                                    </p:animClr>
                                    <p:animClr clrSpc="rgb" dir="cw">
                                      <p:cBhvr>
                                        <p:cTn id="14" dur="500" fill="hold"/>
                                        <p:tgtEl>
                                          <p:spTgt spid="18">
                                            <p:txEl>
                                              <p:pRg st="1" end="1"/>
                                            </p:txEl>
                                          </p:spTgt>
                                        </p:tgtEl>
                                        <p:attrNameLst>
                                          <p:attrName>fillcolor</p:attrName>
                                        </p:attrNameLst>
                                      </p:cBhvr>
                                      <p:to>
                                        <a:srgbClr val="000000"/>
                                      </p:to>
                                    </p:animClr>
                                    <p:set>
                                      <p:cBhvr>
                                        <p:cTn id="15" dur="500" fill="hold"/>
                                        <p:tgtEl>
                                          <p:spTgt spid="18">
                                            <p:txEl>
                                              <p:pRg st="1" end="1"/>
                                            </p:txEl>
                                          </p:spTgt>
                                        </p:tgtEl>
                                        <p:attrNameLst>
                                          <p:attrName>fill.type</p:attrName>
                                        </p:attrNameLst>
                                      </p:cBhvr>
                                      <p:to>
                                        <p:strVal val="solid"/>
                                      </p:to>
                                    </p:set>
                                    <p:set>
                                      <p:cBhvr>
                                        <p:cTn id="16" dur="500" fill="hold"/>
                                        <p:tgtEl>
                                          <p:spTgt spid="18">
                                            <p:txEl>
                                              <p:pRg st="1" end="1"/>
                                            </p:txEl>
                                          </p:spTgt>
                                        </p:tgtEl>
                                        <p:attrNameLst>
                                          <p:attrName>fill.on</p:attrName>
                                        </p:attrNameLst>
                                      </p:cBhvr>
                                      <p:to>
                                        <p:strVal val="true"/>
                                      </p:to>
                                    </p:set>
                                  </p:childTnLst>
                                </p:cTn>
                              </p:par>
                            </p:childTnLst>
                          </p:cTn>
                        </p:par>
                      </p:childTnLst>
                    </p:cTn>
                  </p:par>
                  <p:par>
                    <p:cTn id="17" fill="hold">
                      <p:stCondLst>
                        <p:cond delay="indefinite"/>
                      </p:stCondLst>
                      <p:childTnLst>
                        <p:par>
                          <p:cTn id="18" fill="hold">
                            <p:stCondLst>
                              <p:cond delay="0"/>
                            </p:stCondLst>
                            <p:childTnLst>
                              <p:par>
                                <p:cTn id="19" presetID="19" presetClass="emph" presetSubtype="0" fill="hold" nodeType="clickEffect">
                                  <p:stCondLst>
                                    <p:cond delay="0"/>
                                  </p:stCondLst>
                                  <p:childTnLst>
                                    <p:animClr clrSpc="rgb" dir="cw">
                                      <p:cBhvr override="childStyle">
                                        <p:cTn id="20" dur="500" fill="hold"/>
                                        <p:tgtEl>
                                          <p:spTgt spid="18">
                                            <p:txEl>
                                              <p:pRg st="2" end="2"/>
                                            </p:txEl>
                                          </p:spTgt>
                                        </p:tgtEl>
                                        <p:attrNameLst>
                                          <p:attrName>style.color</p:attrName>
                                        </p:attrNameLst>
                                      </p:cBhvr>
                                      <p:to>
                                        <a:srgbClr val="000000"/>
                                      </p:to>
                                    </p:animClr>
                                    <p:animClr clrSpc="rgb" dir="cw">
                                      <p:cBhvr>
                                        <p:cTn id="21" dur="500" fill="hold"/>
                                        <p:tgtEl>
                                          <p:spTgt spid="18">
                                            <p:txEl>
                                              <p:pRg st="2" end="2"/>
                                            </p:txEl>
                                          </p:spTgt>
                                        </p:tgtEl>
                                        <p:attrNameLst>
                                          <p:attrName>fillcolor</p:attrName>
                                        </p:attrNameLst>
                                      </p:cBhvr>
                                      <p:to>
                                        <a:srgbClr val="000000"/>
                                      </p:to>
                                    </p:animClr>
                                    <p:set>
                                      <p:cBhvr>
                                        <p:cTn id="22" dur="500" fill="hold"/>
                                        <p:tgtEl>
                                          <p:spTgt spid="18">
                                            <p:txEl>
                                              <p:pRg st="2" end="2"/>
                                            </p:txEl>
                                          </p:spTgt>
                                        </p:tgtEl>
                                        <p:attrNameLst>
                                          <p:attrName>fill.type</p:attrName>
                                        </p:attrNameLst>
                                      </p:cBhvr>
                                      <p:to>
                                        <p:strVal val="solid"/>
                                      </p:to>
                                    </p:set>
                                    <p:set>
                                      <p:cBhvr>
                                        <p:cTn id="23" dur="500" fill="hold"/>
                                        <p:tgtEl>
                                          <p:spTgt spid="18">
                                            <p:txEl>
                                              <p:pRg st="2" end="2"/>
                                            </p:txEl>
                                          </p:spTgt>
                                        </p:tgtEl>
                                        <p:attrNameLst>
                                          <p:attrName>fill.on</p:attrName>
                                        </p:attrNameLst>
                                      </p:cBhvr>
                                      <p:to>
                                        <p:strVal val="true"/>
                                      </p:to>
                                    </p:set>
                                  </p:childTnLst>
                                </p:cTn>
                              </p:par>
                            </p:childTnLst>
                          </p:cTn>
                        </p:par>
                      </p:childTnLst>
                    </p:cTn>
                  </p:par>
                  <p:par>
                    <p:cTn id="24" fill="hold">
                      <p:stCondLst>
                        <p:cond delay="indefinite"/>
                      </p:stCondLst>
                      <p:childTnLst>
                        <p:par>
                          <p:cTn id="25" fill="hold">
                            <p:stCondLst>
                              <p:cond delay="0"/>
                            </p:stCondLst>
                            <p:childTnLst>
                              <p:par>
                                <p:cTn id="26" presetID="19" presetClass="emph" presetSubtype="0" fill="hold" nodeType="clickEffect">
                                  <p:stCondLst>
                                    <p:cond delay="0"/>
                                  </p:stCondLst>
                                  <p:childTnLst>
                                    <p:animClr clrSpc="rgb" dir="cw">
                                      <p:cBhvr override="childStyle">
                                        <p:cTn id="27" dur="500" fill="hold"/>
                                        <p:tgtEl>
                                          <p:spTgt spid="18">
                                            <p:txEl>
                                              <p:pRg st="3" end="3"/>
                                            </p:txEl>
                                          </p:spTgt>
                                        </p:tgtEl>
                                        <p:attrNameLst>
                                          <p:attrName>style.color</p:attrName>
                                        </p:attrNameLst>
                                      </p:cBhvr>
                                      <p:to>
                                        <a:srgbClr val="000000"/>
                                      </p:to>
                                    </p:animClr>
                                    <p:animClr clrSpc="rgb" dir="cw">
                                      <p:cBhvr>
                                        <p:cTn id="28" dur="500" fill="hold"/>
                                        <p:tgtEl>
                                          <p:spTgt spid="18">
                                            <p:txEl>
                                              <p:pRg st="3" end="3"/>
                                            </p:txEl>
                                          </p:spTgt>
                                        </p:tgtEl>
                                        <p:attrNameLst>
                                          <p:attrName>fillcolor</p:attrName>
                                        </p:attrNameLst>
                                      </p:cBhvr>
                                      <p:to>
                                        <a:srgbClr val="000000"/>
                                      </p:to>
                                    </p:animClr>
                                    <p:set>
                                      <p:cBhvr>
                                        <p:cTn id="29" dur="500" fill="hold"/>
                                        <p:tgtEl>
                                          <p:spTgt spid="18">
                                            <p:txEl>
                                              <p:pRg st="3" end="3"/>
                                            </p:txEl>
                                          </p:spTgt>
                                        </p:tgtEl>
                                        <p:attrNameLst>
                                          <p:attrName>fill.type</p:attrName>
                                        </p:attrNameLst>
                                      </p:cBhvr>
                                      <p:to>
                                        <p:strVal val="solid"/>
                                      </p:to>
                                    </p:set>
                                    <p:set>
                                      <p:cBhvr>
                                        <p:cTn id="30" dur="500" fill="hold"/>
                                        <p:tgtEl>
                                          <p:spTgt spid="18">
                                            <p:txEl>
                                              <p:pRg st="3" end="3"/>
                                            </p:txEl>
                                          </p:spTgt>
                                        </p:tgtEl>
                                        <p:attrNameLst>
                                          <p:attrName>fill.on</p:attrName>
                                        </p:attrNameLst>
                                      </p:cBhvr>
                                      <p:to>
                                        <p:strVal val="true"/>
                                      </p:to>
                                    </p:set>
                                  </p:childTnLst>
                                </p:cTn>
                              </p:par>
                            </p:childTnLst>
                          </p:cTn>
                        </p:par>
                      </p:childTnLst>
                    </p:cTn>
                  </p:par>
                  <p:par>
                    <p:cTn id="31" fill="hold">
                      <p:stCondLst>
                        <p:cond delay="indefinite"/>
                      </p:stCondLst>
                      <p:childTnLst>
                        <p:par>
                          <p:cTn id="32" fill="hold">
                            <p:stCondLst>
                              <p:cond delay="0"/>
                            </p:stCondLst>
                            <p:childTnLst>
                              <p:par>
                                <p:cTn id="33" presetID="19" presetClass="emph" presetSubtype="0" fill="hold" nodeType="clickEffect">
                                  <p:stCondLst>
                                    <p:cond delay="0"/>
                                  </p:stCondLst>
                                  <p:childTnLst>
                                    <p:animClr clrSpc="rgb" dir="cw">
                                      <p:cBhvr override="childStyle">
                                        <p:cTn id="34" dur="500" fill="hold"/>
                                        <p:tgtEl>
                                          <p:spTgt spid="18">
                                            <p:txEl>
                                              <p:pRg st="4" end="4"/>
                                            </p:txEl>
                                          </p:spTgt>
                                        </p:tgtEl>
                                        <p:attrNameLst>
                                          <p:attrName>style.color</p:attrName>
                                        </p:attrNameLst>
                                      </p:cBhvr>
                                      <p:to>
                                        <a:srgbClr val="000000"/>
                                      </p:to>
                                    </p:animClr>
                                    <p:animClr clrSpc="rgb" dir="cw">
                                      <p:cBhvr>
                                        <p:cTn id="35" dur="500" fill="hold"/>
                                        <p:tgtEl>
                                          <p:spTgt spid="18">
                                            <p:txEl>
                                              <p:pRg st="4" end="4"/>
                                            </p:txEl>
                                          </p:spTgt>
                                        </p:tgtEl>
                                        <p:attrNameLst>
                                          <p:attrName>fillcolor</p:attrName>
                                        </p:attrNameLst>
                                      </p:cBhvr>
                                      <p:to>
                                        <a:srgbClr val="000000"/>
                                      </p:to>
                                    </p:animClr>
                                    <p:set>
                                      <p:cBhvr>
                                        <p:cTn id="36" dur="500" fill="hold"/>
                                        <p:tgtEl>
                                          <p:spTgt spid="18">
                                            <p:txEl>
                                              <p:pRg st="4" end="4"/>
                                            </p:txEl>
                                          </p:spTgt>
                                        </p:tgtEl>
                                        <p:attrNameLst>
                                          <p:attrName>fill.type</p:attrName>
                                        </p:attrNameLst>
                                      </p:cBhvr>
                                      <p:to>
                                        <p:strVal val="solid"/>
                                      </p:to>
                                    </p:set>
                                    <p:set>
                                      <p:cBhvr>
                                        <p:cTn id="37" dur="500" fill="hold"/>
                                        <p:tgtEl>
                                          <p:spTgt spid="18">
                                            <p:txEl>
                                              <p:pRg st="4" end="4"/>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08A8661F-1CDE-4F7E-AE93-7F9785FD6839}" type="slidenum">
              <a:rPr lang="en-US" smtClean="0"/>
              <a:pPr/>
              <a:t>32</a:t>
            </a:fld>
            <a:endParaRPr lang="en-US" dirty="0"/>
          </a:p>
        </p:txBody>
      </p:sp>
      <p:pic>
        <p:nvPicPr>
          <p:cNvPr id="39" name="Picture 38" descr="https://i.vimeocdn.com/portrait/10125853_300x300"/>
          <p:cNvPicPr>
            <a:picLocks noChangeAspect="1" noChangeArrowheads="1"/>
          </p:cNvPicPr>
          <p:nvPr/>
        </p:nvPicPr>
        <p:blipFill>
          <a:blip r:embed="rId3" cstate="print">
            <a:extLst>
              <a:ext uri="{BEBA8EAE-BF5A-486C-A8C5-ECC9F3942E4B}">
                <a14:imgProps xmlns="" xmlns:a14="http://schemas.microsoft.com/office/drawing/2010/main">
                  <a14:imgLayer r:embed="rId4">
                    <a14:imgEffect>
                      <a14:sharpenSoften amount="50000"/>
                    </a14:imgEffect>
                    <a14:imgEffect>
                      <a14:brightnessContrast contrast="-40000"/>
                    </a14:imgEffect>
                  </a14:imgLayer>
                </a14:imgProps>
              </a:ext>
              <a:ext uri="{28A0092B-C50C-407E-A947-70E740481C1C}">
                <a14:useLocalDpi xmlns="" xmlns:a14="http://schemas.microsoft.com/office/drawing/2010/main" val="0"/>
              </a:ext>
            </a:extLst>
          </a:blip>
          <a:srcRect/>
          <a:stretch>
            <a:fillRect/>
          </a:stretch>
        </p:blipFill>
        <p:spPr bwMode="auto">
          <a:xfrm>
            <a:off x="7602847" y="456159"/>
            <a:ext cx="1143000" cy="1143000"/>
          </a:xfrm>
          <a:prstGeom prst="rect">
            <a:avLst/>
          </a:prstGeom>
          <a:noFill/>
          <a:extLst>
            <a:ext uri="{909E8E84-426E-40DD-AFC4-6F175D3DCCD1}">
              <a14:hiddenFill xmlns="" xmlns:a14="http://schemas.microsoft.com/office/drawing/2010/main">
                <a:solidFill>
                  <a:srgbClr val="FFFFFF"/>
                </a:solidFill>
              </a14:hiddenFill>
            </a:ext>
          </a:extLst>
        </p:spPr>
      </p:pic>
      <p:grpSp>
        <p:nvGrpSpPr>
          <p:cNvPr id="40" name="Group 39"/>
          <p:cNvGrpSpPr/>
          <p:nvPr/>
        </p:nvGrpSpPr>
        <p:grpSpPr>
          <a:xfrm rot="10800000" flipV="1">
            <a:off x="857221" y="1405300"/>
            <a:ext cx="6037811" cy="45719"/>
            <a:chOff x="0" y="5791200"/>
            <a:chExt cx="8084345" cy="330200"/>
          </a:xfrm>
        </p:grpSpPr>
        <p:sp>
          <p:nvSpPr>
            <p:cNvPr id="41" name="Rectangle 40"/>
            <p:cNvSpPr/>
            <p:nvPr/>
          </p:nvSpPr>
          <p:spPr>
            <a:xfrm>
              <a:off x="0" y="5791200"/>
              <a:ext cx="1064261" cy="330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p:cNvSpPr/>
            <p:nvPr/>
          </p:nvSpPr>
          <p:spPr>
            <a:xfrm>
              <a:off x="1066800" y="5791200"/>
              <a:ext cx="997745" cy="3302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p:cNvSpPr/>
            <p:nvPr/>
          </p:nvSpPr>
          <p:spPr>
            <a:xfrm>
              <a:off x="2057400" y="5791200"/>
              <a:ext cx="997745" cy="3302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p:cNvSpPr/>
            <p:nvPr/>
          </p:nvSpPr>
          <p:spPr>
            <a:xfrm>
              <a:off x="3048000" y="5791200"/>
              <a:ext cx="997745" cy="3302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Rectangle 44"/>
            <p:cNvSpPr/>
            <p:nvPr/>
          </p:nvSpPr>
          <p:spPr>
            <a:xfrm>
              <a:off x="4038600" y="5791200"/>
              <a:ext cx="997745" cy="330200"/>
            </a:xfrm>
            <a:prstGeom prst="rect">
              <a:avLst/>
            </a:prstGeom>
            <a:solidFill>
              <a:srgbClr val="235F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p:cNvSpPr/>
            <p:nvPr/>
          </p:nvSpPr>
          <p:spPr>
            <a:xfrm>
              <a:off x="5029200" y="5791200"/>
              <a:ext cx="1122463" cy="33020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p:cNvSpPr/>
            <p:nvPr/>
          </p:nvSpPr>
          <p:spPr>
            <a:xfrm>
              <a:off x="6096000" y="5791200"/>
              <a:ext cx="997745" cy="3302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p:cNvSpPr/>
            <p:nvPr/>
          </p:nvSpPr>
          <p:spPr>
            <a:xfrm>
              <a:off x="7086600" y="5791200"/>
              <a:ext cx="997745" cy="330200"/>
            </a:xfrm>
            <a:prstGeom prst="rect">
              <a:avLst/>
            </a:prstGeom>
            <a:solidFill>
              <a:srgbClr val="5440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3" name="Rectangle 32"/>
          <p:cNvSpPr/>
          <p:nvPr/>
        </p:nvSpPr>
        <p:spPr>
          <a:xfrm>
            <a:off x="7373012" y="381000"/>
            <a:ext cx="1542388" cy="12633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a:off x="685801" y="1676400"/>
            <a:ext cx="8020022" cy="4201150"/>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US" altLang="en-US" sz="2000" dirty="0">
                <a:latin typeface="Candara" pitchFamily="34" charset="0"/>
                <a:cs typeface="Arial" pitchFamily="34" charset="0"/>
              </a:rPr>
              <a:t>Seven days after the partition, on 22 October 1905, a large Muslim meeting at Dacca appreciated the boon conferred on the people by the change.</a:t>
            </a:r>
          </a:p>
          <a:p>
            <a:pPr marL="342900" indent="-342900" algn="just">
              <a:lnSpc>
                <a:spcPct val="150000"/>
              </a:lnSpc>
              <a:buFont typeface="Arial" panose="020B0604020202020204" pitchFamily="34" charset="0"/>
              <a:buChar char="•"/>
            </a:pPr>
            <a:r>
              <a:rPr lang="en-US" altLang="en-US" sz="2000" dirty="0">
                <a:latin typeface="Candara" pitchFamily="34" charset="0"/>
                <a:cs typeface="Arial" pitchFamily="34" charset="0"/>
              </a:rPr>
              <a:t>Two days later, another huge gathering of Muslims offered thanks to the God for the partition and declared that under the new scheme,</a:t>
            </a:r>
          </a:p>
          <a:p>
            <a:pPr marL="800100" lvl="1" indent="-342900" algn="just">
              <a:lnSpc>
                <a:spcPct val="150000"/>
              </a:lnSpc>
              <a:buFont typeface="Wingdings" panose="05000000000000000000" pitchFamily="2" charset="2"/>
              <a:buChar char="§"/>
            </a:pPr>
            <a:r>
              <a:rPr lang="en-US" altLang="en-US" sz="2000" i="1" dirty="0">
                <a:latin typeface="Candara" pitchFamily="34" charset="0"/>
                <a:cs typeface="Arial" pitchFamily="34" charset="0"/>
              </a:rPr>
              <a:t>“…the Muslims would be spared many oppressions which they hitherto had to endure from the Hindus.”, the Hindu agitation against the partition was condemned. </a:t>
            </a:r>
          </a:p>
          <a:p>
            <a:pPr algn="r">
              <a:lnSpc>
                <a:spcPct val="150000"/>
              </a:lnSpc>
            </a:pPr>
            <a:r>
              <a:rPr lang="en-US" altLang="en-US" b="1" dirty="0">
                <a:latin typeface="Candara" pitchFamily="34" charset="0"/>
                <a:cs typeface="Arial" pitchFamily="34" charset="0"/>
              </a:rPr>
              <a:t>~ Manchester Guardian, 23 and 27 October, 1905</a:t>
            </a:r>
            <a:endParaRPr lang="en-US" altLang="en-US" sz="2000" dirty="0">
              <a:latin typeface="Candara" pitchFamily="34" charset="0"/>
              <a:cs typeface="Arial" pitchFamily="34" charset="0"/>
            </a:endParaRPr>
          </a:p>
        </p:txBody>
      </p:sp>
      <p:sp>
        <p:nvSpPr>
          <p:cNvPr id="16" name="TextBox 15"/>
          <p:cNvSpPr txBox="1"/>
          <p:nvPr/>
        </p:nvSpPr>
        <p:spPr>
          <a:xfrm>
            <a:off x="685801" y="735271"/>
            <a:ext cx="6324599" cy="584775"/>
          </a:xfrm>
          <a:prstGeom prst="rect">
            <a:avLst/>
          </a:prstGeom>
          <a:noFill/>
        </p:spPr>
        <p:txBody>
          <a:bodyPr wrap="square" rtlCol="0">
            <a:spAutoFit/>
          </a:bodyPr>
          <a:lstStyle/>
          <a:p>
            <a:r>
              <a:rPr lang="en-US" sz="3200" b="1" dirty="0">
                <a:solidFill>
                  <a:schemeClr val="tx2"/>
                </a:solidFill>
                <a:latin typeface="Candara" pitchFamily="34" charset="0"/>
                <a:cs typeface="Arial" pitchFamily="34" charset="0"/>
              </a:rPr>
              <a:t>Muslim Reaction</a:t>
            </a:r>
          </a:p>
        </p:txBody>
      </p:sp>
    </p:spTree>
    <p:extLst>
      <p:ext uri="{BB962C8B-B14F-4D97-AF65-F5344CB8AC3E}">
        <p14:creationId xmlns="" xmlns:p14="http://schemas.microsoft.com/office/powerpoint/2010/main" val="3261912843"/>
      </p:ext>
    </p:extLst>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18">
                                            <p:txEl>
                                              <p:pRg st="0" end="0"/>
                                            </p:txEl>
                                          </p:spTgt>
                                        </p:tgtEl>
                                        <p:attrNameLst>
                                          <p:attrName>style.color</p:attrName>
                                        </p:attrNameLst>
                                      </p:cBhvr>
                                      <p:to>
                                        <a:srgbClr val="000000"/>
                                      </p:to>
                                    </p:animClr>
                                    <p:animClr clrSpc="rgb" dir="cw">
                                      <p:cBhvr>
                                        <p:cTn id="7" dur="500" fill="hold"/>
                                        <p:tgtEl>
                                          <p:spTgt spid="18">
                                            <p:txEl>
                                              <p:pRg st="0" end="0"/>
                                            </p:txEl>
                                          </p:spTgt>
                                        </p:tgtEl>
                                        <p:attrNameLst>
                                          <p:attrName>fillcolor</p:attrName>
                                        </p:attrNameLst>
                                      </p:cBhvr>
                                      <p:to>
                                        <a:srgbClr val="000000"/>
                                      </p:to>
                                    </p:animClr>
                                    <p:set>
                                      <p:cBhvr>
                                        <p:cTn id="8" dur="500" fill="hold"/>
                                        <p:tgtEl>
                                          <p:spTgt spid="18">
                                            <p:txEl>
                                              <p:pRg st="0" end="0"/>
                                            </p:txEl>
                                          </p:spTgt>
                                        </p:tgtEl>
                                        <p:attrNameLst>
                                          <p:attrName>fill.type</p:attrName>
                                        </p:attrNameLst>
                                      </p:cBhvr>
                                      <p:to>
                                        <p:strVal val="solid"/>
                                      </p:to>
                                    </p:set>
                                    <p:set>
                                      <p:cBhvr>
                                        <p:cTn id="9" dur="500" fill="hold"/>
                                        <p:tgtEl>
                                          <p:spTgt spid="18">
                                            <p:txEl>
                                              <p:pRg st="0" end="0"/>
                                            </p:txEl>
                                          </p:spTgt>
                                        </p:tgtEl>
                                        <p:attrNameLst>
                                          <p:attrName>fill.on</p:attrName>
                                        </p:attrNameLst>
                                      </p:cBhvr>
                                      <p:to>
                                        <p:strVal val="true"/>
                                      </p:to>
                                    </p:set>
                                  </p:childTnLst>
                                </p:cTn>
                              </p:par>
                            </p:childTnLst>
                          </p:cTn>
                        </p:par>
                      </p:childTnLst>
                    </p:cTn>
                  </p:par>
                  <p:par>
                    <p:cTn id="10" fill="hold">
                      <p:stCondLst>
                        <p:cond delay="indefinite"/>
                      </p:stCondLst>
                      <p:childTnLst>
                        <p:par>
                          <p:cTn id="11" fill="hold">
                            <p:stCondLst>
                              <p:cond delay="0"/>
                            </p:stCondLst>
                            <p:childTnLst>
                              <p:par>
                                <p:cTn id="12" presetID="19" presetClass="emph" presetSubtype="0" fill="hold" nodeType="clickEffect">
                                  <p:stCondLst>
                                    <p:cond delay="0"/>
                                  </p:stCondLst>
                                  <p:childTnLst>
                                    <p:animClr clrSpc="rgb" dir="cw">
                                      <p:cBhvr override="childStyle">
                                        <p:cTn id="13" dur="500" fill="hold"/>
                                        <p:tgtEl>
                                          <p:spTgt spid="18">
                                            <p:txEl>
                                              <p:pRg st="1" end="1"/>
                                            </p:txEl>
                                          </p:spTgt>
                                        </p:tgtEl>
                                        <p:attrNameLst>
                                          <p:attrName>style.color</p:attrName>
                                        </p:attrNameLst>
                                      </p:cBhvr>
                                      <p:to>
                                        <a:srgbClr val="000000"/>
                                      </p:to>
                                    </p:animClr>
                                    <p:animClr clrSpc="rgb" dir="cw">
                                      <p:cBhvr>
                                        <p:cTn id="14" dur="500" fill="hold"/>
                                        <p:tgtEl>
                                          <p:spTgt spid="18">
                                            <p:txEl>
                                              <p:pRg st="1" end="1"/>
                                            </p:txEl>
                                          </p:spTgt>
                                        </p:tgtEl>
                                        <p:attrNameLst>
                                          <p:attrName>fillcolor</p:attrName>
                                        </p:attrNameLst>
                                      </p:cBhvr>
                                      <p:to>
                                        <a:srgbClr val="000000"/>
                                      </p:to>
                                    </p:animClr>
                                    <p:set>
                                      <p:cBhvr>
                                        <p:cTn id="15" dur="500" fill="hold"/>
                                        <p:tgtEl>
                                          <p:spTgt spid="18">
                                            <p:txEl>
                                              <p:pRg st="1" end="1"/>
                                            </p:txEl>
                                          </p:spTgt>
                                        </p:tgtEl>
                                        <p:attrNameLst>
                                          <p:attrName>fill.type</p:attrName>
                                        </p:attrNameLst>
                                      </p:cBhvr>
                                      <p:to>
                                        <p:strVal val="solid"/>
                                      </p:to>
                                    </p:set>
                                    <p:set>
                                      <p:cBhvr>
                                        <p:cTn id="16" dur="500" fill="hold"/>
                                        <p:tgtEl>
                                          <p:spTgt spid="18">
                                            <p:txEl>
                                              <p:pRg st="1" end="1"/>
                                            </p:txEl>
                                          </p:spTgt>
                                        </p:tgtEl>
                                        <p:attrNameLst>
                                          <p:attrName>fill.on</p:attrName>
                                        </p:attrNameLst>
                                      </p:cBhvr>
                                      <p:to>
                                        <p:strVal val="true"/>
                                      </p:to>
                                    </p:set>
                                  </p:childTnLst>
                                </p:cTn>
                              </p:par>
                            </p:childTnLst>
                          </p:cTn>
                        </p:par>
                      </p:childTnLst>
                    </p:cTn>
                  </p:par>
                  <p:par>
                    <p:cTn id="17" fill="hold">
                      <p:stCondLst>
                        <p:cond delay="indefinite"/>
                      </p:stCondLst>
                      <p:childTnLst>
                        <p:par>
                          <p:cTn id="18" fill="hold">
                            <p:stCondLst>
                              <p:cond delay="0"/>
                            </p:stCondLst>
                            <p:childTnLst>
                              <p:par>
                                <p:cTn id="19" presetID="19" presetClass="emph" presetSubtype="0" fill="hold" nodeType="clickEffect">
                                  <p:stCondLst>
                                    <p:cond delay="0"/>
                                  </p:stCondLst>
                                  <p:childTnLst>
                                    <p:animClr clrSpc="rgb" dir="cw">
                                      <p:cBhvr override="childStyle">
                                        <p:cTn id="20" dur="500" fill="hold"/>
                                        <p:tgtEl>
                                          <p:spTgt spid="18">
                                            <p:txEl>
                                              <p:pRg st="2" end="2"/>
                                            </p:txEl>
                                          </p:spTgt>
                                        </p:tgtEl>
                                        <p:attrNameLst>
                                          <p:attrName>style.color</p:attrName>
                                        </p:attrNameLst>
                                      </p:cBhvr>
                                      <p:to>
                                        <a:srgbClr val="FF0000"/>
                                      </p:to>
                                    </p:animClr>
                                    <p:animClr clrSpc="rgb" dir="cw">
                                      <p:cBhvr>
                                        <p:cTn id="21" dur="500" fill="hold"/>
                                        <p:tgtEl>
                                          <p:spTgt spid="18">
                                            <p:txEl>
                                              <p:pRg st="2" end="2"/>
                                            </p:txEl>
                                          </p:spTgt>
                                        </p:tgtEl>
                                        <p:attrNameLst>
                                          <p:attrName>fillcolor</p:attrName>
                                        </p:attrNameLst>
                                      </p:cBhvr>
                                      <p:to>
                                        <a:srgbClr val="FF0000"/>
                                      </p:to>
                                    </p:animClr>
                                    <p:set>
                                      <p:cBhvr>
                                        <p:cTn id="22" dur="500" fill="hold"/>
                                        <p:tgtEl>
                                          <p:spTgt spid="18">
                                            <p:txEl>
                                              <p:pRg st="2" end="2"/>
                                            </p:txEl>
                                          </p:spTgt>
                                        </p:tgtEl>
                                        <p:attrNameLst>
                                          <p:attrName>fill.type</p:attrName>
                                        </p:attrNameLst>
                                      </p:cBhvr>
                                      <p:to>
                                        <p:strVal val="solid"/>
                                      </p:to>
                                    </p:set>
                                    <p:set>
                                      <p:cBhvr>
                                        <p:cTn id="23" dur="500" fill="hold"/>
                                        <p:tgtEl>
                                          <p:spTgt spid="18">
                                            <p:txEl>
                                              <p:pRg st="2" end="2"/>
                                            </p:txEl>
                                          </p:spTgt>
                                        </p:tgtEl>
                                        <p:attrNameLst>
                                          <p:attrName>fill.on</p:attrName>
                                        </p:attrNameLst>
                                      </p:cBhvr>
                                      <p:to>
                                        <p:strVal val="true"/>
                                      </p:to>
                                    </p:set>
                                  </p:childTnLst>
                                </p:cTn>
                              </p:par>
                            </p:childTnLst>
                          </p:cTn>
                        </p:par>
                      </p:childTnLst>
                    </p:cTn>
                  </p:par>
                  <p:par>
                    <p:cTn id="24" fill="hold">
                      <p:stCondLst>
                        <p:cond delay="indefinite"/>
                      </p:stCondLst>
                      <p:childTnLst>
                        <p:par>
                          <p:cTn id="25" fill="hold">
                            <p:stCondLst>
                              <p:cond delay="0"/>
                            </p:stCondLst>
                            <p:childTnLst>
                              <p:par>
                                <p:cTn id="26" presetID="19" presetClass="emph" presetSubtype="0" fill="hold" nodeType="clickEffect">
                                  <p:stCondLst>
                                    <p:cond delay="0"/>
                                  </p:stCondLst>
                                  <p:childTnLst>
                                    <p:animClr clrSpc="rgb" dir="cw">
                                      <p:cBhvr override="childStyle">
                                        <p:cTn id="27" dur="500" fill="hold"/>
                                        <p:tgtEl>
                                          <p:spTgt spid="18">
                                            <p:txEl>
                                              <p:pRg st="3" end="3"/>
                                            </p:txEl>
                                          </p:spTgt>
                                        </p:tgtEl>
                                        <p:attrNameLst>
                                          <p:attrName>style.color</p:attrName>
                                        </p:attrNameLst>
                                      </p:cBhvr>
                                      <p:to>
                                        <a:srgbClr val="000000"/>
                                      </p:to>
                                    </p:animClr>
                                    <p:animClr clrSpc="rgb" dir="cw">
                                      <p:cBhvr>
                                        <p:cTn id="28" dur="500" fill="hold"/>
                                        <p:tgtEl>
                                          <p:spTgt spid="18">
                                            <p:txEl>
                                              <p:pRg st="3" end="3"/>
                                            </p:txEl>
                                          </p:spTgt>
                                        </p:tgtEl>
                                        <p:attrNameLst>
                                          <p:attrName>fillcolor</p:attrName>
                                        </p:attrNameLst>
                                      </p:cBhvr>
                                      <p:to>
                                        <a:srgbClr val="000000"/>
                                      </p:to>
                                    </p:animClr>
                                    <p:set>
                                      <p:cBhvr>
                                        <p:cTn id="29" dur="500" fill="hold"/>
                                        <p:tgtEl>
                                          <p:spTgt spid="18">
                                            <p:txEl>
                                              <p:pRg st="3" end="3"/>
                                            </p:txEl>
                                          </p:spTgt>
                                        </p:tgtEl>
                                        <p:attrNameLst>
                                          <p:attrName>fill.type</p:attrName>
                                        </p:attrNameLst>
                                      </p:cBhvr>
                                      <p:to>
                                        <p:strVal val="solid"/>
                                      </p:to>
                                    </p:set>
                                    <p:set>
                                      <p:cBhvr>
                                        <p:cTn id="30" dur="500" fill="hold"/>
                                        <p:tgtEl>
                                          <p:spTgt spid="18">
                                            <p:txEl>
                                              <p:pRg st="3" end="3"/>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08A8661F-1CDE-4F7E-AE93-7F9785FD6839}" type="slidenum">
              <a:rPr lang="en-US" smtClean="0"/>
              <a:pPr/>
              <a:t>33</a:t>
            </a:fld>
            <a:endParaRPr lang="en-US" dirty="0"/>
          </a:p>
        </p:txBody>
      </p:sp>
      <p:pic>
        <p:nvPicPr>
          <p:cNvPr id="39" name="Picture 38" descr="https://i.vimeocdn.com/portrait/10125853_300x300"/>
          <p:cNvPicPr>
            <a:picLocks noChangeAspect="1" noChangeArrowheads="1"/>
          </p:cNvPicPr>
          <p:nvPr/>
        </p:nvPicPr>
        <p:blipFill>
          <a:blip r:embed="rId3" cstate="print">
            <a:extLst>
              <a:ext uri="{BEBA8EAE-BF5A-486C-A8C5-ECC9F3942E4B}">
                <a14:imgProps xmlns="" xmlns:a14="http://schemas.microsoft.com/office/drawing/2010/main">
                  <a14:imgLayer r:embed="rId4">
                    <a14:imgEffect>
                      <a14:sharpenSoften amount="50000"/>
                    </a14:imgEffect>
                    <a14:imgEffect>
                      <a14:brightnessContrast contrast="-40000"/>
                    </a14:imgEffect>
                  </a14:imgLayer>
                </a14:imgProps>
              </a:ext>
              <a:ext uri="{28A0092B-C50C-407E-A947-70E740481C1C}">
                <a14:useLocalDpi xmlns="" xmlns:a14="http://schemas.microsoft.com/office/drawing/2010/main" val="0"/>
              </a:ext>
            </a:extLst>
          </a:blip>
          <a:srcRect/>
          <a:stretch>
            <a:fillRect/>
          </a:stretch>
        </p:blipFill>
        <p:spPr bwMode="auto">
          <a:xfrm>
            <a:off x="7602847" y="456159"/>
            <a:ext cx="1143000" cy="1143000"/>
          </a:xfrm>
          <a:prstGeom prst="rect">
            <a:avLst/>
          </a:prstGeom>
          <a:noFill/>
          <a:extLst>
            <a:ext uri="{909E8E84-426E-40DD-AFC4-6F175D3DCCD1}">
              <a14:hiddenFill xmlns="" xmlns:a14="http://schemas.microsoft.com/office/drawing/2010/main">
                <a:solidFill>
                  <a:srgbClr val="FFFFFF"/>
                </a:solidFill>
              </a14:hiddenFill>
            </a:ext>
          </a:extLst>
        </p:spPr>
      </p:pic>
      <p:grpSp>
        <p:nvGrpSpPr>
          <p:cNvPr id="40" name="Group 39"/>
          <p:cNvGrpSpPr/>
          <p:nvPr/>
        </p:nvGrpSpPr>
        <p:grpSpPr>
          <a:xfrm rot="10800000" flipV="1">
            <a:off x="857221" y="1405300"/>
            <a:ext cx="6037811" cy="45719"/>
            <a:chOff x="0" y="5791200"/>
            <a:chExt cx="8084345" cy="330200"/>
          </a:xfrm>
        </p:grpSpPr>
        <p:sp>
          <p:nvSpPr>
            <p:cNvPr id="41" name="Rectangle 40"/>
            <p:cNvSpPr/>
            <p:nvPr/>
          </p:nvSpPr>
          <p:spPr>
            <a:xfrm>
              <a:off x="0" y="5791200"/>
              <a:ext cx="1064261" cy="330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p:cNvSpPr/>
            <p:nvPr/>
          </p:nvSpPr>
          <p:spPr>
            <a:xfrm>
              <a:off x="1066800" y="5791200"/>
              <a:ext cx="997745" cy="3302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p:cNvSpPr/>
            <p:nvPr/>
          </p:nvSpPr>
          <p:spPr>
            <a:xfrm>
              <a:off x="2057400" y="5791200"/>
              <a:ext cx="997745" cy="3302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p:cNvSpPr/>
            <p:nvPr/>
          </p:nvSpPr>
          <p:spPr>
            <a:xfrm>
              <a:off x="3048000" y="5791200"/>
              <a:ext cx="997745" cy="3302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Rectangle 44"/>
            <p:cNvSpPr/>
            <p:nvPr/>
          </p:nvSpPr>
          <p:spPr>
            <a:xfrm>
              <a:off x="4038600" y="5791200"/>
              <a:ext cx="997745" cy="330200"/>
            </a:xfrm>
            <a:prstGeom prst="rect">
              <a:avLst/>
            </a:prstGeom>
            <a:solidFill>
              <a:srgbClr val="235F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p:cNvSpPr/>
            <p:nvPr/>
          </p:nvSpPr>
          <p:spPr>
            <a:xfrm>
              <a:off x="5029200" y="5791200"/>
              <a:ext cx="1122463" cy="33020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p:cNvSpPr/>
            <p:nvPr/>
          </p:nvSpPr>
          <p:spPr>
            <a:xfrm>
              <a:off x="6096000" y="5791200"/>
              <a:ext cx="997745" cy="3302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p:cNvSpPr/>
            <p:nvPr/>
          </p:nvSpPr>
          <p:spPr>
            <a:xfrm>
              <a:off x="7086600" y="5791200"/>
              <a:ext cx="997745" cy="330200"/>
            </a:xfrm>
            <a:prstGeom prst="rect">
              <a:avLst/>
            </a:prstGeom>
            <a:solidFill>
              <a:srgbClr val="5440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3" name="Rectangle 32"/>
          <p:cNvSpPr/>
          <p:nvPr/>
        </p:nvSpPr>
        <p:spPr>
          <a:xfrm>
            <a:off x="7373012" y="381000"/>
            <a:ext cx="1542388" cy="12633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a:off x="685801" y="1676400"/>
            <a:ext cx="8020022" cy="4708981"/>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US" altLang="en-US" sz="2000" dirty="0">
                <a:latin typeface="Candara" pitchFamily="34" charset="0"/>
                <a:cs typeface="Arial" pitchFamily="34" charset="0"/>
              </a:rPr>
              <a:t>In 1911,  East and West Bengal were reunited.</a:t>
            </a:r>
          </a:p>
          <a:p>
            <a:pPr marL="342900" indent="-342900" algn="just">
              <a:lnSpc>
                <a:spcPct val="150000"/>
              </a:lnSpc>
              <a:buFont typeface="Arial" panose="020B0604020202020204" pitchFamily="34" charset="0"/>
              <a:buChar char="•"/>
            </a:pPr>
            <a:r>
              <a:rPr lang="en-US" altLang="en-US" sz="2000" dirty="0">
                <a:latin typeface="Candara" pitchFamily="34" charset="0"/>
                <a:cs typeface="Arial" pitchFamily="34" charset="0"/>
              </a:rPr>
              <a:t>The aim was to combine appeasement of Bengali sentiment with administrative convenience. </a:t>
            </a:r>
          </a:p>
          <a:p>
            <a:pPr marL="342900" indent="-342900" algn="just">
              <a:lnSpc>
                <a:spcPct val="150000"/>
              </a:lnSpc>
              <a:buFont typeface="Arial" panose="020B0604020202020204" pitchFamily="34" charset="0"/>
              <a:buChar char="•"/>
            </a:pPr>
            <a:r>
              <a:rPr lang="en-US" altLang="en-US" sz="2000" dirty="0">
                <a:latin typeface="Candara" pitchFamily="34" charset="0"/>
                <a:cs typeface="Arial" pitchFamily="34" charset="0"/>
              </a:rPr>
              <a:t>This end was achieved for a time but the Bengali Muslims, having benefitted from partition, were angry and disappointed.</a:t>
            </a:r>
          </a:p>
          <a:p>
            <a:pPr marL="342900" indent="-342900" algn="just">
              <a:lnSpc>
                <a:spcPct val="150000"/>
              </a:lnSpc>
              <a:buFont typeface="Arial" panose="020B0604020202020204" pitchFamily="34" charset="0"/>
              <a:buChar char="•"/>
            </a:pPr>
            <a:r>
              <a:rPr lang="en-US" altLang="en-US" sz="2000" dirty="0">
                <a:latin typeface="Candara" pitchFamily="34" charset="0"/>
                <a:cs typeface="Arial" pitchFamily="34" charset="0"/>
              </a:rPr>
              <a:t>This resentment remained throughout the rest of the British period.</a:t>
            </a:r>
          </a:p>
          <a:p>
            <a:pPr marL="342900" indent="-342900" algn="just">
              <a:lnSpc>
                <a:spcPct val="150000"/>
              </a:lnSpc>
              <a:buFont typeface="Arial" panose="020B0604020202020204" pitchFamily="34" charset="0"/>
              <a:buChar char="•"/>
            </a:pPr>
            <a:r>
              <a:rPr lang="en-US" altLang="en-US" sz="2000" dirty="0">
                <a:latin typeface="Candara" pitchFamily="34" charset="0"/>
                <a:cs typeface="Arial" pitchFamily="34" charset="0"/>
              </a:rPr>
              <a:t>The final division of Bengal was done at the partitioning of the subcontinent in 1947, which divided Bengal into India in the West and East Pakistan (later Bangladesh) in the East. It was also accompanied by intense violence.</a:t>
            </a:r>
          </a:p>
        </p:txBody>
      </p:sp>
      <p:sp>
        <p:nvSpPr>
          <p:cNvPr id="16" name="TextBox 15"/>
          <p:cNvSpPr txBox="1"/>
          <p:nvPr/>
        </p:nvSpPr>
        <p:spPr>
          <a:xfrm>
            <a:off x="609600" y="735271"/>
            <a:ext cx="6687211" cy="584775"/>
          </a:xfrm>
          <a:prstGeom prst="rect">
            <a:avLst/>
          </a:prstGeom>
          <a:noFill/>
        </p:spPr>
        <p:txBody>
          <a:bodyPr wrap="square" rtlCol="0">
            <a:spAutoFit/>
          </a:bodyPr>
          <a:lstStyle/>
          <a:p>
            <a:r>
              <a:rPr lang="en-US" altLang="en-US" sz="3200" b="1" dirty="0">
                <a:solidFill>
                  <a:schemeClr val="tx2"/>
                </a:solidFill>
                <a:latin typeface="Candara" pitchFamily="34" charset="0"/>
                <a:cs typeface="Arial" pitchFamily="34" charset="0"/>
              </a:rPr>
              <a:t>Annulment of the Partition of Bengal</a:t>
            </a:r>
            <a:endParaRPr lang="en-US" sz="3200" b="1" dirty="0">
              <a:solidFill>
                <a:schemeClr val="tx2"/>
              </a:solidFill>
              <a:latin typeface="Candara" pitchFamily="34" charset="0"/>
              <a:cs typeface="Arial" pitchFamily="34" charset="0"/>
            </a:endParaRPr>
          </a:p>
        </p:txBody>
      </p:sp>
    </p:spTree>
    <p:extLst>
      <p:ext uri="{BB962C8B-B14F-4D97-AF65-F5344CB8AC3E}">
        <p14:creationId xmlns="" xmlns:p14="http://schemas.microsoft.com/office/powerpoint/2010/main" val="291735533"/>
      </p:ext>
    </p:extLst>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18">
                                            <p:txEl>
                                              <p:pRg st="0" end="0"/>
                                            </p:txEl>
                                          </p:spTgt>
                                        </p:tgtEl>
                                        <p:attrNameLst>
                                          <p:attrName>style.color</p:attrName>
                                        </p:attrNameLst>
                                      </p:cBhvr>
                                      <p:to>
                                        <a:srgbClr val="000000"/>
                                      </p:to>
                                    </p:animClr>
                                    <p:animClr clrSpc="rgb" dir="cw">
                                      <p:cBhvr>
                                        <p:cTn id="7" dur="500" fill="hold"/>
                                        <p:tgtEl>
                                          <p:spTgt spid="18">
                                            <p:txEl>
                                              <p:pRg st="0" end="0"/>
                                            </p:txEl>
                                          </p:spTgt>
                                        </p:tgtEl>
                                        <p:attrNameLst>
                                          <p:attrName>fillcolor</p:attrName>
                                        </p:attrNameLst>
                                      </p:cBhvr>
                                      <p:to>
                                        <a:srgbClr val="000000"/>
                                      </p:to>
                                    </p:animClr>
                                    <p:set>
                                      <p:cBhvr>
                                        <p:cTn id="8" dur="500" fill="hold"/>
                                        <p:tgtEl>
                                          <p:spTgt spid="18">
                                            <p:txEl>
                                              <p:pRg st="0" end="0"/>
                                            </p:txEl>
                                          </p:spTgt>
                                        </p:tgtEl>
                                        <p:attrNameLst>
                                          <p:attrName>fill.type</p:attrName>
                                        </p:attrNameLst>
                                      </p:cBhvr>
                                      <p:to>
                                        <p:strVal val="solid"/>
                                      </p:to>
                                    </p:set>
                                    <p:set>
                                      <p:cBhvr>
                                        <p:cTn id="9" dur="500" fill="hold"/>
                                        <p:tgtEl>
                                          <p:spTgt spid="18">
                                            <p:txEl>
                                              <p:pRg st="0" end="0"/>
                                            </p:txEl>
                                          </p:spTgt>
                                        </p:tgtEl>
                                        <p:attrNameLst>
                                          <p:attrName>fill.on</p:attrName>
                                        </p:attrNameLst>
                                      </p:cBhvr>
                                      <p:to>
                                        <p:strVal val="true"/>
                                      </p:to>
                                    </p:set>
                                  </p:childTnLst>
                                </p:cTn>
                              </p:par>
                            </p:childTnLst>
                          </p:cTn>
                        </p:par>
                      </p:childTnLst>
                    </p:cTn>
                  </p:par>
                  <p:par>
                    <p:cTn id="10" fill="hold">
                      <p:stCondLst>
                        <p:cond delay="indefinite"/>
                      </p:stCondLst>
                      <p:childTnLst>
                        <p:par>
                          <p:cTn id="11" fill="hold">
                            <p:stCondLst>
                              <p:cond delay="0"/>
                            </p:stCondLst>
                            <p:childTnLst>
                              <p:par>
                                <p:cTn id="12" presetID="19" presetClass="emph" presetSubtype="0" fill="hold" nodeType="clickEffect">
                                  <p:stCondLst>
                                    <p:cond delay="0"/>
                                  </p:stCondLst>
                                  <p:childTnLst>
                                    <p:animClr clrSpc="rgb" dir="cw">
                                      <p:cBhvr override="childStyle">
                                        <p:cTn id="13" dur="500" fill="hold"/>
                                        <p:tgtEl>
                                          <p:spTgt spid="18">
                                            <p:txEl>
                                              <p:pRg st="1" end="1"/>
                                            </p:txEl>
                                          </p:spTgt>
                                        </p:tgtEl>
                                        <p:attrNameLst>
                                          <p:attrName>style.color</p:attrName>
                                        </p:attrNameLst>
                                      </p:cBhvr>
                                      <p:to>
                                        <a:srgbClr val="000000"/>
                                      </p:to>
                                    </p:animClr>
                                    <p:animClr clrSpc="rgb" dir="cw">
                                      <p:cBhvr>
                                        <p:cTn id="14" dur="500" fill="hold"/>
                                        <p:tgtEl>
                                          <p:spTgt spid="18">
                                            <p:txEl>
                                              <p:pRg st="1" end="1"/>
                                            </p:txEl>
                                          </p:spTgt>
                                        </p:tgtEl>
                                        <p:attrNameLst>
                                          <p:attrName>fillcolor</p:attrName>
                                        </p:attrNameLst>
                                      </p:cBhvr>
                                      <p:to>
                                        <a:srgbClr val="000000"/>
                                      </p:to>
                                    </p:animClr>
                                    <p:set>
                                      <p:cBhvr>
                                        <p:cTn id="15" dur="500" fill="hold"/>
                                        <p:tgtEl>
                                          <p:spTgt spid="18">
                                            <p:txEl>
                                              <p:pRg st="1" end="1"/>
                                            </p:txEl>
                                          </p:spTgt>
                                        </p:tgtEl>
                                        <p:attrNameLst>
                                          <p:attrName>fill.type</p:attrName>
                                        </p:attrNameLst>
                                      </p:cBhvr>
                                      <p:to>
                                        <p:strVal val="solid"/>
                                      </p:to>
                                    </p:set>
                                    <p:set>
                                      <p:cBhvr>
                                        <p:cTn id="16" dur="500" fill="hold"/>
                                        <p:tgtEl>
                                          <p:spTgt spid="18">
                                            <p:txEl>
                                              <p:pRg st="1" end="1"/>
                                            </p:txEl>
                                          </p:spTgt>
                                        </p:tgtEl>
                                        <p:attrNameLst>
                                          <p:attrName>fill.on</p:attrName>
                                        </p:attrNameLst>
                                      </p:cBhvr>
                                      <p:to>
                                        <p:strVal val="true"/>
                                      </p:to>
                                    </p:set>
                                  </p:childTnLst>
                                </p:cTn>
                              </p:par>
                            </p:childTnLst>
                          </p:cTn>
                        </p:par>
                      </p:childTnLst>
                    </p:cTn>
                  </p:par>
                  <p:par>
                    <p:cTn id="17" fill="hold">
                      <p:stCondLst>
                        <p:cond delay="indefinite"/>
                      </p:stCondLst>
                      <p:childTnLst>
                        <p:par>
                          <p:cTn id="18" fill="hold">
                            <p:stCondLst>
                              <p:cond delay="0"/>
                            </p:stCondLst>
                            <p:childTnLst>
                              <p:par>
                                <p:cTn id="19" presetID="19" presetClass="emph" presetSubtype="0" fill="hold" nodeType="clickEffect">
                                  <p:stCondLst>
                                    <p:cond delay="0"/>
                                  </p:stCondLst>
                                  <p:childTnLst>
                                    <p:animClr clrSpc="rgb" dir="cw">
                                      <p:cBhvr override="childStyle">
                                        <p:cTn id="20" dur="500" fill="hold"/>
                                        <p:tgtEl>
                                          <p:spTgt spid="18">
                                            <p:txEl>
                                              <p:pRg st="2" end="2"/>
                                            </p:txEl>
                                          </p:spTgt>
                                        </p:tgtEl>
                                        <p:attrNameLst>
                                          <p:attrName>style.color</p:attrName>
                                        </p:attrNameLst>
                                      </p:cBhvr>
                                      <p:to>
                                        <a:srgbClr val="000000"/>
                                      </p:to>
                                    </p:animClr>
                                    <p:animClr clrSpc="rgb" dir="cw">
                                      <p:cBhvr>
                                        <p:cTn id="21" dur="500" fill="hold"/>
                                        <p:tgtEl>
                                          <p:spTgt spid="18">
                                            <p:txEl>
                                              <p:pRg st="2" end="2"/>
                                            </p:txEl>
                                          </p:spTgt>
                                        </p:tgtEl>
                                        <p:attrNameLst>
                                          <p:attrName>fillcolor</p:attrName>
                                        </p:attrNameLst>
                                      </p:cBhvr>
                                      <p:to>
                                        <a:srgbClr val="000000"/>
                                      </p:to>
                                    </p:animClr>
                                    <p:set>
                                      <p:cBhvr>
                                        <p:cTn id="22" dur="500" fill="hold"/>
                                        <p:tgtEl>
                                          <p:spTgt spid="18">
                                            <p:txEl>
                                              <p:pRg st="2" end="2"/>
                                            </p:txEl>
                                          </p:spTgt>
                                        </p:tgtEl>
                                        <p:attrNameLst>
                                          <p:attrName>fill.type</p:attrName>
                                        </p:attrNameLst>
                                      </p:cBhvr>
                                      <p:to>
                                        <p:strVal val="solid"/>
                                      </p:to>
                                    </p:set>
                                    <p:set>
                                      <p:cBhvr>
                                        <p:cTn id="23" dur="500" fill="hold"/>
                                        <p:tgtEl>
                                          <p:spTgt spid="18">
                                            <p:txEl>
                                              <p:pRg st="2" end="2"/>
                                            </p:txEl>
                                          </p:spTgt>
                                        </p:tgtEl>
                                        <p:attrNameLst>
                                          <p:attrName>fill.on</p:attrName>
                                        </p:attrNameLst>
                                      </p:cBhvr>
                                      <p:to>
                                        <p:strVal val="true"/>
                                      </p:to>
                                    </p:set>
                                  </p:childTnLst>
                                </p:cTn>
                              </p:par>
                            </p:childTnLst>
                          </p:cTn>
                        </p:par>
                      </p:childTnLst>
                    </p:cTn>
                  </p:par>
                  <p:par>
                    <p:cTn id="24" fill="hold">
                      <p:stCondLst>
                        <p:cond delay="indefinite"/>
                      </p:stCondLst>
                      <p:childTnLst>
                        <p:par>
                          <p:cTn id="25" fill="hold">
                            <p:stCondLst>
                              <p:cond delay="0"/>
                            </p:stCondLst>
                            <p:childTnLst>
                              <p:par>
                                <p:cTn id="26" presetID="19" presetClass="emph" presetSubtype="0" fill="hold" nodeType="clickEffect">
                                  <p:stCondLst>
                                    <p:cond delay="0"/>
                                  </p:stCondLst>
                                  <p:childTnLst>
                                    <p:animClr clrSpc="rgb" dir="cw">
                                      <p:cBhvr override="childStyle">
                                        <p:cTn id="27" dur="500" fill="hold"/>
                                        <p:tgtEl>
                                          <p:spTgt spid="18">
                                            <p:txEl>
                                              <p:pRg st="3" end="3"/>
                                            </p:txEl>
                                          </p:spTgt>
                                        </p:tgtEl>
                                        <p:attrNameLst>
                                          <p:attrName>style.color</p:attrName>
                                        </p:attrNameLst>
                                      </p:cBhvr>
                                      <p:to>
                                        <a:srgbClr val="000000"/>
                                      </p:to>
                                    </p:animClr>
                                    <p:animClr clrSpc="rgb" dir="cw">
                                      <p:cBhvr>
                                        <p:cTn id="28" dur="500" fill="hold"/>
                                        <p:tgtEl>
                                          <p:spTgt spid="18">
                                            <p:txEl>
                                              <p:pRg st="3" end="3"/>
                                            </p:txEl>
                                          </p:spTgt>
                                        </p:tgtEl>
                                        <p:attrNameLst>
                                          <p:attrName>fillcolor</p:attrName>
                                        </p:attrNameLst>
                                      </p:cBhvr>
                                      <p:to>
                                        <a:srgbClr val="000000"/>
                                      </p:to>
                                    </p:animClr>
                                    <p:set>
                                      <p:cBhvr>
                                        <p:cTn id="29" dur="500" fill="hold"/>
                                        <p:tgtEl>
                                          <p:spTgt spid="18">
                                            <p:txEl>
                                              <p:pRg st="3" end="3"/>
                                            </p:txEl>
                                          </p:spTgt>
                                        </p:tgtEl>
                                        <p:attrNameLst>
                                          <p:attrName>fill.type</p:attrName>
                                        </p:attrNameLst>
                                      </p:cBhvr>
                                      <p:to>
                                        <p:strVal val="solid"/>
                                      </p:to>
                                    </p:set>
                                    <p:set>
                                      <p:cBhvr>
                                        <p:cTn id="30" dur="500" fill="hold"/>
                                        <p:tgtEl>
                                          <p:spTgt spid="18">
                                            <p:txEl>
                                              <p:pRg st="3" end="3"/>
                                            </p:txEl>
                                          </p:spTgt>
                                        </p:tgtEl>
                                        <p:attrNameLst>
                                          <p:attrName>fill.on</p:attrName>
                                        </p:attrNameLst>
                                      </p:cBhvr>
                                      <p:to>
                                        <p:strVal val="true"/>
                                      </p:to>
                                    </p:set>
                                  </p:childTnLst>
                                </p:cTn>
                              </p:par>
                            </p:childTnLst>
                          </p:cTn>
                        </p:par>
                      </p:childTnLst>
                    </p:cTn>
                  </p:par>
                  <p:par>
                    <p:cTn id="31" fill="hold">
                      <p:stCondLst>
                        <p:cond delay="indefinite"/>
                      </p:stCondLst>
                      <p:childTnLst>
                        <p:par>
                          <p:cTn id="32" fill="hold">
                            <p:stCondLst>
                              <p:cond delay="0"/>
                            </p:stCondLst>
                            <p:childTnLst>
                              <p:par>
                                <p:cTn id="33" presetID="19" presetClass="emph" presetSubtype="0" fill="hold" nodeType="clickEffect">
                                  <p:stCondLst>
                                    <p:cond delay="0"/>
                                  </p:stCondLst>
                                  <p:childTnLst>
                                    <p:animClr clrSpc="rgb" dir="cw">
                                      <p:cBhvr override="childStyle">
                                        <p:cTn id="34" dur="500" fill="hold"/>
                                        <p:tgtEl>
                                          <p:spTgt spid="18">
                                            <p:txEl>
                                              <p:pRg st="4" end="4"/>
                                            </p:txEl>
                                          </p:spTgt>
                                        </p:tgtEl>
                                        <p:attrNameLst>
                                          <p:attrName>style.color</p:attrName>
                                        </p:attrNameLst>
                                      </p:cBhvr>
                                      <p:to>
                                        <a:srgbClr val="000000"/>
                                      </p:to>
                                    </p:animClr>
                                    <p:animClr clrSpc="rgb" dir="cw">
                                      <p:cBhvr>
                                        <p:cTn id="35" dur="500" fill="hold"/>
                                        <p:tgtEl>
                                          <p:spTgt spid="18">
                                            <p:txEl>
                                              <p:pRg st="4" end="4"/>
                                            </p:txEl>
                                          </p:spTgt>
                                        </p:tgtEl>
                                        <p:attrNameLst>
                                          <p:attrName>fillcolor</p:attrName>
                                        </p:attrNameLst>
                                      </p:cBhvr>
                                      <p:to>
                                        <a:srgbClr val="000000"/>
                                      </p:to>
                                    </p:animClr>
                                    <p:set>
                                      <p:cBhvr>
                                        <p:cTn id="36" dur="500" fill="hold"/>
                                        <p:tgtEl>
                                          <p:spTgt spid="18">
                                            <p:txEl>
                                              <p:pRg st="4" end="4"/>
                                            </p:txEl>
                                          </p:spTgt>
                                        </p:tgtEl>
                                        <p:attrNameLst>
                                          <p:attrName>fill.type</p:attrName>
                                        </p:attrNameLst>
                                      </p:cBhvr>
                                      <p:to>
                                        <p:strVal val="solid"/>
                                      </p:to>
                                    </p:set>
                                    <p:set>
                                      <p:cBhvr>
                                        <p:cTn id="37" dur="500" fill="hold"/>
                                        <p:tgtEl>
                                          <p:spTgt spid="18">
                                            <p:txEl>
                                              <p:pRg st="4" end="4"/>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HDOfficeLightV0">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rop">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rop">
      <a:majorFont>
        <a:latin typeface="Franklin Gothic Book"/>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Crop" id="{EC9488ED-E761-4D60-9AC4-764D1FE2C171}" vid="{CE19780C-D67D-4C13-9DE9-A52BC3BA51B4}"/>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TM02900720[[fn=Integral]]</Template>
  <TotalTime>4897</TotalTime>
  <Words>2625</Words>
  <Application>Microsoft Office PowerPoint</Application>
  <PresentationFormat>On-screen Show (4:3)</PresentationFormat>
  <Paragraphs>227</Paragraphs>
  <Slides>33</Slides>
  <Notes>31</Notes>
  <HiddenSlides>0</HiddenSlides>
  <MMClips>0</MMClips>
  <ScaleCrop>false</ScaleCrop>
  <HeadingPairs>
    <vt:vector size="4" baseType="variant">
      <vt:variant>
        <vt:lpstr>Theme</vt:lpstr>
      </vt:variant>
      <vt:variant>
        <vt:i4>2</vt:i4>
      </vt:variant>
      <vt:variant>
        <vt:lpstr>Slide Titles</vt:lpstr>
      </vt:variant>
      <vt:variant>
        <vt:i4>33</vt:i4>
      </vt:variant>
    </vt:vector>
  </HeadingPairs>
  <TitlesOfParts>
    <vt:vector size="35" baseType="lpstr">
      <vt:lpstr>HDOfficeLightV0</vt:lpstr>
      <vt:lpstr>Crop</vt:lpstr>
      <vt:lpstr>HUM113  Ideology and Constitution of Pakistan</vt:lpstr>
      <vt:lpstr>HUM 113 Ideology and Constitution of Pakistan</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COMSATS Institute of Information Technology</dc:title>
  <dc:creator>muniba_nasir</dc:creator>
  <cp:lastModifiedBy>vcomsats</cp:lastModifiedBy>
  <cp:revision>447</cp:revision>
  <dcterms:created xsi:type="dcterms:W3CDTF">2015-07-28T10:20:14Z</dcterms:created>
  <dcterms:modified xsi:type="dcterms:W3CDTF">2023-09-11T07:34:15Z</dcterms:modified>
</cp:coreProperties>
</file>