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91B5F-00AD-4A75-B011-53D7D46A6994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7C1FB-54B6-475A-9C8D-1FFFE97C2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1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Instead, the statement “God is good” means there is an objective standard of goodness that God meets perfectly.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7C1FB-54B6-475A-9C8D-1FFFE97C24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1879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5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3174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0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9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2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5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0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7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4EC9B8D-1483-48AD-BCFF-AC7BFE1B5568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B38321F-CC7C-4D9D-995A-C96CC77C1D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FA4D-AD80-2F8D-952C-7A8990B09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CSC410 - Professional Practices in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C150C-4B3A-3DEE-F5EB-B99ED6862F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Instructor Name :  Sidra Nasir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1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E8EC-BF3C-5973-A50A-E0676D3D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B6D10-33C8-D87F-AFA6-FF07F5E9B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316480"/>
            <a:ext cx="8595360" cy="3863657"/>
          </a:xfrm>
        </p:spPr>
        <p:txBody>
          <a:bodyPr>
            <a:normAutofit/>
          </a:bodyPr>
          <a:lstStyle/>
          <a:p>
            <a:r>
              <a:rPr lang="en-US" sz="2400" dirty="0"/>
              <a:t>Subjective Relativism</a:t>
            </a:r>
          </a:p>
          <a:p>
            <a:r>
              <a:rPr lang="en-US" sz="2400" dirty="0"/>
              <a:t>Cultural Relativism</a:t>
            </a:r>
          </a:p>
          <a:p>
            <a:r>
              <a:rPr lang="en-US" sz="2400" dirty="0"/>
              <a:t>Divine Command Theory</a:t>
            </a:r>
          </a:p>
          <a:p>
            <a:r>
              <a:rPr lang="en-US" sz="2400" dirty="0"/>
              <a:t>Ethical Egoism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566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A934-909B-B646-52FE-8A72598DA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Relativism?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B3F0B-9C23-6017-3730-E4390868D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35199"/>
            <a:ext cx="8595360" cy="1696721"/>
          </a:xfrm>
        </p:spPr>
        <p:txBody>
          <a:bodyPr numCol="1">
            <a:normAutofit/>
          </a:bodyPr>
          <a:lstStyle/>
          <a:p>
            <a:r>
              <a:rPr lang="en-US" sz="2400" dirty="0"/>
              <a:t>No universal norms of right and wrong</a:t>
            </a:r>
          </a:p>
          <a:p>
            <a:r>
              <a:rPr lang="en-US" sz="2400" dirty="0"/>
              <a:t>One person can say “X is right,” another can say “X is wrong,” and  both can be right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3C6BCD-8966-D411-AFA5-3758948A16CF}"/>
              </a:ext>
            </a:extLst>
          </p:cNvPr>
          <p:cNvSpPr txBox="1">
            <a:spLocks/>
          </p:cNvSpPr>
          <p:nvPr/>
        </p:nvSpPr>
        <p:spPr>
          <a:xfrm>
            <a:off x="1261872" y="3830321"/>
            <a:ext cx="8595360" cy="239776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Two Particular Kind of Relativism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Subjective Relativism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Cultural Relativism</a:t>
            </a:r>
          </a:p>
          <a:p>
            <a:pPr marL="0" indent="0">
              <a:buFont typeface="Arial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931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1E77-C02A-6DF4-632B-9AF0129D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Subjective Relativism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420F-4B4F-12BE-5E4C-F3B4CE92A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18620"/>
            <a:ext cx="8595360" cy="1579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– Each person decides right and wrong for himself or herself</a:t>
            </a:r>
          </a:p>
          <a:p>
            <a:pPr marL="0" indent="0">
              <a:buNone/>
            </a:pPr>
            <a:r>
              <a:rPr lang="en-US" sz="2400" dirty="0"/>
              <a:t>– “What’s right for you may not be right for me”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4AEA81-B0AE-826E-94CB-978EC2A6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0" y="3429000"/>
            <a:ext cx="4632960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29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AF01-E420-556A-AA70-D43F265A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for Subjective Relativism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448D-F80F-8BFF-C742-40B94E8DA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631441"/>
            <a:ext cx="8595360" cy="2042160"/>
          </a:xfrm>
        </p:spPr>
        <p:txBody>
          <a:bodyPr>
            <a:normAutofit/>
          </a:bodyPr>
          <a:lstStyle/>
          <a:p>
            <a:r>
              <a:rPr lang="en-US" sz="2400" dirty="0"/>
              <a:t>Well-meaning and intelligent people disagree on moral issues .e.g. Animal Rights.</a:t>
            </a:r>
          </a:p>
          <a:p>
            <a:r>
              <a:rPr lang="en-US" sz="2400" dirty="0"/>
              <a:t> Ethical debates are disagreeable and pointless. E.g. </a:t>
            </a:r>
          </a:p>
        </p:txBody>
      </p:sp>
    </p:spTree>
    <p:extLst>
      <p:ext uri="{BB962C8B-B14F-4D97-AF65-F5344CB8AC3E}">
        <p14:creationId xmlns:p14="http://schemas.microsoft.com/office/powerpoint/2010/main" val="408648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96D2-735E-5050-C3E0-1B824AFC2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Against Subjective Relativism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CF1A-80C4-17EA-7A4C-F7ACDFE18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Blurs line between doing what you think is right and doing what you want to do </a:t>
            </a:r>
          </a:p>
          <a:p>
            <a:r>
              <a:rPr lang="en-US" sz="2400" dirty="0"/>
              <a:t>Makes no moral distinction between the actions of different people </a:t>
            </a:r>
          </a:p>
          <a:p>
            <a:r>
              <a:rPr lang="en-US" sz="2400" dirty="0"/>
              <a:t> Subjective relativism and tolerance are two different things </a:t>
            </a:r>
          </a:p>
          <a:p>
            <a:r>
              <a:rPr lang="en-US" sz="2400" dirty="0"/>
              <a:t> Decisions may not be based on reason </a:t>
            </a:r>
          </a:p>
          <a:p>
            <a:r>
              <a:rPr lang="en-US" sz="2400" dirty="0"/>
              <a:t>Not a workable ethical theory</a:t>
            </a:r>
          </a:p>
        </p:txBody>
      </p:sp>
    </p:spTree>
    <p:extLst>
      <p:ext uri="{BB962C8B-B14F-4D97-AF65-F5344CB8AC3E}">
        <p14:creationId xmlns:p14="http://schemas.microsoft.com/office/powerpoint/2010/main" val="333006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2CA1-2A76-F9BA-B696-62C8A19C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Relativism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637F7-7D14-EE09-F7F1-D0DB85D0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Cultural Relativism in a Nutshell</a:t>
            </a:r>
          </a:p>
          <a:p>
            <a:r>
              <a:rPr lang="en-US" sz="2400" dirty="0"/>
              <a:t>What is “right” and “wrong” depends upon a society’s actual moral guidelines </a:t>
            </a:r>
          </a:p>
          <a:p>
            <a:r>
              <a:rPr lang="en-US" sz="2400" dirty="0"/>
              <a:t> These guidelines vary from place to place and from time to time </a:t>
            </a:r>
          </a:p>
          <a:p>
            <a:r>
              <a:rPr lang="en-US" sz="2400" dirty="0"/>
              <a:t>A particular action may be right in one society at one time and wrong in other society or at another time.</a:t>
            </a:r>
          </a:p>
        </p:txBody>
      </p:sp>
    </p:spTree>
    <p:extLst>
      <p:ext uri="{BB962C8B-B14F-4D97-AF65-F5344CB8AC3E}">
        <p14:creationId xmlns:p14="http://schemas.microsoft.com/office/powerpoint/2010/main" val="262233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D280B-D51C-E54D-DB0C-B3934139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for Cultural Relativism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2732-D0D8-4582-5EBF-B9674BFAD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387599"/>
            <a:ext cx="8595360" cy="1513841"/>
          </a:xfrm>
        </p:spPr>
        <p:txBody>
          <a:bodyPr>
            <a:normAutofit/>
          </a:bodyPr>
          <a:lstStyle/>
          <a:p>
            <a:r>
              <a:rPr lang="en-US" sz="2400" dirty="0"/>
              <a:t>Different social contexts demand different moral guidelines</a:t>
            </a:r>
          </a:p>
          <a:p>
            <a:r>
              <a:rPr lang="en-US" sz="2400" dirty="0"/>
              <a:t>It is arrogant for one society to judge another</a:t>
            </a:r>
          </a:p>
        </p:txBody>
      </p:sp>
    </p:spTree>
    <p:extLst>
      <p:ext uri="{BB962C8B-B14F-4D97-AF65-F5344CB8AC3E}">
        <p14:creationId xmlns:p14="http://schemas.microsoft.com/office/powerpoint/2010/main" val="137236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0A23-ED85-6CC2-0D48-24745003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44880"/>
          </a:xfrm>
        </p:spPr>
        <p:txBody>
          <a:bodyPr>
            <a:normAutofit/>
          </a:bodyPr>
          <a:lstStyle/>
          <a:p>
            <a:r>
              <a:rPr lang="en-US" dirty="0"/>
              <a:t>Case Against Cultural Relativism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414B-3663-C46C-D666-4B50A4ACB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757680"/>
            <a:ext cx="8595360" cy="4422457"/>
          </a:xfrm>
        </p:spPr>
        <p:txBody>
          <a:bodyPr>
            <a:noAutofit/>
          </a:bodyPr>
          <a:lstStyle/>
          <a:p>
            <a:r>
              <a:rPr lang="en-US" sz="2400" dirty="0"/>
              <a:t>Because two societies do have different moral views doesn’t mean they ought to have different views</a:t>
            </a:r>
          </a:p>
          <a:p>
            <a:r>
              <a:rPr lang="en-US" sz="2400" dirty="0"/>
              <a:t>It doesn’t explain how moral guidelines are determined </a:t>
            </a:r>
          </a:p>
          <a:p>
            <a:r>
              <a:rPr lang="en-US" sz="2400" dirty="0"/>
              <a:t>What if there are no cultural norms? </a:t>
            </a:r>
          </a:p>
          <a:p>
            <a:r>
              <a:rPr lang="en-US" sz="2400" dirty="0"/>
              <a:t>It doesn’t account for evolution of moral guidelines. </a:t>
            </a:r>
          </a:p>
          <a:p>
            <a:r>
              <a:rPr lang="en-US" sz="2400" dirty="0"/>
              <a:t>It provides no way out for cultures in conflict </a:t>
            </a:r>
          </a:p>
        </p:txBody>
      </p:sp>
    </p:spTree>
    <p:extLst>
      <p:ext uri="{BB962C8B-B14F-4D97-AF65-F5344CB8AC3E}">
        <p14:creationId xmlns:p14="http://schemas.microsoft.com/office/powerpoint/2010/main" val="67837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0A23-ED85-6CC2-0D48-24745003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528320"/>
            <a:ext cx="9692640" cy="955040"/>
          </a:xfrm>
        </p:spPr>
        <p:txBody>
          <a:bodyPr>
            <a:normAutofit/>
          </a:bodyPr>
          <a:lstStyle/>
          <a:p>
            <a:r>
              <a:rPr lang="en-US" dirty="0"/>
              <a:t>Case Against Cultural Relativism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414B-3663-C46C-D666-4B50A4ACB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99920"/>
            <a:ext cx="8595360" cy="4280217"/>
          </a:xfrm>
        </p:spPr>
        <p:txBody>
          <a:bodyPr>
            <a:noAutofit/>
          </a:bodyPr>
          <a:lstStyle/>
          <a:p>
            <a:r>
              <a:rPr lang="en-US" sz="2400" dirty="0"/>
              <a:t>Existence of many acceptable practices does not imply all practices are acceptable (many/any fallacy)</a:t>
            </a:r>
          </a:p>
          <a:p>
            <a:r>
              <a:rPr lang="en-US" sz="2400" dirty="0"/>
              <a:t>Societies do, in fact, share certain core values </a:t>
            </a:r>
          </a:p>
          <a:p>
            <a:r>
              <a:rPr lang="en-US" sz="2400" dirty="0"/>
              <a:t>Only indirectly based on reason </a:t>
            </a:r>
          </a:p>
        </p:txBody>
      </p:sp>
    </p:spTree>
    <p:extLst>
      <p:ext uri="{BB962C8B-B14F-4D97-AF65-F5344CB8AC3E}">
        <p14:creationId xmlns:p14="http://schemas.microsoft.com/office/powerpoint/2010/main" val="85352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EA0E9-7E1F-5C00-AC83-F7818F96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Divine Command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37FC4-56E4-DAF2-E9CF-72BA99310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13279"/>
            <a:ext cx="8595360" cy="3322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Overview of Divine Command Theory</a:t>
            </a:r>
          </a:p>
          <a:p>
            <a:r>
              <a:rPr lang="en-US" sz="2400" dirty="0"/>
              <a:t>Good actions: those aligned with God’s will</a:t>
            </a:r>
          </a:p>
          <a:p>
            <a:r>
              <a:rPr lang="en-US" sz="2400" dirty="0"/>
              <a:t> Bad actions: those contrary to God’s will </a:t>
            </a:r>
          </a:p>
          <a:p>
            <a:r>
              <a:rPr lang="en-US" sz="2400" dirty="0"/>
              <a:t>Holy books reveal God’s will </a:t>
            </a:r>
          </a:p>
          <a:p>
            <a:r>
              <a:rPr lang="en-US" sz="2400" dirty="0"/>
              <a:t>We should use holy books as moral decision-making guides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4680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BB8F-75AF-F5D0-B463-38A521BA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Divine Command Theory in 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553EB-FFA1-30B1-873D-47E1DFE95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0753" y="1828800"/>
            <a:ext cx="3757345" cy="4351338"/>
          </a:xfrm>
        </p:spPr>
      </p:pic>
    </p:spTree>
    <p:extLst>
      <p:ext uri="{BB962C8B-B14F-4D97-AF65-F5344CB8AC3E}">
        <p14:creationId xmlns:p14="http://schemas.microsoft.com/office/powerpoint/2010/main" val="284783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E8B1-E45E-F786-EAB6-A02775E9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for Divine Command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B06A-5EA9-E16A-1E12-2C5F6E1D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03121"/>
            <a:ext cx="8595360" cy="3657600"/>
          </a:xfrm>
        </p:spPr>
        <p:txBody>
          <a:bodyPr>
            <a:normAutofit/>
          </a:bodyPr>
          <a:lstStyle/>
          <a:p>
            <a:r>
              <a:rPr lang="en-US" sz="2400" dirty="0"/>
              <a:t>We owe obedience to our Creator </a:t>
            </a:r>
          </a:p>
          <a:p>
            <a:r>
              <a:rPr lang="en-US" sz="2400" dirty="0"/>
              <a:t>God is all-good and all-knowing </a:t>
            </a:r>
          </a:p>
          <a:p>
            <a:r>
              <a:rPr lang="en-US" sz="2400" dirty="0"/>
              <a:t>God is the ultimate authority</a:t>
            </a:r>
          </a:p>
        </p:txBody>
      </p:sp>
    </p:spTree>
    <p:extLst>
      <p:ext uri="{BB962C8B-B14F-4D97-AF65-F5344CB8AC3E}">
        <p14:creationId xmlns:p14="http://schemas.microsoft.com/office/powerpoint/2010/main" val="1786525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AD79D-AA7F-F8E7-9B9D-9777B8C1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Against Divine Command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E835-0E44-BA51-FBEF-6018FAEE5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23440"/>
            <a:ext cx="8595360" cy="4056697"/>
          </a:xfrm>
        </p:spPr>
        <p:txBody>
          <a:bodyPr>
            <a:normAutofit/>
          </a:bodyPr>
          <a:lstStyle/>
          <a:p>
            <a:r>
              <a:rPr lang="en-US" sz="2400" dirty="0"/>
              <a:t>Different holy books disagree on certain teachings </a:t>
            </a:r>
          </a:p>
          <a:p>
            <a:r>
              <a:rPr lang="en-US" sz="2400" dirty="0"/>
              <a:t> Society is multicultural, secular </a:t>
            </a:r>
          </a:p>
          <a:p>
            <a:r>
              <a:rPr lang="en-US" sz="2400" dirty="0"/>
              <a:t> Some modern moral problems not directly addressed in scripture </a:t>
            </a:r>
          </a:p>
          <a:p>
            <a:r>
              <a:rPr lang="en-US" sz="2400" dirty="0"/>
              <a:t>“The good” ≠ “God” (equivalence fallacy).</a:t>
            </a:r>
          </a:p>
          <a:p>
            <a:r>
              <a:rPr lang="en-US" sz="2400" dirty="0"/>
              <a:t> Based on obedience, not reason </a:t>
            </a:r>
          </a:p>
        </p:txBody>
      </p:sp>
    </p:spTree>
    <p:extLst>
      <p:ext uri="{BB962C8B-B14F-4D97-AF65-F5344CB8AC3E}">
        <p14:creationId xmlns:p14="http://schemas.microsoft.com/office/powerpoint/2010/main" val="3238398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CCBA-52B1-5D7D-D566-996B6440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Egoism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CAD52-C9D9-A5FF-D705-81A34131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55521"/>
            <a:ext cx="8595360" cy="3657600"/>
          </a:xfrm>
        </p:spPr>
        <p:txBody>
          <a:bodyPr>
            <a:normAutofit/>
          </a:bodyPr>
          <a:lstStyle/>
          <a:p>
            <a:r>
              <a:rPr lang="en-US" sz="2400" dirty="0"/>
              <a:t>Each person should focus exclusively on his or her self-interest </a:t>
            </a:r>
          </a:p>
          <a:p>
            <a:r>
              <a:rPr lang="en-US" sz="2400" dirty="0"/>
              <a:t>Morally right action: that action that provides self with maximum long-term benefit </a:t>
            </a:r>
          </a:p>
        </p:txBody>
      </p:sp>
    </p:spTree>
    <p:extLst>
      <p:ext uri="{BB962C8B-B14F-4D97-AF65-F5344CB8AC3E}">
        <p14:creationId xmlns:p14="http://schemas.microsoft.com/office/powerpoint/2010/main" val="2296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5F21-1F92-46BA-C45F-23A54E6C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188720"/>
          </a:xfrm>
        </p:spPr>
        <p:txBody>
          <a:bodyPr/>
          <a:lstStyle/>
          <a:p>
            <a:r>
              <a:rPr lang="en-US" dirty="0"/>
              <a:t>Case for Ethical Egoism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E5A5-02BC-4E53-F3EF-96F5EA485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94560"/>
            <a:ext cx="8595360" cy="3799841"/>
          </a:xfrm>
        </p:spPr>
        <p:txBody>
          <a:bodyPr>
            <a:normAutofit/>
          </a:bodyPr>
          <a:lstStyle/>
          <a:p>
            <a:r>
              <a:rPr lang="en-US" sz="2400" dirty="0"/>
              <a:t>It is practical since we are already inclined to do what’s best for ourselves </a:t>
            </a:r>
          </a:p>
          <a:p>
            <a:r>
              <a:rPr lang="en-US" sz="2400" dirty="0"/>
              <a:t>It is better to let other people take care of themselves </a:t>
            </a:r>
          </a:p>
          <a:p>
            <a:pPr marL="0" indent="0">
              <a:buNone/>
            </a:pPr>
            <a:r>
              <a:rPr lang="en-US" sz="2400" dirty="0"/>
              <a:t>• The community can benefit when individuals put their well-being first</a:t>
            </a:r>
          </a:p>
          <a:p>
            <a:r>
              <a:rPr lang="en-US" sz="2400" dirty="0"/>
              <a:t>Other moral principles are rooted in the principle of self-interest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639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49D6C-AD78-C496-FF63-E5EBE09C6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04800"/>
            <a:ext cx="9692640" cy="863600"/>
          </a:xfrm>
        </p:spPr>
        <p:txBody>
          <a:bodyPr/>
          <a:lstStyle/>
          <a:p>
            <a:r>
              <a:rPr lang="en-US" dirty="0"/>
              <a:t>Case Against Ethical Egoism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FC84C-57A4-6ED4-D784-EE2D25D7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402080"/>
            <a:ext cx="8595360" cy="4500881"/>
          </a:xfrm>
        </p:spPr>
        <p:txBody>
          <a:bodyPr>
            <a:noAutofit/>
          </a:bodyPr>
          <a:lstStyle/>
          <a:p>
            <a:r>
              <a:rPr lang="en-US" sz="2400" dirty="0"/>
              <a:t>An easy moral philosophy may not be the best moral philosophy </a:t>
            </a:r>
          </a:p>
          <a:p>
            <a:r>
              <a:rPr lang="en-US" sz="2400" dirty="0"/>
              <a:t>We know a lot about what is good for someone else </a:t>
            </a:r>
          </a:p>
          <a:p>
            <a:r>
              <a:rPr lang="en-US" sz="2400" dirty="0"/>
              <a:t>Self-interest can lead to blatantly immoral behavior </a:t>
            </a:r>
          </a:p>
          <a:p>
            <a:r>
              <a:rPr lang="en-US" sz="2400" dirty="0"/>
              <a:t>Other moral principles are superior to principle of self-interest </a:t>
            </a:r>
          </a:p>
          <a:p>
            <a:r>
              <a:rPr lang="en-US" sz="2400" dirty="0"/>
              <a:t>People who take the good of others into account lead happier lives </a:t>
            </a:r>
          </a:p>
          <a:p>
            <a:r>
              <a:rPr lang="en-US" sz="2400" dirty="0"/>
              <a:t>By definition, does not respect the ethical point of view </a:t>
            </a:r>
          </a:p>
        </p:txBody>
      </p:sp>
    </p:spTree>
    <p:extLst>
      <p:ext uri="{BB962C8B-B14F-4D97-AF65-F5344CB8AC3E}">
        <p14:creationId xmlns:p14="http://schemas.microsoft.com/office/powerpoint/2010/main" val="2696008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4294-5C13-6FF8-C3C1-8E65CD34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632" y="243840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39397411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590</TotalTime>
  <Words>625</Words>
  <Application>Microsoft Office PowerPoint</Application>
  <PresentationFormat>Widescreen</PresentationFormat>
  <Paragraphs>78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Schoolbook</vt:lpstr>
      <vt:lpstr>Wingdings 2</vt:lpstr>
      <vt:lpstr>View</vt:lpstr>
      <vt:lpstr>  CSC410 - Professional Practices in IT</vt:lpstr>
      <vt:lpstr>Ethical Theories</vt:lpstr>
      <vt:lpstr>What Is Relativism?</vt:lpstr>
      <vt:lpstr>Subjective Relativism</vt:lpstr>
      <vt:lpstr>Case for Subjective Relativism</vt:lpstr>
      <vt:lpstr>Case Against Subjective Relativism </vt:lpstr>
      <vt:lpstr>Cultural Relativism</vt:lpstr>
      <vt:lpstr>Case for Cultural Relativism</vt:lpstr>
      <vt:lpstr>Case Against Cultural Relativism</vt:lpstr>
      <vt:lpstr>Case Against Cultural Relativism</vt:lpstr>
      <vt:lpstr>Divine Command Theory</vt:lpstr>
      <vt:lpstr>Divine Command Theory in Action</vt:lpstr>
      <vt:lpstr>Case for Divine Command Theory</vt:lpstr>
      <vt:lpstr>Case Against Divine Command Theory</vt:lpstr>
      <vt:lpstr>Ethical Egoism</vt:lpstr>
      <vt:lpstr>Case for Ethical Egoism</vt:lpstr>
      <vt:lpstr>Case Against Ethical Egoism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DELL7490</dc:creator>
  <cp:lastModifiedBy>DELL7490</cp:lastModifiedBy>
  <cp:revision>15</cp:revision>
  <dcterms:created xsi:type="dcterms:W3CDTF">2024-09-10T09:11:37Z</dcterms:created>
  <dcterms:modified xsi:type="dcterms:W3CDTF">2024-09-10T19:02:25Z</dcterms:modified>
</cp:coreProperties>
</file>