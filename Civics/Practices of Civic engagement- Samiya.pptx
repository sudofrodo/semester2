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1" r:id="rId8"/>
    <p:sldId id="262" r:id="rId9"/>
    <p:sldId id="263" r:id="rId10"/>
    <p:sldId id="264" r:id="rId11"/>
    <p:sldId id="268" r:id="rId12"/>
    <p:sldId id="270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50" autoAdjust="0"/>
  </p:normalViewPr>
  <p:slideViewPr>
    <p:cSldViewPr snapToGrid="0">
      <p:cViewPr varScale="1">
        <p:scale>
          <a:sx n="77" d="100"/>
          <a:sy n="77" d="100"/>
        </p:scale>
        <p:origin x="806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0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18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9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1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8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5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5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9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15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0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6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17125-BDDB-4F85-99D1-2BAF2E754CDC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B28CB-32FA-4C88-BE37-2FE384233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0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5512" y="2191746"/>
            <a:ext cx="9144000" cy="23876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Practices of Civic Engagement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967"/>
            <a:ext cx="10515600" cy="823070"/>
          </a:xfrm>
        </p:spPr>
        <p:txBody>
          <a:bodyPr/>
          <a:lstStyle/>
          <a:p>
            <a:pPr algn="ctr"/>
            <a:r>
              <a:rPr lang="en-US" sz="36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Civic Engagement</a:t>
            </a:r>
            <a:r>
              <a:rPr lang="en-US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  <a:endParaRPr lang="en-US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Civic engagement is taking responsibility for improving your community. </a:t>
            </a: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It’s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any activity that works to address a public concern. </a:t>
            </a: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can be as simple as starting a conversation about local issues (in-person or on social media), or you can take some action. </a:t>
            </a: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can work together to provide value and improve the quality of life for the public.</a:t>
            </a:r>
          </a:p>
        </p:txBody>
      </p:sp>
    </p:spTree>
    <p:extLst>
      <p:ext uri="{BB962C8B-B14F-4D97-AF65-F5344CB8AC3E}">
        <p14:creationId xmlns:p14="http://schemas.microsoft.com/office/powerpoint/2010/main" val="294529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8"/>
            <a:ext cx="10515600" cy="68022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How do you engage with your community?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There are many ways to stay up to date with current events, like mobile news apps and podcasts. </a:t>
            </a: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There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are also tons of ways to participate in your community and advocate for the causes you believe in. </a:t>
            </a: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can contact local officials to voice your concerns. Or, you can vote in local, state, and national elections. </a:t>
            </a: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Many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others prefer to volunteer around their communities. </a:t>
            </a:r>
          </a:p>
        </p:txBody>
      </p:sp>
    </p:spTree>
    <p:extLst>
      <p:ext uri="{BB962C8B-B14F-4D97-AF65-F5344CB8AC3E}">
        <p14:creationId xmlns:p14="http://schemas.microsoft.com/office/powerpoint/2010/main" val="38860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644"/>
            <a:ext cx="10515600" cy="82307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 civic engagement</a:t>
            </a:r>
            <a:r>
              <a:rPr lang="en-US" sz="36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  <a:endParaRPr lang="en-US" sz="36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74916"/>
            <a:ext cx="11980190" cy="608308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Improved relationships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– Engaged community members develop stronger connections with one another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Increased social cohesion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– Community members develop a sense of trust, belonging and reciprocity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Improved community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– Engaged people actively work to improve their community and care for it through volunteering, education and other activities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Better education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– Engaged citizens are more likely to read and discuss the news and share information with others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Greater understanding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– The right civic engagement opportunities can help keep the community informed about local events and opportunities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Growth and development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– Civic engagement can mean investing in community members with skills, information and motivation to contribute and make a difference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Individual responsibility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– It encourages individuals to see themselves as part of a wider community and feel responsible for contributing to and improving that community for the benefit of all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Better quality of life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– Community members can address their concerns and influence decisions to improve the quality of life for the community as a whole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Better government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– Civic engagement is essential for a functioning democratic government</a:t>
            </a:r>
          </a:p>
          <a:p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825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9060"/>
            <a:ext cx="10515600" cy="82307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civic engagement used for</a:t>
            </a:r>
            <a:r>
              <a:rPr lang="en-US" sz="36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  <a:endParaRPr lang="en-US" sz="36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4010"/>
            <a:ext cx="12192000" cy="605399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Greater inclusiveness and </a:t>
            </a:r>
            <a:r>
              <a:rPr lang="en-US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diversity</a:t>
            </a:r>
            <a:r>
              <a:rPr lang="en-US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Because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 many people groups are underrepresented in government, their issues are often missed or ignored when it comes to policy making. Civic engagement can shine a light on these areas to promote greater inclusiveness and policy making that fixes this issue.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Youth engagement: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Studies show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that the numbers of politically engaged youth are dropping. Civic engagement activities might focus on empowering young people to participate and have a say in their community and government.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Improved education:	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civic engagement is ensuring voters and community members are more informed so that the community can make better decisions as a whole. This might include topics like how the local political system works, how to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enroll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vote and how to cast your vote in an upcoming election.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Informing policy: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An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engaged community will share their perspectives and opinions and shape policy development. This ensures people at government level better understand the experience of community members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48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0628"/>
            <a:ext cx="10515600" cy="68022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Four Construct of Civic Engagement</a:t>
            </a:r>
            <a:endParaRPr lang="en-US" sz="3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9197"/>
            <a:ext cx="5083445" cy="43513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Civic action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community volunteerism)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Civic skills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(recruitment of new members &amp; retention)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Social cohesion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Cultural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awareness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diversity and inclusion programing) </a:t>
            </a:r>
          </a:p>
          <a:p>
            <a:r>
              <a:rPr lang="en-US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Civic commitment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(community improvement participation, and even voting) 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445" y="665583"/>
            <a:ext cx="7108556" cy="619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48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6"/>
            <a:ext cx="10515600" cy="68022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Categories of Civic Engagement</a:t>
            </a:r>
            <a:endParaRPr lang="en-US" sz="36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Civic</a:t>
            </a: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Electoral</a:t>
            </a: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Political Voice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206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008" y="1198232"/>
            <a:ext cx="4045056" cy="5697429"/>
          </a:xfr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76206" y="3275"/>
            <a:ext cx="10515600" cy="82307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Categories of Civic Engagement – Political Voice</a:t>
            </a:r>
            <a:endParaRPr lang="en-US" sz="36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28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991" y="1825625"/>
            <a:ext cx="2462018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037" y="1160651"/>
            <a:ext cx="4076055" cy="5697349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76206" y="3275"/>
            <a:ext cx="10515600" cy="82307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Categories of Civic Engagement – Political Voice</a:t>
            </a:r>
            <a:endParaRPr lang="en-US" sz="36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407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206" y="3275"/>
            <a:ext cx="10515600" cy="82307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Categories of Civic Engagement – Political Voice</a:t>
            </a:r>
            <a:endParaRPr lang="en-US" sz="36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051" y="920202"/>
            <a:ext cx="4943959" cy="593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4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431"/>
            <a:ext cx="10515600" cy="82307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Practical Steps Relating Civic Engagement</a:t>
            </a:r>
            <a:endParaRPr lang="en-US" sz="32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81500"/>
            <a:ext cx="12192000" cy="58447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59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Self-Awareness: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Reflect on Your Values: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Understand your own beliefs, values, and priorities. Consider how these shape your views on civic issues.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Identify Your Passions: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Recognize the causes and issues that resonate with you the most. This will guide your civic engagement efforts.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Assess Your Strengths: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Recognize your skills, talents, and resources that you can contribute to civic causes.</a:t>
            </a:r>
          </a:p>
          <a:p>
            <a:pPr>
              <a:lnSpc>
                <a:spcPct val="120000"/>
              </a:lnSpc>
            </a:pPr>
            <a:r>
              <a:rPr lang="en-US" sz="59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Identity and Inclusivity: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Explore Your Identity: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Understand your own identity in terms of race, gender, ethnicity, sexual orientation, and other aspects. Recognize how these factors influence your perspective.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Cultivate Empathy: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Try to understand the experiences and perspectives of people from diverse backgrounds.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Promote Inclusivity: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Advocate for inclusivity and diversity in your community, workplace, and social circles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9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431"/>
            <a:ext cx="10515600" cy="82307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Practical Steps Relating Civic Engagement</a:t>
            </a:r>
            <a:endParaRPr lang="en-US" sz="32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81500"/>
            <a:ext cx="12192000" cy="584476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59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Relationship </a:t>
            </a:r>
            <a:r>
              <a:rPr lang="en-US" sz="59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Building: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Connect with Your Community: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Build relationships with neighbors, local organizations, and community leaders to better understand local issues.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Network with Like-Minded Individuals: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Join civic groups, clubs, or organizations that share your interests and goals.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Collaborate: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Seek opportunities to work with others on civic projects or initiatives. Collaboration can amplify your impact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59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Reflection and Learning:</a:t>
            </a:r>
          </a:p>
          <a:p>
            <a:pPr lvl="1">
              <a:lnSpc>
                <a:spcPct val="120000"/>
              </a:lnSpc>
            </a:pP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Regularly Reflect: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Set aside time for self-reflection on your civic engagement efforts. Consider what's working and what can be improved.</a:t>
            </a:r>
          </a:p>
          <a:p>
            <a:pPr lvl="1">
              <a:lnSpc>
                <a:spcPct val="120000"/>
              </a:lnSpc>
            </a:pP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Learn Continuously: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Stay informed about evolving issues, policies, and best practices related to civic engagement.</a:t>
            </a:r>
          </a:p>
          <a:p>
            <a:pPr lvl="1">
              <a:lnSpc>
                <a:spcPct val="120000"/>
              </a:lnSpc>
            </a:pP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Seek Feedback: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Ask for feedback from peers and mentors to grow and refine your approach.</a:t>
            </a:r>
          </a:p>
          <a:p>
            <a:pPr>
              <a:lnSpc>
                <a:spcPct val="120000"/>
              </a:lnSpc>
            </a:pPr>
            <a:r>
              <a:rPr lang="en-US" sz="70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Civic Education:</a:t>
            </a:r>
          </a:p>
          <a:p>
            <a:pPr lvl="1">
              <a:lnSpc>
                <a:spcPct val="120000"/>
              </a:lnSpc>
            </a:pP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Educate Yourself: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Study the history and functioning of your government, as well as the broader societal issues that affect your community.</a:t>
            </a:r>
          </a:p>
          <a:p>
            <a:pPr lvl="1">
              <a:lnSpc>
                <a:spcPct val="120000"/>
              </a:lnSpc>
            </a:pP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Promote Civic Education: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Support programs and initiatives that promote civic education, especially among youth.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61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431"/>
            <a:ext cx="10515600" cy="82307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Practical Steps Relating Civic Engagement</a:t>
            </a:r>
            <a:endParaRPr lang="en-US" sz="32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5740"/>
            <a:ext cx="12192000" cy="6070280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Practice Active Listening: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Listen Actively: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When engaging with others, whether in discussions or community meetings, practice active listening to understand their perspectives fully.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Respect Diverse Opinions: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Respect differing viewpoints, even if you disagree, and seek common ground for constructive dialogue.</a:t>
            </a:r>
          </a:p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Mentorship and Guidance: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Seek Mentorship: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Find mentors or role models who have experience in civic engagement and can provide guidance.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Mentor Others: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Share your knowledge and experiences with individuals who are new to civic engagement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92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431"/>
            <a:ext cx="10515600" cy="82307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Practical Steps Relating Civic Engagement</a:t>
            </a:r>
            <a:endParaRPr lang="en-US" sz="32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5740"/>
            <a:ext cx="12192000" cy="6070280"/>
          </a:xfrm>
          <a:solidFill>
            <a:srgbClr val="002060"/>
          </a:solidFill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4000" b="1" dirty="0" smtClean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Engage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Deliberative Dialogue: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Participate in Dialogues: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Attend or organize forums for open and respectful discussions on important civic issues.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Practice Civil Discourse: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Encourage civil and respectful communication, even when discussing divisive topics.</a:t>
            </a:r>
          </a:p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Evaluate Your Impact: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Assess Your Contributions: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Periodically evaluate the effectiveness of your civic engagement efforts and consider adjustments.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Measure Outcomes: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When possible, measure the impact of your actions on your community or cause.</a:t>
            </a:r>
          </a:p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Take Care of Your Well-Being: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Self-Care: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Ensure you have the physical and emotional well-being to sustain your civic engagement efforts over time.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Avoid Burnout: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Recognize when you need to take breaks or adjust your level of involvement to prevent burnout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66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747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Office Theme</vt:lpstr>
      <vt:lpstr>Practices of Civic Engagement</vt:lpstr>
      <vt:lpstr>What is Civic Engagement?</vt:lpstr>
      <vt:lpstr>How do you engage with your community?</vt:lpstr>
      <vt:lpstr>Why practice civic engagement?</vt:lpstr>
      <vt:lpstr>What is civic engagement used for?</vt:lpstr>
      <vt:lpstr>Four Construct of Civic Engagement</vt:lpstr>
      <vt:lpstr>Categories of Civic Engagement</vt:lpstr>
      <vt:lpstr>Categories of Civic Engagement – Political Voice</vt:lpstr>
      <vt:lpstr>Categories of Civic Engagement – Political Voice</vt:lpstr>
      <vt:lpstr>Categories of Civic Engagement – Political Voice</vt:lpstr>
      <vt:lpstr>Practical Steps Relating Civic Engagement</vt:lpstr>
      <vt:lpstr>Practical Steps Relating Civic Engagement</vt:lpstr>
      <vt:lpstr>Practical Steps Relating Civic Engagement</vt:lpstr>
      <vt:lpstr>Practical Steps Relating Civic Engagement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Practices of Civic Engagement</dc:title>
  <dc:creator>Microsoft account</dc:creator>
  <cp:lastModifiedBy>Microsoft account</cp:lastModifiedBy>
  <cp:revision>7</cp:revision>
  <dcterms:created xsi:type="dcterms:W3CDTF">2023-09-26T07:52:50Z</dcterms:created>
  <dcterms:modified xsi:type="dcterms:W3CDTF">2023-09-26T08:51:44Z</dcterms:modified>
</cp:coreProperties>
</file>