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5"/>
  </p:notesMasterIdLst>
  <p:sldIdLst>
    <p:sldId id="278" r:id="rId2"/>
    <p:sldId id="288" r:id="rId3"/>
    <p:sldId id="257" r:id="rId4"/>
    <p:sldId id="258" r:id="rId5"/>
    <p:sldId id="260" r:id="rId6"/>
    <p:sldId id="270" r:id="rId7"/>
    <p:sldId id="269" r:id="rId8"/>
    <p:sldId id="261" r:id="rId9"/>
    <p:sldId id="272" r:id="rId10"/>
    <p:sldId id="262" r:id="rId11"/>
    <p:sldId id="263" r:id="rId12"/>
    <p:sldId id="264" r:id="rId13"/>
    <p:sldId id="265" r:id="rId14"/>
    <p:sldId id="266" r:id="rId15"/>
    <p:sldId id="267" r:id="rId16"/>
    <p:sldId id="279" r:id="rId17"/>
    <p:sldId id="283" r:id="rId18"/>
    <p:sldId id="284" r:id="rId19"/>
    <p:sldId id="286" r:id="rId20"/>
    <p:sldId id="287" r:id="rId21"/>
    <p:sldId id="305" r:id="rId22"/>
    <p:sldId id="306" r:id="rId23"/>
    <p:sldId id="30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  <a:srgbClr val="00FFCC"/>
    <a:srgbClr val="99CC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59" autoAdjust="0"/>
  </p:normalViewPr>
  <p:slideViewPr>
    <p:cSldViewPr snapToGrid="0">
      <p:cViewPr varScale="1">
        <p:scale>
          <a:sx n="72" d="100"/>
          <a:sy n="72" d="100"/>
        </p:scale>
        <p:origin x="6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270C5E-62F8-4A01-878A-C42C14DC51F1}" type="doc">
      <dgm:prSet loTypeId="urn:diagrams.loki3.com/VaryingWidthList" loCatId="list" qsTypeId="urn:microsoft.com/office/officeart/2005/8/quickstyle/simple1" qsCatId="simple" csTypeId="urn:microsoft.com/office/officeart/2005/8/colors/colorful5" csCatId="colorful" phldr="1"/>
      <dgm:spPr/>
    </dgm:pt>
    <dgm:pt modelId="{1A2996D3-F75B-4B08-8F5D-F2B70100443B}">
      <dgm:prSet phldrT="[Text]"/>
      <dgm:spPr/>
      <dgm:t>
        <a:bodyPr/>
        <a:lstStyle/>
        <a:p>
          <a:r>
            <a:rPr lang="en-US" b="1" i="0" dirty="0" smtClean="0"/>
            <a:t>A report is a specific form of writing</a:t>
          </a:r>
          <a:r>
            <a:rPr lang="en-US" b="0" i="0" dirty="0" smtClean="0"/>
            <a:t> that is organised around concisely identifying and examining issues, events, or findings</a:t>
          </a:r>
          <a:endParaRPr lang="en-US" dirty="0"/>
        </a:p>
      </dgm:t>
    </dgm:pt>
    <dgm:pt modelId="{DE019829-94E6-49B9-B784-75F3A889A024}" type="parTrans" cxnId="{0694B0E7-4963-42EB-9C52-32E0697889A6}">
      <dgm:prSet/>
      <dgm:spPr/>
      <dgm:t>
        <a:bodyPr/>
        <a:lstStyle/>
        <a:p>
          <a:endParaRPr lang="en-US"/>
        </a:p>
      </dgm:t>
    </dgm:pt>
    <dgm:pt modelId="{E81C2B8C-3ADD-47EB-9B5A-37C31A9599E1}" type="sibTrans" cxnId="{0694B0E7-4963-42EB-9C52-32E0697889A6}">
      <dgm:prSet/>
      <dgm:spPr/>
      <dgm:t>
        <a:bodyPr/>
        <a:lstStyle/>
        <a:p>
          <a:endParaRPr lang="en-US"/>
        </a:p>
      </dgm:t>
    </dgm:pt>
    <dgm:pt modelId="{5D6C07E4-8163-4DF8-A1E0-910C6106F9E0}">
      <dgm:prSet phldrT="[Text]"/>
      <dgm:spPr/>
      <dgm:t>
        <a:bodyPr/>
        <a:lstStyle/>
        <a:p>
          <a:r>
            <a:rPr lang="en-US" b="0" i="0" dirty="0" smtClean="0"/>
            <a:t>Writing is the process of </a:t>
          </a:r>
          <a:r>
            <a:rPr lang="en-US" b="1" i="0" dirty="0" smtClean="0"/>
            <a:t>using symbols (letters of the alphabet, punctuation and spaces</a:t>
          </a:r>
          <a:r>
            <a:rPr lang="en-US" b="0" i="0" dirty="0" smtClean="0"/>
            <a:t>) to communicate thoughts and ideas in a readable form</a:t>
          </a:r>
          <a:endParaRPr lang="en-US" dirty="0"/>
        </a:p>
      </dgm:t>
    </dgm:pt>
    <dgm:pt modelId="{ED4360E7-6209-44FF-A02E-C755179ADB87}" type="parTrans" cxnId="{190365FE-CD08-41B0-9911-377E60CBC53C}">
      <dgm:prSet/>
      <dgm:spPr/>
      <dgm:t>
        <a:bodyPr/>
        <a:lstStyle/>
        <a:p>
          <a:endParaRPr lang="en-US"/>
        </a:p>
      </dgm:t>
    </dgm:pt>
    <dgm:pt modelId="{F9A31EF2-9AB5-4BD3-8C7B-7D18CD872545}" type="sibTrans" cxnId="{190365FE-CD08-41B0-9911-377E60CBC53C}">
      <dgm:prSet/>
      <dgm:spPr/>
      <dgm:t>
        <a:bodyPr/>
        <a:lstStyle/>
        <a:p>
          <a:endParaRPr lang="en-US"/>
        </a:p>
      </dgm:t>
    </dgm:pt>
    <dgm:pt modelId="{23B47B46-82D2-4308-BE3F-FD84F24323A8}">
      <dgm:prSet phldrT="[Text]"/>
      <dgm:spPr/>
      <dgm:t>
        <a:bodyPr/>
        <a:lstStyle/>
        <a:p>
          <a:r>
            <a:rPr lang="en-US" b="0" i="0" dirty="0" smtClean="0"/>
            <a:t>A “skill” is an individual's ability to perform a specific task or solve a problem at a high level of proficiency</a:t>
          </a:r>
          <a:endParaRPr lang="en-US" dirty="0"/>
        </a:p>
      </dgm:t>
    </dgm:pt>
    <dgm:pt modelId="{913301C2-EB0C-4D09-BD11-66DC90E826EE}" type="parTrans" cxnId="{757E7589-A308-4524-B145-F7347BCB455A}">
      <dgm:prSet/>
      <dgm:spPr/>
      <dgm:t>
        <a:bodyPr/>
        <a:lstStyle/>
        <a:p>
          <a:endParaRPr lang="en-US"/>
        </a:p>
      </dgm:t>
    </dgm:pt>
    <dgm:pt modelId="{8CA1245E-66D0-4DCD-9AF3-EEF835EF2ED5}" type="sibTrans" cxnId="{757E7589-A308-4524-B145-F7347BCB455A}">
      <dgm:prSet/>
      <dgm:spPr/>
      <dgm:t>
        <a:bodyPr/>
        <a:lstStyle/>
        <a:p>
          <a:endParaRPr lang="en-US"/>
        </a:p>
      </dgm:t>
    </dgm:pt>
    <dgm:pt modelId="{BE0F139E-D326-4FA3-9EE7-85101AB90DE1}" type="pres">
      <dgm:prSet presAssocID="{88270C5E-62F8-4A01-878A-C42C14DC51F1}" presName="Name0" presStyleCnt="0">
        <dgm:presLayoutVars>
          <dgm:resizeHandles/>
        </dgm:presLayoutVars>
      </dgm:prSet>
      <dgm:spPr/>
    </dgm:pt>
    <dgm:pt modelId="{DF9569A3-0AE8-402A-A605-8A4EBA39D19A}" type="pres">
      <dgm:prSet presAssocID="{1A2996D3-F75B-4B08-8F5D-F2B70100443B}" presName="text" presStyleLbl="node1" presStyleIdx="0" presStyleCnt="3" custScaleX="1693333" custLinFactNeighborY="-484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B75945-4362-4825-9344-90CC2E54675C}" type="pres">
      <dgm:prSet presAssocID="{E81C2B8C-3ADD-47EB-9B5A-37C31A9599E1}" presName="space" presStyleCnt="0"/>
      <dgm:spPr/>
    </dgm:pt>
    <dgm:pt modelId="{BA91B721-BFA2-4522-A98F-8F3F9A60EAAF}" type="pres">
      <dgm:prSet presAssocID="{5D6C07E4-8163-4DF8-A1E0-910C6106F9E0}" presName="text" presStyleLbl="node1" presStyleIdx="1" presStyleCnt="3" custScaleX="159880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F3166A-1518-4F1F-B56C-BB147FF6517E}" type="pres">
      <dgm:prSet presAssocID="{F9A31EF2-9AB5-4BD3-8C7B-7D18CD872545}" presName="space" presStyleCnt="0"/>
      <dgm:spPr/>
    </dgm:pt>
    <dgm:pt modelId="{2C8ACA5F-821A-4B1F-92BE-1359D427C78C}" type="pres">
      <dgm:prSet presAssocID="{23B47B46-82D2-4308-BE3F-FD84F24323A8}" presName="text" presStyleLbl="node1" presStyleIdx="2" presStyleCnt="3" custScaleX="1598809" custScaleY="9736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848AA61-7AAB-447C-9148-0081E3D409DE}" type="presOf" srcId="{23B47B46-82D2-4308-BE3F-FD84F24323A8}" destId="{2C8ACA5F-821A-4B1F-92BE-1359D427C78C}" srcOrd="0" destOrd="0" presId="urn:diagrams.loki3.com/VaryingWidthList"/>
    <dgm:cxn modelId="{190365FE-CD08-41B0-9911-377E60CBC53C}" srcId="{88270C5E-62F8-4A01-878A-C42C14DC51F1}" destId="{5D6C07E4-8163-4DF8-A1E0-910C6106F9E0}" srcOrd="1" destOrd="0" parTransId="{ED4360E7-6209-44FF-A02E-C755179ADB87}" sibTransId="{F9A31EF2-9AB5-4BD3-8C7B-7D18CD872545}"/>
    <dgm:cxn modelId="{0694B0E7-4963-42EB-9C52-32E0697889A6}" srcId="{88270C5E-62F8-4A01-878A-C42C14DC51F1}" destId="{1A2996D3-F75B-4B08-8F5D-F2B70100443B}" srcOrd="0" destOrd="0" parTransId="{DE019829-94E6-49B9-B784-75F3A889A024}" sibTransId="{E81C2B8C-3ADD-47EB-9B5A-37C31A9599E1}"/>
    <dgm:cxn modelId="{834AC7BE-0F61-49B7-8980-ED4DB8825ABD}" type="presOf" srcId="{1A2996D3-F75B-4B08-8F5D-F2B70100443B}" destId="{DF9569A3-0AE8-402A-A605-8A4EBA39D19A}" srcOrd="0" destOrd="0" presId="urn:diagrams.loki3.com/VaryingWidthList"/>
    <dgm:cxn modelId="{807B1AA6-E506-427E-998B-B7B2D0151413}" type="presOf" srcId="{88270C5E-62F8-4A01-878A-C42C14DC51F1}" destId="{BE0F139E-D326-4FA3-9EE7-85101AB90DE1}" srcOrd="0" destOrd="0" presId="urn:diagrams.loki3.com/VaryingWidthList"/>
    <dgm:cxn modelId="{7004F2C3-82BA-41C7-992B-ADF3B8531C28}" type="presOf" srcId="{5D6C07E4-8163-4DF8-A1E0-910C6106F9E0}" destId="{BA91B721-BFA2-4522-A98F-8F3F9A60EAAF}" srcOrd="0" destOrd="0" presId="urn:diagrams.loki3.com/VaryingWidthList"/>
    <dgm:cxn modelId="{757E7589-A308-4524-B145-F7347BCB455A}" srcId="{88270C5E-62F8-4A01-878A-C42C14DC51F1}" destId="{23B47B46-82D2-4308-BE3F-FD84F24323A8}" srcOrd="2" destOrd="0" parTransId="{913301C2-EB0C-4D09-BD11-66DC90E826EE}" sibTransId="{8CA1245E-66D0-4DCD-9AF3-EEF835EF2ED5}"/>
    <dgm:cxn modelId="{9DEBC8DD-4BEB-4BCC-B47C-2FEE4A0411F7}" type="presParOf" srcId="{BE0F139E-D326-4FA3-9EE7-85101AB90DE1}" destId="{DF9569A3-0AE8-402A-A605-8A4EBA39D19A}" srcOrd="0" destOrd="0" presId="urn:diagrams.loki3.com/VaryingWidthList"/>
    <dgm:cxn modelId="{E6601BD4-E66C-49AD-A53D-3AFEBEBFB93A}" type="presParOf" srcId="{BE0F139E-D326-4FA3-9EE7-85101AB90DE1}" destId="{C7B75945-4362-4825-9344-90CC2E54675C}" srcOrd="1" destOrd="0" presId="urn:diagrams.loki3.com/VaryingWidthList"/>
    <dgm:cxn modelId="{F7086BCA-E921-446D-A6BB-C57F1D8B4951}" type="presParOf" srcId="{BE0F139E-D326-4FA3-9EE7-85101AB90DE1}" destId="{BA91B721-BFA2-4522-A98F-8F3F9A60EAAF}" srcOrd="2" destOrd="0" presId="urn:diagrams.loki3.com/VaryingWidthList"/>
    <dgm:cxn modelId="{B5695839-283B-4DEC-A48E-3942BE5983C4}" type="presParOf" srcId="{BE0F139E-D326-4FA3-9EE7-85101AB90DE1}" destId="{54F3166A-1518-4F1F-B56C-BB147FF6517E}" srcOrd="3" destOrd="0" presId="urn:diagrams.loki3.com/VaryingWidthList"/>
    <dgm:cxn modelId="{BE6149E8-5505-4DE0-B5E5-5AD434DA55B9}" type="presParOf" srcId="{BE0F139E-D326-4FA3-9EE7-85101AB90DE1}" destId="{2C8ACA5F-821A-4B1F-92BE-1359D427C78C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CB7D7D-045A-45DB-91F3-EF4DCB4CF08D}" type="doc">
      <dgm:prSet loTypeId="urn:microsoft.com/office/officeart/2005/8/layout/venn1" loCatId="relationship" qsTypeId="urn:microsoft.com/office/officeart/2005/8/quickstyle/simple1" qsCatId="simple" csTypeId="urn:microsoft.com/office/officeart/2005/8/colors/colorful1" csCatId="colorful" phldr="1"/>
      <dgm:spPr/>
    </dgm:pt>
    <dgm:pt modelId="{0F6EB8EA-4E9F-45F8-8006-6B28E355142C}">
      <dgm:prSet phldrT="[Text]"/>
      <dgm:spPr/>
      <dgm:t>
        <a:bodyPr/>
        <a:lstStyle/>
        <a:p>
          <a:r>
            <a:rPr lang="en-US" dirty="0" smtClean="0"/>
            <a:t>Identify </a:t>
          </a:r>
          <a:endParaRPr lang="en-US" dirty="0"/>
        </a:p>
      </dgm:t>
    </dgm:pt>
    <dgm:pt modelId="{DF23CE8B-DB8D-4D06-B830-4DBBE0B7F479}" type="parTrans" cxnId="{91C1DCBE-22FE-43BD-9BA1-25672B9E26DC}">
      <dgm:prSet/>
      <dgm:spPr/>
      <dgm:t>
        <a:bodyPr/>
        <a:lstStyle/>
        <a:p>
          <a:endParaRPr lang="en-US"/>
        </a:p>
      </dgm:t>
    </dgm:pt>
    <dgm:pt modelId="{9E602E5B-353D-4A60-91BD-C9003400C0C6}" type="sibTrans" cxnId="{91C1DCBE-22FE-43BD-9BA1-25672B9E26DC}">
      <dgm:prSet/>
      <dgm:spPr/>
      <dgm:t>
        <a:bodyPr/>
        <a:lstStyle/>
        <a:p>
          <a:endParaRPr lang="en-US"/>
        </a:p>
      </dgm:t>
    </dgm:pt>
    <dgm:pt modelId="{E24ADB76-46D4-450B-A6C1-3D5C953B7AA3}">
      <dgm:prSet phldrT="[Text]"/>
      <dgm:spPr/>
      <dgm:t>
        <a:bodyPr/>
        <a:lstStyle/>
        <a:p>
          <a:r>
            <a:rPr lang="en-US" dirty="0" smtClean="0"/>
            <a:t>Organize </a:t>
          </a:r>
          <a:endParaRPr lang="en-US" dirty="0"/>
        </a:p>
      </dgm:t>
    </dgm:pt>
    <dgm:pt modelId="{A8FBCE20-305D-430A-B714-6220D1BCFB19}" type="parTrans" cxnId="{B2C12E72-9056-432B-A7A9-8DFB60FDDFED}">
      <dgm:prSet/>
      <dgm:spPr/>
      <dgm:t>
        <a:bodyPr/>
        <a:lstStyle/>
        <a:p>
          <a:endParaRPr lang="en-US"/>
        </a:p>
      </dgm:t>
    </dgm:pt>
    <dgm:pt modelId="{FBAE81A4-8E14-4849-8346-3FBDAF1F1E35}" type="sibTrans" cxnId="{B2C12E72-9056-432B-A7A9-8DFB60FDDFED}">
      <dgm:prSet/>
      <dgm:spPr/>
      <dgm:t>
        <a:bodyPr/>
        <a:lstStyle/>
        <a:p>
          <a:endParaRPr lang="en-US"/>
        </a:p>
      </dgm:t>
    </dgm:pt>
    <dgm:pt modelId="{280D13E6-C98D-4CA8-9BC8-2957A5FF41C1}">
      <dgm:prSet phldrT="[Text]"/>
      <dgm:spPr/>
      <dgm:t>
        <a:bodyPr/>
        <a:lstStyle/>
        <a:p>
          <a:r>
            <a:rPr lang="en-US" dirty="0" smtClean="0"/>
            <a:t>Examine </a:t>
          </a:r>
          <a:endParaRPr lang="en-US" dirty="0"/>
        </a:p>
      </dgm:t>
    </dgm:pt>
    <dgm:pt modelId="{F513B169-2E33-4F40-A56C-FAE67793ADD5}" type="parTrans" cxnId="{77D30DA7-CBDE-43E1-BE4E-649892DE6E6A}">
      <dgm:prSet/>
      <dgm:spPr/>
      <dgm:t>
        <a:bodyPr/>
        <a:lstStyle/>
        <a:p>
          <a:endParaRPr lang="en-US"/>
        </a:p>
      </dgm:t>
    </dgm:pt>
    <dgm:pt modelId="{66B89FFC-6826-4440-814F-CED012CA7944}" type="sibTrans" cxnId="{77D30DA7-CBDE-43E1-BE4E-649892DE6E6A}">
      <dgm:prSet/>
      <dgm:spPr/>
      <dgm:t>
        <a:bodyPr/>
        <a:lstStyle/>
        <a:p>
          <a:endParaRPr lang="en-US"/>
        </a:p>
      </dgm:t>
    </dgm:pt>
    <dgm:pt modelId="{33EE58D9-488A-4128-9509-501A5A87AD16}" type="pres">
      <dgm:prSet presAssocID="{39CB7D7D-045A-45DB-91F3-EF4DCB4CF08D}" presName="compositeShape" presStyleCnt="0">
        <dgm:presLayoutVars>
          <dgm:chMax val="7"/>
          <dgm:dir/>
          <dgm:resizeHandles val="exact"/>
        </dgm:presLayoutVars>
      </dgm:prSet>
      <dgm:spPr/>
    </dgm:pt>
    <dgm:pt modelId="{2EF3D685-04D8-4F12-830E-25C0B8416FA6}" type="pres">
      <dgm:prSet presAssocID="{0F6EB8EA-4E9F-45F8-8006-6B28E355142C}" presName="circ1" presStyleLbl="vennNode1" presStyleIdx="0" presStyleCnt="3"/>
      <dgm:spPr/>
      <dgm:t>
        <a:bodyPr/>
        <a:lstStyle/>
        <a:p>
          <a:endParaRPr lang="en-US"/>
        </a:p>
      </dgm:t>
    </dgm:pt>
    <dgm:pt modelId="{ACF2ED94-53A5-4746-A9B9-6D74AADB68EC}" type="pres">
      <dgm:prSet presAssocID="{0F6EB8EA-4E9F-45F8-8006-6B28E355142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02353B-1887-48C6-9877-BC53CA91859E}" type="pres">
      <dgm:prSet presAssocID="{E24ADB76-46D4-450B-A6C1-3D5C953B7AA3}" presName="circ2" presStyleLbl="vennNode1" presStyleIdx="1" presStyleCnt="3"/>
      <dgm:spPr/>
      <dgm:t>
        <a:bodyPr/>
        <a:lstStyle/>
        <a:p>
          <a:endParaRPr lang="en-US"/>
        </a:p>
      </dgm:t>
    </dgm:pt>
    <dgm:pt modelId="{95E4AFF6-BAB2-4BB7-9490-EAF1D16DEE4C}" type="pres">
      <dgm:prSet presAssocID="{E24ADB76-46D4-450B-A6C1-3D5C953B7AA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0176173-70C3-4747-99BE-F3B8E6A195F1}" type="pres">
      <dgm:prSet presAssocID="{280D13E6-C98D-4CA8-9BC8-2957A5FF41C1}" presName="circ3" presStyleLbl="vennNode1" presStyleIdx="2" presStyleCnt="3"/>
      <dgm:spPr/>
      <dgm:t>
        <a:bodyPr/>
        <a:lstStyle/>
        <a:p>
          <a:endParaRPr lang="en-US"/>
        </a:p>
      </dgm:t>
    </dgm:pt>
    <dgm:pt modelId="{C8F0CF63-DFE0-4E8B-A84C-9082849349A5}" type="pres">
      <dgm:prSet presAssocID="{280D13E6-C98D-4CA8-9BC8-2957A5FF41C1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1C1DCBE-22FE-43BD-9BA1-25672B9E26DC}" srcId="{39CB7D7D-045A-45DB-91F3-EF4DCB4CF08D}" destId="{0F6EB8EA-4E9F-45F8-8006-6B28E355142C}" srcOrd="0" destOrd="0" parTransId="{DF23CE8B-DB8D-4D06-B830-4DBBE0B7F479}" sibTransId="{9E602E5B-353D-4A60-91BD-C9003400C0C6}"/>
    <dgm:cxn modelId="{CA63B8EA-50B9-4C60-884F-606AA2163E24}" type="presOf" srcId="{39CB7D7D-045A-45DB-91F3-EF4DCB4CF08D}" destId="{33EE58D9-488A-4128-9509-501A5A87AD16}" srcOrd="0" destOrd="0" presId="urn:microsoft.com/office/officeart/2005/8/layout/venn1"/>
    <dgm:cxn modelId="{20D1EB7E-5113-40BA-AABE-952362BD2D5D}" type="presOf" srcId="{0F6EB8EA-4E9F-45F8-8006-6B28E355142C}" destId="{2EF3D685-04D8-4F12-830E-25C0B8416FA6}" srcOrd="0" destOrd="0" presId="urn:microsoft.com/office/officeart/2005/8/layout/venn1"/>
    <dgm:cxn modelId="{B2C12E72-9056-432B-A7A9-8DFB60FDDFED}" srcId="{39CB7D7D-045A-45DB-91F3-EF4DCB4CF08D}" destId="{E24ADB76-46D4-450B-A6C1-3D5C953B7AA3}" srcOrd="1" destOrd="0" parTransId="{A8FBCE20-305D-430A-B714-6220D1BCFB19}" sibTransId="{FBAE81A4-8E14-4849-8346-3FBDAF1F1E35}"/>
    <dgm:cxn modelId="{527BDAEE-463D-4BCD-8446-6405DF7836B4}" type="presOf" srcId="{280D13E6-C98D-4CA8-9BC8-2957A5FF41C1}" destId="{10176173-70C3-4747-99BE-F3B8E6A195F1}" srcOrd="0" destOrd="0" presId="urn:microsoft.com/office/officeart/2005/8/layout/venn1"/>
    <dgm:cxn modelId="{77D30DA7-CBDE-43E1-BE4E-649892DE6E6A}" srcId="{39CB7D7D-045A-45DB-91F3-EF4DCB4CF08D}" destId="{280D13E6-C98D-4CA8-9BC8-2957A5FF41C1}" srcOrd="2" destOrd="0" parTransId="{F513B169-2E33-4F40-A56C-FAE67793ADD5}" sibTransId="{66B89FFC-6826-4440-814F-CED012CA7944}"/>
    <dgm:cxn modelId="{ABA9A752-3AE5-47C4-97F7-04B707FAD476}" type="presOf" srcId="{E24ADB76-46D4-450B-A6C1-3D5C953B7AA3}" destId="{95E4AFF6-BAB2-4BB7-9490-EAF1D16DEE4C}" srcOrd="1" destOrd="0" presId="urn:microsoft.com/office/officeart/2005/8/layout/venn1"/>
    <dgm:cxn modelId="{044B3049-CD74-4E8F-AF23-42D8AA702F7B}" type="presOf" srcId="{0F6EB8EA-4E9F-45F8-8006-6B28E355142C}" destId="{ACF2ED94-53A5-4746-A9B9-6D74AADB68EC}" srcOrd="1" destOrd="0" presId="urn:microsoft.com/office/officeart/2005/8/layout/venn1"/>
    <dgm:cxn modelId="{46C40F1F-8A87-4AE5-822E-E73B7F4F9810}" type="presOf" srcId="{280D13E6-C98D-4CA8-9BC8-2957A5FF41C1}" destId="{C8F0CF63-DFE0-4E8B-A84C-9082849349A5}" srcOrd="1" destOrd="0" presId="urn:microsoft.com/office/officeart/2005/8/layout/venn1"/>
    <dgm:cxn modelId="{2EC03E0B-20F1-47A6-9DF0-DC45874A363F}" type="presOf" srcId="{E24ADB76-46D4-450B-A6C1-3D5C953B7AA3}" destId="{E202353B-1887-48C6-9877-BC53CA91859E}" srcOrd="0" destOrd="0" presId="urn:microsoft.com/office/officeart/2005/8/layout/venn1"/>
    <dgm:cxn modelId="{0F3C4859-2C2A-4D5D-8593-089C35941E92}" type="presParOf" srcId="{33EE58D9-488A-4128-9509-501A5A87AD16}" destId="{2EF3D685-04D8-4F12-830E-25C0B8416FA6}" srcOrd="0" destOrd="0" presId="urn:microsoft.com/office/officeart/2005/8/layout/venn1"/>
    <dgm:cxn modelId="{A40F3503-1F68-4F82-BA1E-2041592F5679}" type="presParOf" srcId="{33EE58D9-488A-4128-9509-501A5A87AD16}" destId="{ACF2ED94-53A5-4746-A9B9-6D74AADB68EC}" srcOrd="1" destOrd="0" presId="urn:microsoft.com/office/officeart/2005/8/layout/venn1"/>
    <dgm:cxn modelId="{C15BB716-DA5A-4D45-BC23-5015988F8B1E}" type="presParOf" srcId="{33EE58D9-488A-4128-9509-501A5A87AD16}" destId="{E202353B-1887-48C6-9877-BC53CA91859E}" srcOrd="2" destOrd="0" presId="urn:microsoft.com/office/officeart/2005/8/layout/venn1"/>
    <dgm:cxn modelId="{D86B45F3-6383-44B6-B04A-B88189A0BC21}" type="presParOf" srcId="{33EE58D9-488A-4128-9509-501A5A87AD16}" destId="{95E4AFF6-BAB2-4BB7-9490-EAF1D16DEE4C}" srcOrd="3" destOrd="0" presId="urn:microsoft.com/office/officeart/2005/8/layout/venn1"/>
    <dgm:cxn modelId="{7F4EB8B8-792E-4549-B3D6-7904B1D23B66}" type="presParOf" srcId="{33EE58D9-488A-4128-9509-501A5A87AD16}" destId="{10176173-70C3-4747-99BE-F3B8E6A195F1}" srcOrd="4" destOrd="0" presId="urn:microsoft.com/office/officeart/2005/8/layout/venn1"/>
    <dgm:cxn modelId="{F59959EF-9ABB-49DC-A75C-92548FDC2CD4}" type="presParOf" srcId="{33EE58D9-488A-4128-9509-501A5A87AD16}" destId="{C8F0CF63-DFE0-4E8B-A84C-9082849349A5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FCC078-1979-45C6-94DA-3D68AF6DFFA7}" type="doc">
      <dgm:prSet loTypeId="urn:diagrams.loki3.com/VaryingWidth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4D69CBC-44FB-48A2-81B4-D3976E01A88F}">
      <dgm:prSet phldrT="[Text]" custT="1"/>
      <dgm:spPr/>
      <dgm:t>
        <a:bodyPr/>
        <a:lstStyle/>
        <a:p>
          <a:r>
            <a:rPr lang="en-US" sz="4000" dirty="0" smtClean="0"/>
            <a:t>A report is to be structured with the use of headings and subheadings.</a:t>
          </a:r>
          <a:endParaRPr lang="en-US" sz="4000" dirty="0"/>
        </a:p>
      </dgm:t>
    </dgm:pt>
    <dgm:pt modelId="{194E9E08-F6E7-45BF-A90E-10F05D633739}" type="parTrans" cxnId="{00F365FC-E36D-4C67-A62A-BF0D5CD17D5C}">
      <dgm:prSet/>
      <dgm:spPr/>
      <dgm:t>
        <a:bodyPr/>
        <a:lstStyle/>
        <a:p>
          <a:endParaRPr lang="en-US"/>
        </a:p>
      </dgm:t>
    </dgm:pt>
    <dgm:pt modelId="{FE783D44-B32E-4581-860C-67ACE2A2AE2A}" type="sibTrans" cxnId="{00F365FC-E36D-4C67-A62A-BF0D5CD17D5C}">
      <dgm:prSet/>
      <dgm:spPr/>
      <dgm:t>
        <a:bodyPr/>
        <a:lstStyle/>
        <a:p>
          <a:endParaRPr lang="en-US" dirty="0"/>
        </a:p>
      </dgm:t>
    </dgm:pt>
    <dgm:pt modelId="{38C0DEEE-D01B-4149-AFB4-DB3EC723A78A}">
      <dgm:prSet phldrT="[Text]"/>
      <dgm:spPr/>
      <dgm:t>
        <a:bodyPr/>
        <a:lstStyle/>
        <a:p>
          <a:endParaRPr lang="en-US" sz="2400" dirty="0"/>
        </a:p>
      </dgm:t>
    </dgm:pt>
    <dgm:pt modelId="{6AD31980-2E0D-4866-A02C-125793318E9F}" type="parTrans" cxnId="{425D5986-7C81-4CF8-B32C-A4AEF3195EBC}">
      <dgm:prSet/>
      <dgm:spPr/>
      <dgm:t>
        <a:bodyPr/>
        <a:lstStyle/>
        <a:p>
          <a:endParaRPr lang="en-US"/>
        </a:p>
      </dgm:t>
    </dgm:pt>
    <dgm:pt modelId="{9D0B5770-95DA-41A3-B0BE-61D4E72DFA8C}" type="sibTrans" cxnId="{425D5986-7C81-4CF8-B32C-A4AEF3195EBC}">
      <dgm:prSet/>
      <dgm:spPr/>
      <dgm:t>
        <a:bodyPr/>
        <a:lstStyle/>
        <a:p>
          <a:endParaRPr lang="en-US"/>
        </a:p>
      </dgm:t>
    </dgm:pt>
    <dgm:pt modelId="{C5499214-FDA1-4A0E-819E-E762BA611336}">
      <dgm:prSet phldrT="[Text]"/>
      <dgm:spPr/>
      <dgm:t>
        <a:bodyPr/>
        <a:lstStyle/>
        <a:p>
          <a:r>
            <a:rPr lang="en-US" dirty="0" smtClean="0"/>
            <a:t>A report should be comprised of sections which can stand independently</a:t>
          </a:r>
          <a:endParaRPr lang="en-US" dirty="0"/>
        </a:p>
      </dgm:t>
    </dgm:pt>
    <dgm:pt modelId="{49557265-357D-4D67-B44D-B75F89CC8087}" type="parTrans" cxnId="{F753D044-54CB-40C0-8084-D1A60016FDF2}">
      <dgm:prSet/>
      <dgm:spPr/>
      <dgm:t>
        <a:bodyPr/>
        <a:lstStyle/>
        <a:p>
          <a:endParaRPr lang="en-US"/>
        </a:p>
      </dgm:t>
    </dgm:pt>
    <dgm:pt modelId="{F85CBA36-075C-4AAF-A5C2-62035AAA7721}" type="sibTrans" cxnId="{F753D044-54CB-40C0-8084-D1A60016FDF2}">
      <dgm:prSet/>
      <dgm:spPr/>
      <dgm:t>
        <a:bodyPr/>
        <a:lstStyle/>
        <a:p>
          <a:endParaRPr lang="en-US"/>
        </a:p>
      </dgm:t>
    </dgm:pt>
    <dgm:pt modelId="{88471C77-BEEE-4CCA-9A59-40B478A76E60}">
      <dgm:prSet/>
      <dgm:spPr/>
      <dgm:t>
        <a:bodyPr/>
        <a:lstStyle/>
        <a:p>
          <a:r>
            <a:rPr lang="en-US" dirty="0" smtClean="0"/>
            <a:t>A report is a form of impartial communication based on facts and figures</a:t>
          </a:r>
          <a:endParaRPr lang="en-US" dirty="0"/>
        </a:p>
      </dgm:t>
    </dgm:pt>
    <dgm:pt modelId="{7CBB6A8B-A5C7-4196-96EA-5C37EA882A2B}" type="parTrans" cxnId="{6436309C-BB41-49CE-A0B2-FF26CC626122}">
      <dgm:prSet/>
      <dgm:spPr/>
      <dgm:t>
        <a:bodyPr/>
        <a:lstStyle/>
        <a:p>
          <a:endParaRPr lang="en-US"/>
        </a:p>
      </dgm:t>
    </dgm:pt>
    <dgm:pt modelId="{B16B9CBC-E207-468F-8000-03112D4CAE59}" type="sibTrans" cxnId="{6436309C-BB41-49CE-A0B2-FF26CC626122}">
      <dgm:prSet/>
      <dgm:spPr/>
      <dgm:t>
        <a:bodyPr/>
        <a:lstStyle/>
        <a:p>
          <a:endParaRPr lang="en-US"/>
        </a:p>
      </dgm:t>
    </dgm:pt>
    <dgm:pt modelId="{22370449-B104-47A7-8147-72C6BF726528}" type="pres">
      <dgm:prSet presAssocID="{47FCC078-1979-45C6-94DA-3D68AF6DFFA7}" presName="Name0" presStyleCnt="0">
        <dgm:presLayoutVars>
          <dgm:resizeHandles/>
        </dgm:presLayoutVars>
      </dgm:prSet>
      <dgm:spPr/>
      <dgm:t>
        <a:bodyPr/>
        <a:lstStyle/>
        <a:p>
          <a:endParaRPr lang="en-US"/>
        </a:p>
      </dgm:t>
    </dgm:pt>
    <dgm:pt modelId="{FEC33B4D-B8B9-46B0-8C50-B59C35F87B86}" type="pres">
      <dgm:prSet presAssocID="{44D69CBC-44FB-48A2-81B4-D3976E01A88F}" presName="text" presStyleLbl="node1" presStyleIdx="0" presStyleCnt="3" custScaleX="1770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ADB130-DBDF-4459-BA91-2AF40EAFBD37}" type="pres">
      <dgm:prSet presAssocID="{FE783D44-B32E-4581-860C-67ACE2A2AE2A}" presName="space" presStyleCnt="0"/>
      <dgm:spPr/>
    </dgm:pt>
    <dgm:pt modelId="{2A675810-79CC-457D-83FB-084BDBBC39AA}" type="pres">
      <dgm:prSet presAssocID="{C5499214-FDA1-4A0E-819E-E762BA611336}" presName="text" presStyleLbl="node1" presStyleIdx="1" presStyleCnt="3" custScaleX="2204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5C0B65-7E57-471F-9852-7DAA48E4C63C}" type="pres">
      <dgm:prSet presAssocID="{F85CBA36-075C-4AAF-A5C2-62035AAA7721}" presName="space" presStyleCnt="0"/>
      <dgm:spPr/>
    </dgm:pt>
    <dgm:pt modelId="{D5604D78-52C2-4D58-AD73-2F9FE0A999F4}" type="pres">
      <dgm:prSet presAssocID="{88471C77-BEEE-4CCA-9A59-40B478A76E60}" presName="text" presStyleLbl="node1" presStyleIdx="2" presStyleCnt="3" custScaleX="2384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E7D9AE-D2FB-4699-A72F-95FAD0562E43}" type="presOf" srcId="{C5499214-FDA1-4A0E-819E-E762BA611336}" destId="{2A675810-79CC-457D-83FB-084BDBBC39AA}" srcOrd="0" destOrd="0" presId="urn:diagrams.loki3.com/VaryingWidthList"/>
    <dgm:cxn modelId="{386AB8EA-FB42-4CA0-A6B0-3A3F6D9120ED}" type="presOf" srcId="{88471C77-BEEE-4CCA-9A59-40B478A76E60}" destId="{D5604D78-52C2-4D58-AD73-2F9FE0A999F4}" srcOrd="0" destOrd="0" presId="urn:diagrams.loki3.com/VaryingWidthList"/>
    <dgm:cxn modelId="{F753D044-54CB-40C0-8084-D1A60016FDF2}" srcId="{47FCC078-1979-45C6-94DA-3D68AF6DFFA7}" destId="{C5499214-FDA1-4A0E-819E-E762BA611336}" srcOrd="1" destOrd="0" parTransId="{49557265-357D-4D67-B44D-B75F89CC8087}" sibTransId="{F85CBA36-075C-4AAF-A5C2-62035AAA7721}"/>
    <dgm:cxn modelId="{D559E14C-DDE9-4C45-99F3-949F3FB14B26}" type="presOf" srcId="{47FCC078-1979-45C6-94DA-3D68AF6DFFA7}" destId="{22370449-B104-47A7-8147-72C6BF726528}" srcOrd="0" destOrd="0" presId="urn:diagrams.loki3.com/VaryingWidthList"/>
    <dgm:cxn modelId="{E7DC8B68-5475-456C-8C3D-D47B4F342E98}" type="presOf" srcId="{38C0DEEE-D01B-4149-AFB4-DB3EC723A78A}" destId="{FEC33B4D-B8B9-46B0-8C50-B59C35F87B86}" srcOrd="0" destOrd="1" presId="urn:diagrams.loki3.com/VaryingWidthList"/>
    <dgm:cxn modelId="{6436309C-BB41-49CE-A0B2-FF26CC626122}" srcId="{47FCC078-1979-45C6-94DA-3D68AF6DFFA7}" destId="{88471C77-BEEE-4CCA-9A59-40B478A76E60}" srcOrd="2" destOrd="0" parTransId="{7CBB6A8B-A5C7-4196-96EA-5C37EA882A2B}" sibTransId="{B16B9CBC-E207-468F-8000-03112D4CAE59}"/>
    <dgm:cxn modelId="{00F365FC-E36D-4C67-A62A-BF0D5CD17D5C}" srcId="{47FCC078-1979-45C6-94DA-3D68AF6DFFA7}" destId="{44D69CBC-44FB-48A2-81B4-D3976E01A88F}" srcOrd="0" destOrd="0" parTransId="{194E9E08-F6E7-45BF-A90E-10F05D633739}" sibTransId="{FE783D44-B32E-4581-860C-67ACE2A2AE2A}"/>
    <dgm:cxn modelId="{7CBBA651-E883-4D33-BAE9-2007C7D312C4}" type="presOf" srcId="{44D69CBC-44FB-48A2-81B4-D3976E01A88F}" destId="{FEC33B4D-B8B9-46B0-8C50-B59C35F87B86}" srcOrd="0" destOrd="0" presId="urn:diagrams.loki3.com/VaryingWidthList"/>
    <dgm:cxn modelId="{425D5986-7C81-4CF8-B32C-A4AEF3195EBC}" srcId="{44D69CBC-44FB-48A2-81B4-D3976E01A88F}" destId="{38C0DEEE-D01B-4149-AFB4-DB3EC723A78A}" srcOrd="0" destOrd="0" parTransId="{6AD31980-2E0D-4866-A02C-125793318E9F}" sibTransId="{9D0B5770-95DA-41A3-B0BE-61D4E72DFA8C}"/>
    <dgm:cxn modelId="{F2801B97-806B-4027-B246-1CEC30F4C19D}" type="presParOf" srcId="{22370449-B104-47A7-8147-72C6BF726528}" destId="{FEC33B4D-B8B9-46B0-8C50-B59C35F87B86}" srcOrd="0" destOrd="0" presId="urn:diagrams.loki3.com/VaryingWidthList"/>
    <dgm:cxn modelId="{19A7216A-05AC-44C1-BE28-8E5074844954}" type="presParOf" srcId="{22370449-B104-47A7-8147-72C6BF726528}" destId="{A0ADB130-DBDF-4459-BA91-2AF40EAFBD37}" srcOrd="1" destOrd="0" presId="urn:diagrams.loki3.com/VaryingWidthList"/>
    <dgm:cxn modelId="{2EA68119-1D83-4D71-B041-7207B09F97AB}" type="presParOf" srcId="{22370449-B104-47A7-8147-72C6BF726528}" destId="{2A675810-79CC-457D-83FB-084BDBBC39AA}" srcOrd="2" destOrd="0" presId="urn:diagrams.loki3.com/VaryingWidthList"/>
    <dgm:cxn modelId="{C15D6E83-0984-4DB5-B6DC-085972ECB64A}" type="presParOf" srcId="{22370449-B104-47A7-8147-72C6BF726528}" destId="{A55C0B65-7E57-471F-9852-7DAA48E4C63C}" srcOrd="3" destOrd="0" presId="urn:diagrams.loki3.com/VaryingWidthList"/>
    <dgm:cxn modelId="{2CCF7589-52F8-488D-BBCB-D8B2690EC758}" type="presParOf" srcId="{22370449-B104-47A7-8147-72C6BF726528}" destId="{D5604D78-52C2-4D58-AD73-2F9FE0A999F4}" srcOrd="4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DF1AC5-A9EC-402A-B470-8B31A15D130B}" type="doc">
      <dgm:prSet loTypeId="urn:microsoft.com/office/officeart/2005/8/layout/venn3" loCatId="relationship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219E71E-82E5-4A87-818F-0EC1E8FD9E89}">
      <dgm:prSet phldrT="[Text]"/>
      <dgm:spPr/>
      <dgm:t>
        <a:bodyPr/>
        <a:lstStyle/>
        <a:p>
          <a:r>
            <a:rPr lang="en-US" b="0" i="0" dirty="0" smtClean="0"/>
            <a:t>clarity</a:t>
          </a:r>
          <a:endParaRPr lang="en-US" dirty="0"/>
        </a:p>
      </dgm:t>
    </dgm:pt>
    <dgm:pt modelId="{268831EC-151D-4C25-8EE4-ACBF0D83337C}" type="parTrans" cxnId="{B96598BA-B3B1-462E-9C20-2289BA8B572C}">
      <dgm:prSet/>
      <dgm:spPr/>
      <dgm:t>
        <a:bodyPr/>
        <a:lstStyle/>
        <a:p>
          <a:endParaRPr lang="en-US"/>
        </a:p>
      </dgm:t>
    </dgm:pt>
    <dgm:pt modelId="{637326B1-881E-4808-9832-67C75ABBB84A}" type="sibTrans" cxnId="{B96598BA-B3B1-462E-9C20-2289BA8B572C}">
      <dgm:prSet/>
      <dgm:spPr/>
      <dgm:t>
        <a:bodyPr/>
        <a:lstStyle/>
        <a:p>
          <a:endParaRPr lang="en-US"/>
        </a:p>
      </dgm:t>
    </dgm:pt>
    <dgm:pt modelId="{00B24FF7-EB58-4C8B-A5F4-FB602AEA8FBC}">
      <dgm:prSet/>
      <dgm:spPr/>
      <dgm:t>
        <a:bodyPr/>
        <a:lstStyle/>
        <a:p>
          <a:r>
            <a:rPr lang="en-US" b="0" i="0" dirty="0" smtClean="0"/>
            <a:t>complete</a:t>
          </a:r>
          <a:endParaRPr lang="en-US" dirty="0"/>
        </a:p>
      </dgm:t>
    </dgm:pt>
    <dgm:pt modelId="{5A53E802-730D-4CB2-BF82-6309B5B5AC5A}" type="parTrans" cxnId="{484F88F1-1C8E-4C48-8B5A-B216DFCCB7C3}">
      <dgm:prSet/>
      <dgm:spPr/>
      <dgm:t>
        <a:bodyPr/>
        <a:lstStyle/>
        <a:p>
          <a:endParaRPr lang="en-US"/>
        </a:p>
      </dgm:t>
    </dgm:pt>
    <dgm:pt modelId="{AF63C5D1-C3BF-44B3-9C31-92BB15072DC7}" type="sibTrans" cxnId="{484F88F1-1C8E-4C48-8B5A-B216DFCCB7C3}">
      <dgm:prSet/>
      <dgm:spPr/>
      <dgm:t>
        <a:bodyPr/>
        <a:lstStyle/>
        <a:p>
          <a:endParaRPr lang="en-US"/>
        </a:p>
      </dgm:t>
    </dgm:pt>
    <dgm:pt modelId="{282490A8-D400-4B12-BA18-17D576F86C8B}">
      <dgm:prSet/>
      <dgm:spPr/>
      <dgm:t>
        <a:bodyPr/>
        <a:lstStyle/>
        <a:p>
          <a:r>
            <a:rPr lang="en-US" b="0" i="0" dirty="0" smtClean="0"/>
            <a:t>concise</a:t>
          </a:r>
          <a:endParaRPr lang="en-US" dirty="0"/>
        </a:p>
      </dgm:t>
    </dgm:pt>
    <dgm:pt modelId="{26579DD1-978E-422B-B5D5-B7084BC1E671}" type="parTrans" cxnId="{44C015E4-9A93-439A-82A6-895BB4DA9CB6}">
      <dgm:prSet/>
      <dgm:spPr/>
      <dgm:t>
        <a:bodyPr/>
        <a:lstStyle/>
        <a:p>
          <a:endParaRPr lang="en-US"/>
        </a:p>
      </dgm:t>
    </dgm:pt>
    <dgm:pt modelId="{E006E2A1-76A1-4771-8451-286CF33FDDBC}" type="sibTrans" cxnId="{44C015E4-9A93-439A-82A6-895BB4DA9CB6}">
      <dgm:prSet/>
      <dgm:spPr/>
      <dgm:t>
        <a:bodyPr/>
        <a:lstStyle/>
        <a:p>
          <a:endParaRPr lang="en-US"/>
        </a:p>
      </dgm:t>
    </dgm:pt>
    <dgm:pt modelId="{08444167-D4B4-4A98-A0AC-6114F673C2DF}">
      <dgm:prSet/>
      <dgm:spPr/>
      <dgm:t>
        <a:bodyPr/>
        <a:lstStyle/>
        <a:p>
          <a:r>
            <a:rPr lang="en-US" b="0" i="0" dirty="0" smtClean="0"/>
            <a:t>correct</a:t>
          </a:r>
          <a:endParaRPr lang="en-US" dirty="0"/>
        </a:p>
      </dgm:t>
    </dgm:pt>
    <dgm:pt modelId="{EE0C379B-CF38-4C32-B8EC-20BD568CB7DB}" type="parTrans" cxnId="{88CDB80D-7FFC-417F-AE58-61C79D541F50}">
      <dgm:prSet/>
      <dgm:spPr/>
      <dgm:t>
        <a:bodyPr/>
        <a:lstStyle/>
        <a:p>
          <a:endParaRPr lang="en-US"/>
        </a:p>
      </dgm:t>
    </dgm:pt>
    <dgm:pt modelId="{21591AC0-8A1F-49E8-92AC-BF951A085C68}" type="sibTrans" cxnId="{88CDB80D-7FFC-417F-AE58-61C79D541F50}">
      <dgm:prSet/>
      <dgm:spPr/>
      <dgm:t>
        <a:bodyPr/>
        <a:lstStyle/>
        <a:p>
          <a:endParaRPr lang="en-US"/>
        </a:p>
      </dgm:t>
    </dgm:pt>
    <dgm:pt modelId="{BCB4C3F4-57D5-4488-808C-96AB1905A3F2}" type="pres">
      <dgm:prSet presAssocID="{69DF1AC5-A9EC-402A-B470-8B31A15D130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89E377E-36A1-4AE1-BC72-3F21DB23165E}" type="pres">
      <dgm:prSet presAssocID="{E219E71E-82E5-4A87-818F-0EC1E8FD9E89}" presName="Name5" presStyleLbl="venn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8F0AB2-C858-4062-84D6-F5D1901F6063}" type="pres">
      <dgm:prSet presAssocID="{637326B1-881E-4808-9832-67C75ABBB84A}" presName="space" presStyleCnt="0"/>
      <dgm:spPr/>
    </dgm:pt>
    <dgm:pt modelId="{2518CC0D-A15C-449C-B563-5EFC58CD7EB9}" type="pres">
      <dgm:prSet presAssocID="{00B24FF7-EB58-4C8B-A5F4-FB602AEA8FBC}" presName="Name5" presStyleLbl="venn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840414-FD77-41C4-9554-C4794529B3F7}" type="pres">
      <dgm:prSet presAssocID="{AF63C5D1-C3BF-44B3-9C31-92BB15072DC7}" presName="space" presStyleCnt="0"/>
      <dgm:spPr/>
    </dgm:pt>
    <dgm:pt modelId="{CFACD2F7-3E2F-4811-8217-0A3289DE13F2}" type="pres">
      <dgm:prSet presAssocID="{282490A8-D400-4B12-BA18-17D576F86C8B}" presName="Name5" presStyleLbl="venn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63ED98-5EEA-4CEE-857D-EA4B6F4B9BA2}" type="pres">
      <dgm:prSet presAssocID="{E006E2A1-76A1-4771-8451-286CF33FDDBC}" presName="space" presStyleCnt="0"/>
      <dgm:spPr/>
    </dgm:pt>
    <dgm:pt modelId="{C2772489-38AA-45B3-AA8D-293CDC1D0BCD}" type="pres">
      <dgm:prSet presAssocID="{08444167-D4B4-4A98-A0AC-6114F673C2DF}" presName="Name5" presStyleLbl="venn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DF05385-3E41-4C23-8846-9A0F58C391C8}" type="presOf" srcId="{282490A8-D400-4B12-BA18-17D576F86C8B}" destId="{CFACD2F7-3E2F-4811-8217-0A3289DE13F2}" srcOrd="0" destOrd="0" presId="urn:microsoft.com/office/officeart/2005/8/layout/venn3"/>
    <dgm:cxn modelId="{88CDB80D-7FFC-417F-AE58-61C79D541F50}" srcId="{69DF1AC5-A9EC-402A-B470-8B31A15D130B}" destId="{08444167-D4B4-4A98-A0AC-6114F673C2DF}" srcOrd="3" destOrd="0" parTransId="{EE0C379B-CF38-4C32-B8EC-20BD568CB7DB}" sibTransId="{21591AC0-8A1F-49E8-92AC-BF951A085C68}"/>
    <dgm:cxn modelId="{55160305-A5D3-46DC-A675-E6EEE7CA3349}" type="presOf" srcId="{00B24FF7-EB58-4C8B-A5F4-FB602AEA8FBC}" destId="{2518CC0D-A15C-449C-B563-5EFC58CD7EB9}" srcOrd="0" destOrd="0" presId="urn:microsoft.com/office/officeart/2005/8/layout/venn3"/>
    <dgm:cxn modelId="{47753D5C-7B1C-4E70-B681-9EA3CE7C6A99}" type="presOf" srcId="{69DF1AC5-A9EC-402A-B470-8B31A15D130B}" destId="{BCB4C3F4-57D5-4488-808C-96AB1905A3F2}" srcOrd="0" destOrd="0" presId="urn:microsoft.com/office/officeart/2005/8/layout/venn3"/>
    <dgm:cxn modelId="{484F88F1-1C8E-4C48-8B5A-B216DFCCB7C3}" srcId="{69DF1AC5-A9EC-402A-B470-8B31A15D130B}" destId="{00B24FF7-EB58-4C8B-A5F4-FB602AEA8FBC}" srcOrd="1" destOrd="0" parTransId="{5A53E802-730D-4CB2-BF82-6309B5B5AC5A}" sibTransId="{AF63C5D1-C3BF-44B3-9C31-92BB15072DC7}"/>
    <dgm:cxn modelId="{44C015E4-9A93-439A-82A6-895BB4DA9CB6}" srcId="{69DF1AC5-A9EC-402A-B470-8B31A15D130B}" destId="{282490A8-D400-4B12-BA18-17D576F86C8B}" srcOrd="2" destOrd="0" parTransId="{26579DD1-978E-422B-B5D5-B7084BC1E671}" sibTransId="{E006E2A1-76A1-4771-8451-286CF33FDDBC}"/>
    <dgm:cxn modelId="{A1CED85F-F183-4E49-B60D-86BB8BB6CC62}" type="presOf" srcId="{E219E71E-82E5-4A87-818F-0EC1E8FD9E89}" destId="{C89E377E-36A1-4AE1-BC72-3F21DB23165E}" srcOrd="0" destOrd="0" presId="urn:microsoft.com/office/officeart/2005/8/layout/venn3"/>
    <dgm:cxn modelId="{4D05EA11-479A-47F7-9A51-C6DBA95B4999}" type="presOf" srcId="{08444167-D4B4-4A98-A0AC-6114F673C2DF}" destId="{C2772489-38AA-45B3-AA8D-293CDC1D0BCD}" srcOrd="0" destOrd="0" presId="urn:microsoft.com/office/officeart/2005/8/layout/venn3"/>
    <dgm:cxn modelId="{B96598BA-B3B1-462E-9C20-2289BA8B572C}" srcId="{69DF1AC5-A9EC-402A-B470-8B31A15D130B}" destId="{E219E71E-82E5-4A87-818F-0EC1E8FD9E89}" srcOrd="0" destOrd="0" parTransId="{268831EC-151D-4C25-8EE4-ACBF0D83337C}" sibTransId="{637326B1-881E-4808-9832-67C75ABBB84A}"/>
    <dgm:cxn modelId="{EBDE9AC1-6F4D-4A70-929A-8E6A2862A6A7}" type="presParOf" srcId="{BCB4C3F4-57D5-4488-808C-96AB1905A3F2}" destId="{C89E377E-36A1-4AE1-BC72-3F21DB23165E}" srcOrd="0" destOrd="0" presId="urn:microsoft.com/office/officeart/2005/8/layout/venn3"/>
    <dgm:cxn modelId="{3594562C-2349-44B0-81B3-CE91AE99B237}" type="presParOf" srcId="{BCB4C3F4-57D5-4488-808C-96AB1905A3F2}" destId="{B68F0AB2-C858-4062-84D6-F5D1901F6063}" srcOrd="1" destOrd="0" presId="urn:microsoft.com/office/officeart/2005/8/layout/venn3"/>
    <dgm:cxn modelId="{B992A3EF-AD90-459B-B999-41E973DB8746}" type="presParOf" srcId="{BCB4C3F4-57D5-4488-808C-96AB1905A3F2}" destId="{2518CC0D-A15C-449C-B563-5EFC58CD7EB9}" srcOrd="2" destOrd="0" presId="urn:microsoft.com/office/officeart/2005/8/layout/venn3"/>
    <dgm:cxn modelId="{558595F2-FFDA-471A-877B-C512EF7872C1}" type="presParOf" srcId="{BCB4C3F4-57D5-4488-808C-96AB1905A3F2}" destId="{34840414-FD77-41C4-9554-C4794529B3F7}" srcOrd="3" destOrd="0" presId="urn:microsoft.com/office/officeart/2005/8/layout/venn3"/>
    <dgm:cxn modelId="{84F7D08E-098B-4345-9C41-344178015514}" type="presParOf" srcId="{BCB4C3F4-57D5-4488-808C-96AB1905A3F2}" destId="{CFACD2F7-3E2F-4811-8217-0A3289DE13F2}" srcOrd="4" destOrd="0" presId="urn:microsoft.com/office/officeart/2005/8/layout/venn3"/>
    <dgm:cxn modelId="{6BA194DE-A2D3-48EB-A7C1-511284E1314B}" type="presParOf" srcId="{BCB4C3F4-57D5-4488-808C-96AB1905A3F2}" destId="{6463ED98-5EEA-4CEE-857D-EA4B6F4B9BA2}" srcOrd="5" destOrd="0" presId="urn:microsoft.com/office/officeart/2005/8/layout/venn3"/>
    <dgm:cxn modelId="{D0CD7C4C-D177-4B37-9DFE-3B40E6C2A954}" type="presParOf" srcId="{BCB4C3F4-57D5-4488-808C-96AB1905A3F2}" destId="{C2772489-38AA-45B3-AA8D-293CDC1D0BCD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122860-AC75-4CA9-9709-0BADE4487574}" type="doc">
      <dgm:prSet loTypeId="urn:microsoft.com/office/officeart/2005/8/layout/arrow1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99EB68D-3C17-4C90-A2D0-E44A65B208FC}">
      <dgm:prSet phldrT="[Text]"/>
      <dgm:spPr>
        <a:gradFill flip="none" rotWithShape="0">
          <a:gsLst>
            <a:gs pos="0">
              <a:schemeClr val="accent2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2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2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8100000" scaled="1"/>
          <a:tileRect/>
        </a:gradFill>
      </dgm:spPr>
      <dgm:t>
        <a:bodyPr/>
        <a:lstStyle/>
        <a:p>
          <a:r>
            <a:rPr lang="en-US" dirty="0" smtClean="0"/>
            <a:t>Report </a:t>
          </a:r>
          <a:endParaRPr lang="en-US" dirty="0"/>
        </a:p>
      </dgm:t>
    </dgm:pt>
    <dgm:pt modelId="{47E8FBF5-CD98-4655-8914-695CA01F5E8C}" type="parTrans" cxnId="{BB96C3D2-5E9C-4DD7-BEB2-13E62F1261D3}">
      <dgm:prSet/>
      <dgm:spPr/>
      <dgm:t>
        <a:bodyPr/>
        <a:lstStyle/>
        <a:p>
          <a:endParaRPr lang="en-US"/>
        </a:p>
      </dgm:t>
    </dgm:pt>
    <dgm:pt modelId="{A5DCAE9E-2482-4F7C-BC71-2C632EEFA094}" type="sibTrans" cxnId="{BB96C3D2-5E9C-4DD7-BEB2-13E62F1261D3}">
      <dgm:prSet/>
      <dgm:spPr/>
      <dgm:t>
        <a:bodyPr/>
        <a:lstStyle/>
        <a:p>
          <a:endParaRPr lang="en-US"/>
        </a:p>
      </dgm:t>
    </dgm:pt>
    <dgm:pt modelId="{419C981C-5F12-42D1-8E56-818DBE89D0C4}">
      <dgm:prSet phldrT="[Text]"/>
      <dgm:spPr>
        <a:effectLst>
          <a:outerShdw blurRad="50800" dist="38100" dir="8100000" algn="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US" dirty="0" smtClean="0"/>
            <a:t>Essay </a:t>
          </a:r>
          <a:endParaRPr lang="en-US" dirty="0"/>
        </a:p>
      </dgm:t>
    </dgm:pt>
    <dgm:pt modelId="{B359BA3C-7DC9-4914-AF13-3285F970DEF5}" type="parTrans" cxnId="{43621A44-939B-4D04-86B3-9AA81BCE642C}">
      <dgm:prSet/>
      <dgm:spPr/>
      <dgm:t>
        <a:bodyPr/>
        <a:lstStyle/>
        <a:p>
          <a:endParaRPr lang="en-US"/>
        </a:p>
      </dgm:t>
    </dgm:pt>
    <dgm:pt modelId="{67ACD4F4-DF83-4417-B3C8-0283A35538E4}" type="sibTrans" cxnId="{43621A44-939B-4D04-86B3-9AA81BCE642C}">
      <dgm:prSet/>
      <dgm:spPr/>
      <dgm:t>
        <a:bodyPr/>
        <a:lstStyle/>
        <a:p>
          <a:endParaRPr lang="en-US"/>
        </a:p>
      </dgm:t>
    </dgm:pt>
    <dgm:pt modelId="{C5CF5451-8F8B-4AEC-94BE-B11AE5F62C2C}" type="pres">
      <dgm:prSet presAssocID="{2F122860-AC75-4CA9-9709-0BADE448757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851A385-64F1-4B6C-939A-15A2D1EEF51C}" type="pres">
      <dgm:prSet presAssocID="{999EB68D-3C17-4C90-A2D0-E44A65B208FC}" presName="arrow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ECA684-E21A-4B00-B549-4046CE8C8A23}" type="pres">
      <dgm:prSet presAssocID="{419C981C-5F12-42D1-8E56-818DBE89D0C4}" presName="arrow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96C3D2-5E9C-4DD7-BEB2-13E62F1261D3}" srcId="{2F122860-AC75-4CA9-9709-0BADE4487574}" destId="{999EB68D-3C17-4C90-A2D0-E44A65B208FC}" srcOrd="0" destOrd="0" parTransId="{47E8FBF5-CD98-4655-8914-695CA01F5E8C}" sibTransId="{A5DCAE9E-2482-4F7C-BC71-2C632EEFA094}"/>
    <dgm:cxn modelId="{43621A44-939B-4D04-86B3-9AA81BCE642C}" srcId="{2F122860-AC75-4CA9-9709-0BADE4487574}" destId="{419C981C-5F12-42D1-8E56-818DBE89D0C4}" srcOrd="1" destOrd="0" parTransId="{B359BA3C-7DC9-4914-AF13-3285F970DEF5}" sibTransId="{67ACD4F4-DF83-4417-B3C8-0283A35538E4}"/>
    <dgm:cxn modelId="{46CBADB8-8AF7-40C4-8479-0120B66BDF1B}" type="presOf" srcId="{2F122860-AC75-4CA9-9709-0BADE4487574}" destId="{C5CF5451-8F8B-4AEC-94BE-B11AE5F62C2C}" srcOrd="0" destOrd="0" presId="urn:microsoft.com/office/officeart/2005/8/layout/arrow1"/>
    <dgm:cxn modelId="{0C00577E-3126-4EE7-AD62-65A174F98008}" type="presOf" srcId="{419C981C-5F12-42D1-8E56-818DBE89D0C4}" destId="{03ECA684-E21A-4B00-B549-4046CE8C8A23}" srcOrd="0" destOrd="0" presId="urn:microsoft.com/office/officeart/2005/8/layout/arrow1"/>
    <dgm:cxn modelId="{345322AA-950D-4C9C-92D4-C4BF2E6ECB9C}" type="presOf" srcId="{999EB68D-3C17-4C90-A2D0-E44A65B208FC}" destId="{0851A385-64F1-4B6C-939A-15A2D1EEF51C}" srcOrd="0" destOrd="0" presId="urn:microsoft.com/office/officeart/2005/8/layout/arrow1"/>
    <dgm:cxn modelId="{CF123F8B-7B0E-40D5-B848-B31B1DCF0FA6}" type="presParOf" srcId="{C5CF5451-8F8B-4AEC-94BE-B11AE5F62C2C}" destId="{0851A385-64F1-4B6C-939A-15A2D1EEF51C}" srcOrd="0" destOrd="0" presId="urn:microsoft.com/office/officeart/2005/8/layout/arrow1"/>
    <dgm:cxn modelId="{6D7612B6-3EBF-4C40-9785-31D01D2ED96D}" type="presParOf" srcId="{C5CF5451-8F8B-4AEC-94BE-B11AE5F62C2C}" destId="{03ECA684-E21A-4B00-B549-4046CE8C8A23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66D9FC-B8D8-4888-80F6-AFF4F55F1F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E8A87-1B83-46BC-A0B7-1101CC110D42}">
      <dgm:prSet phldrT="[Text]" custT="1"/>
      <dgm:spPr>
        <a:solidFill>
          <a:srgbClr val="00FF99"/>
        </a:solidFill>
      </dgm:spPr>
      <dgm:t>
        <a:bodyPr/>
        <a:lstStyle/>
        <a:p>
          <a:r>
            <a:rPr lang="en-US" sz="4000" dirty="0" smtClean="0"/>
            <a:t>A report is based on the provision of information</a:t>
          </a:r>
          <a:endParaRPr lang="en-US" sz="4000" dirty="0"/>
        </a:p>
      </dgm:t>
    </dgm:pt>
    <dgm:pt modelId="{160F092B-3D6C-45D4-8B74-7E92F1E5A3CE}" type="parTrans" cxnId="{0645DAC1-C85F-445E-B5A0-BB06B64E701A}">
      <dgm:prSet/>
      <dgm:spPr/>
      <dgm:t>
        <a:bodyPr/>
        <a:lstStyle/>
        <a:p>
          <a:endParaRPr lang="en-US"/>
        </a:p>
      </dgm:t>
    </dgm:pt>
    <dgm:pt modelId="{D7BD6C8E-5F03-42D1-8DB4-5A1B093D7590}" type="sibTrans" cxnId="{0645DAC1-C85F-445E-B5A0-BB06B64E701A}">
      <dgm:prSet/>
      <dgm:spPr/>
      <dgm:t>
        <a:bodyPr/>
        <a:lstStyle/>
        <a:p>
          <a:endParaRPr lang="en-US"/>
        </a:p>
      </dgm:t>
    </dgm:pt>
    <dgm:pt modelId="{BEB74423-6D1E-4F1B-843A-FC5B342FEDE4}">
      <dgm:prSet phldrT="[Text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An essay the basic idea is to argue </a:t>
          </a:r>
        </a:p>
        <a:p>
          <a:r>
            <a:rPr lang="en-US" dirty="0" smtClean="0"/>
            <a:t>for a particular topic.</a:t>
          </a:r>
          <a:endParaRPr lang="en-US" dirty="0"/>
        </a:p>
      </dgm:t>
    </dgm:pt>
    <dgm:pt modelId="{8FC8F061-CA53-420F-84C7-D30EEF1D6765}" type="parTrans" cxnId="{105CB6F3-1BDA-40F7-850A-8694701BFD1B}">
      <dgm:prSet/>
      <dgm:spPr/>
      <dgm:t>
        <a:bodyPr/>
        <a:lstStyle/>
        <a:p>
          <a:endParaRPr lang="en-US"/>
        </a:p>
      </dgm:t>
    </dgm:pt>
    <dgm:pt modelId="{B88687EC-3EF2-4C1D-B06F-A842F2D54557}" type="sibTrans" cxnId="{105CB6F3-1BDA-40F7-850A-8694701BFD1B}">
      <dgm:prSet/>
      <dgm:spPr/>
      <dgm:t>
        <a:bodyPr/>
        <a:lstStyle/>
        <a:p>
          <a:endParaRPr lang="en-US"/>
        </a:p>
      </dgm:t>
    </dgm:pt>
    <dgm:pt modelId="{6121878F-F469-43FB-989E-D6D464CEE11B}" type="pres">
      <dgm:prSet presAssocID="{C166D9FC-B8D8-4888-80F6-AFF4F55F1F0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CE8823-D574-4003-BEC0-F8D7F2A3ED85}" type="pres">
      <dgm:prSet presAssocID="{192E8A87-1B83-46BC-A0B7-1101CC110D42}" presName="node" presStyleLbl="node1" presStyleIdx="0" presStyleCnt="2" custScaleX="54732" custScaleY="142545" custLinFactNeighborX="-47593" custLinFactNeighborY="-3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4F58FC-BB84-4C99-8ECF-F95EA2DE0DE8}" type="pres">
      <dgm:prSet presAssocID="{D7BD6C8E-5F03-42D1-8DB4-5A1B093D7590}" presName="sibTrans" presStyleCnt="0"/>
      <dgm:spPr/>
    </dgm:pt>
    <dgm:pt modelId="{D0EE4773-DB2E-493C-B9EA-E58EA5EAFD3F}" type="pres">
      <dgm:prSet presAssocID="{BEB74423-6D1E-4F1B-843A-FC5B342FEDE4}" presName="node" presStyleLbl="node1" presStyleIdx="1" presStyleCnt="2" custScaleX="48700" custScaleY="143284" custLinFactNeighborX="482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5CB6F3-1BDA-40F7-850A-8694701BFD1B}" srcId="{C166D9FC-B8D8-4888-80F6-AFF4F55F1F06}" destId="{BEB74423-6D1E-4F1B-843A-FC5B342FEDE4}" srcOrd="1" destOrd="0" parTransId="{8FC8F061-CA53-420F-84C7-D30EEF1D6765}" sibTransId="{B88687EC-3EF2-4C1D-B06F-A842F2D54557}"/>
    <dgm:cxn modelId="{A1F65DBD-5A3B-45E4-8B09-F61603C5E3E7}" type="presOf" srcId="{192E8A87-1B83-46BC-A0B7-1101CC110D42}" destId="{01CE8823-D574-4003-BEC0-F8D7F2A3ED85}" srcOrd="0" destOrd="0" presId="urn:microsoft.com/office/officeart/2005/8/layout/default"/>
    <dgm:cxn modelId="{7B889FC6-B1C3-47D1-84EA-69C2C4CDB491}" type="presOf" srcId="{BEB74423-6D1E-4F1B-843A-FC5B342FEDE4}" destId="{D0EE4773-DB2E-493C-B9EA-E58EA5EAFD3F}" srcOrd="0" destOrd="0" presId="urn:microsoft.com/office/officeart/2005/8/layout/default"/>
    <dgm:cxn modelId="{0645DAC1-C85F-445E-B5A0-BB06B64E701A}" srcId="{C166D9FC-B8D8-4888-80F6-AFF4F55F1F06}" destId="{192E8A87-1B83-46BC-A0B7-1101CC110D42}" srcOrd="0" destOrd="0" parTransId="{160F092B-3D6C-45D4-8B74-7E92F1E5A3CE}" sibTransId="{D7BD6C8E-5F03-42D1-8DB4-5A1B093D7590}"/>
    <dgm:cxn modelId="{1FAB1FFB-9725-4FF9-AE0C-A0EEE6272224}" type="presOf" srcId="{C166D9FC-B8D8-4888-80F6-AFF4F55F1F06}" destId="{6121878F-F469-43FB-989E-D6D464CEE11B}" srcOrd="0" destOrd="0" presId="urn:microsoft.com/office/officeart/2005/8/layout/default"/>
    <dgm:cxn modelId="{16052643-88D2-4E08-B08C-14E77283A7ED}" type="presParOf" srcId="{6121878F-F469-43FB-989E-D6D464CEE11B}" destId="{01CE8823-D574-4003-BEC0-F8D7F2A3ED85}" srcOrd="0" destOrd="0" presId="urn:microsoft.com/office/officeart/2005/8/layout/default"/>
    <dgm:cxn modelId="{BB8D6C8F-54DD-4AAF-BBFA-89953D1D524A}" type="presParOf" srcId="{6121878F-F469-43FB-989E-D6D464CEE11B}" destId="{024F58FC-BB84-4C99-8ECF-F95EA2DE0DE8}" srcOrd="1" destOrd="0" presId="urn:microsoft.com/office/officeart/2005/8/layout/default"/>
    <dgm:cxn modelId="{D8330252-C56F-419E-A071-BF0529919677}" type="presParOf" srcId="{6121878F-F469-43FB-989E-D6D464CEE11B}" destId="{D0EE4773-DB2E-493C-B9EA-E58EA5EAFD3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A965969-EB78-4FBF-8BE4-3C0F9DDAEA1A}" type="doc">
      <dgm:prSet loTypeId="urn:microsoft.com/office/officeart/2005/8/layout/arrow6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1B729F-76A1-430A-B697-0ABD54C6D351}">
      <dgm:prSet phldrT="[Text]" phldr="1"/>
      <dgm:spPr/>
      <dgm:t>
        <a:bodyPr/>
        <a:lstStyle/>
        <a:p>
          <a:endParaRPr lang="en-US"/>
        </a:p>
      </dgm:t>
    </dgm:pt>
    <dgm:pt modelId="{5E676306-F100-4E06-97D9-F7E5F573AC9D}" type="parTrans" cxnId="{AD5B0263-752B-4742-BEB3-0D9096F33E81}">
      <dgm:prSet/>
      <dgm:spPr/>
      <dgm:t>
        <a:bodyPr/>
        <a:lstStyle/>
        <a:p>
          <a:endParaRPr lang="en-US"/>
        </a:p>
      </dgm:t>
    </dgm:pt>
    <dgm:pt modelId="{F79B7833-A36F-485E-9EC4-BB799640765B}" type="sibTrans" cxnId="{AD5B0263-752B-4742-BEB3-0D9096F33E81}">
      <dgm:prSet/>
      <dgm:spPr/>
      <dgm:t>
        <a:bodyPr/>
        <a:lstStyle/>
        <a:p>
          <a:endParaRPr lang="en-US"/>
        </a:p>
      </dgm:t>
    </dgm:pt>
    <dgm:pt modelId="{58CEED2A-5487-4B79-A720-0C2416065069}">
      <dgm:prSet phldrT="[Text]" phldr="1"/>
      <dgm:spPr/>
      <dgm:t>
        <a:bodyPr/>
        <a:lstStyle/>
        <a:p>
          <a:endParaRPr lang="en-US"/>
        </a:p>
      </dgm:t>
    </dgm:pt>
    <dgm:pt modelId="{F056AB49-2EDF-4FD8-87F7-4940CA23A71E}" type="parTrans" cxnId="{E142A9BE-7AAD-4AF1-9710-4EB20B672354}">
      <dgm:prSet/>
      <dgm:spPr/>
      <dgm:t>
        <a:bodyPr/>
        <a:lstStyle/>
        <a:p>
          <a:endParaRPr lang="en-US"/>
        </a:p>
      </dgm:t>
    </dgm:pt>
    <dgm:pt modelId="{4848A050-FEDD-432C-966A-247B70AB20E5}" type="sibTrans" cxnId="{E142A9BE-7AAD-4AF1-9710-4EB20B672354}">
      <dgm:prSet/>
      <dgm:spPr/>
      <dgm:t>
        <a:bodyPr/>
        <a:lstStyle/>
        <a:p>
          <a:endParaRPr lang="en-US"/>
        </a:p>
      </dgm:t>
    </dgm:pt>
    <dgm:pt modelId="{5B1428B1-6A04-4C8F-9B6C-DE11A3EFEA5D}" type="pres">
      <dgm:prSet presAssocID="{FA965969-EB78-4FBF-8BE4-3C0F9DDAEA1A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BBC2B82-08F9-45BA-A19E-48AA41315FEE}" type="pres">
      <dgm:prSet presAssocID="{FA965969-EB78-4FBF-8BE4-3C0F9DDAEA1A}" presName="ribbon" presStyleLbl="node1" presStyleIdx="0" presStyleCnt="1" custScaleX="72637" custScaleY="76862" custLinFactNeighborX="3442" custLinFactNeighborY="38624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3CE18126-DBD4-426E-81B8-050DCEC97BBF}" type="pres">
      <dgm:prSet presAssocID="{FA965969-EB78-4FBF-8BE4-3C0F9DDAEA1A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270993-1C2B-4003-A76A-B0E8A5C0E4BE}" type="pres">
      <dgm:prSet presAssocID="{FA965969-EB78-4FBF-8BE4-3C0F9DDAEA1A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5B0263-752B-4742-BEB3-0D9096F33E81}" srcId="{FA965969-EB78-4FBF-8BE4-3C0F9DDAEA1A}" destId="{2C1B729F-76A1-430A-B697-0ABD54C6D351}" srcOrd="0" destOrd="0" parTransId="{5E676306-F100-4E06-97D9-F7E5F573AC9D}" sibTransId="{F79B7833-A36F-485E-9EC4-BB799640765B}"/>
    <dgm:cxn modelId="{DDB1858E-9F33-4C7A-A87E-6D67CBA910EE}" type="presOf" srcId="{2C1B729F-76A1-430A-B697-0ABD54C6D351}" destId="{3CE18126-DBD4-426E-81B8-050DCEC97BBF}" srcOrd="0" destOrd="0" presId="urn:microsoft.com/office/officeart/2005/8/layout/arrow6"/>
    <dgm:cxn modelId="{F19CCED7-AA17-4224-BB49-E6B40B0D01E3}" type="presOf" srcId="{58CEED2A-5487-4B79-A720-0C2416065069}" destId="{78270993-1C2B-4003-A76A-B0E8A5C0E4BE}" srcOrd="0" destOrd="0" presId="urn:microsoft.com/office/officeart/2005/8/layout/arrow6"/>
    <dgm:cxn modelId="{E142A9BE-7AAD-4AF1-9710-4EB20B672354}" srcId="{FA965969-EB78-4FBF-8BE4-3C0F9DDAEA1A}" destId="{58CEED2A-5487-4B79-A720-0C2416065069}" srcOrd="1" destOrd="0" parTransId="{F056AB49-2EDF-4FD8-87F7-4940CA23A71E}" sibTransId="{4848A050-FEDD-432C-966A-247B70AB20E5}"/>
    <dgm:cxn modelId="{C52481A5-786F-4EA0-8952-87B542E0956D}" type="presOf" srcId="{FA965969-EB78-4FBF-8BE4-3C0F9DDAEA1A}" destId="{5B1428B1-6A04-4C8F-9B6C-DE11A3EFEA5D}" srcOrd="0" destOrd="0" presId="urn:microsoft.com/office/officeart/2005/8/layout/arrow6"/>
    <dgm:cxn modelId="{0342A19A-5C78-495D-9118-152CC8521649}" type="presParOf" srcId="{5B1428B1-6A04-4C8F-9B6C-DE11A3EFEA5D}" destId="{EBBC2B82-08F9-45BA-A19E-48AA41315FEE}" srcOrd="0" destOrd="0" presId="urn:microsoft.com/office/officeart/2005/8/layout/arrow6"/>
    <dgm:cxn modelId="{59EB516A-0144-4B56-9411-C0692116AA83}" type="presParOf" srcId="{5B1428B1-6A04-4C8F-9B6C-DE11A3EFEA5D}" destId="{3CE18126-DBD4-426E-81B8-050DCEC97BBF}" srcOrd="1" destOrd="0" presId="urn:microsoft.com/office/officeart/2005/8/layout/arrow6"/>
    <dgm:cxn modelId="{5C19ADF3-F0A5-463E-9286-41E3FE830FE1}" type="presParOf" srcId="{5B1428B1-6A04-4C8F-9B6C-DE11A3EFEA5D}" destId="{78270993-1C2B-4003-A76A-B0E8A5C0E4B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66D9FC-B8D8-4888-80F6-AFF4F55F1F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E8A87-1B83-46BC-A0B7-1101CC110D42}">
      <dgm:prSet phldrT="[Text]"/>
      <dgm:spPr>
        <a:solidFill>
          <a:srgbClr val="00FF99"/>
        </a:solidFill>
      </dgm:spPr>
      <dgm:t>
        <a:bodyPr/>
        <a:lstStyle/>
        <a:p>
          <a:r>
            <a:rPr lang="en-US" dirty="0" smtClean="0"/>
            <a:t>Factual information is meant to be scanned quickly by the reader</a:t>
          </a:r>
          <a:endParaRPr lang="en-US" dirty="0"/>
        </a:p>
      </dgm:t>
    </dgm:pt>
    <dgm:pt modelId="{160F092B-3D6C-45D4-8B74-7E92F1E5A3CE}" type="parTrans" cxnId="{0645DAC1-C85F-445E-B5A0-BB06B64E701A}">
      <dgm:prSet/>
      <dgm:spPr/>
      <dgm:t>
        <a:bodyPr/>
        <a:lstStyle/>
        <a:p>
          <a:endParaRPr lang="en-US"/>
        </a:p>
      </dgm:t>
    </dgm:pt>
    <dgm:pt modelId="{D7BD6C8E-5F03-42D1-8DB4-5A1B093D7590}" type="sibTrans" cxnId="{0645DAC1-C85F-445E-B5A0-BB06B64E701A}">
      <dgm:prSet/>
      <dgm:spPr/>
      <dgm:t>
        <a:bodyPr/>
        <a:lstStyle/>
        <a:p>
          <a:endParaRPr lang="en-US"/>
        </a:p>
      </dgm:t>
    </dgm:pt>
    <dgm:pt modelId="{BEB74423-6D1E-4F1B-843A-FC5B342FEDE4}">
      <dgm:prSet phldrT="[Text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The essay completely to understand the subject matter</a:t>
          </a:r>
          <a:endParaRPr lang="en-US" dirty="0"/>
        </a:p>
      </dgm:t>
    </dgm:pt>
    <dgm:pt modelId="{8FC8F061-CA53-420F-84C7-D30EEF1D6765}" type="parTrans" cxnId="{105CB6F3-1BDA-40F7-850A-8694701BFD1B}">
      <dgm:prSet/>
      <dgm:spPr/>
      <dgm:t>
        <a:bodyPr/>
        <a:lstStyle/>
        <a:p>
          <a:endParaRPr lang="en-US"/>
        </a:p>
      </dgm:t>
    </dgm:pt>
    <dgm:pt modelId="{B88687EC-3EF2-4C1D-B06F-A842F2D54557}" type="sibTrans" cxnId="{105CB6F3-1BDA-40F7-850A-8694701BFD1B}">
      <dgm:prSet/>
      <dgm:spPr/>
      <dgm:t>
        <a:bodyPr/>
        <a:lstStyle/>
        <a:p>
          <a:endParaRPr lang="en-US"/>
        </a:p>
      </dgm:t>
    </dgm:pt>
    <dgm:pt modelId="{6121878F-F469-43FB-989E-D6D464CEE11B}" type="pres">
      <dgm:prSet presAssocID="{C166D9FC-B8D8-4888-80F6-AFF4F55F1F0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CE8823-D574-4003-BEC0-F8D7F2A3ED85}" type="pres">
      <dgm:prSet presAssocID="{192E8A87-1B83-46BC-A0B7-1101CC110D42}" presName="node" presStyleLbl="node1" presStyleIdx="0" presStyleCnt="2" custScaleX="54732" custScaleY="142545" custLinFactNeighborX="-47593" custLinFactNeighborY="-3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4F58FC-BB84-4C99-8ECF-F95EA2DE0DE8}" type="pres">
      <dgm:prSet presAssocID="{D7BD6C8E-5F03-42D1-8DB4-5A1B093D7590}" presName="sibTrans" presStyleCnt="0"/>
      <dgm:spPr/>
    </dgm:pt>
    <dgm:pt modelId="{D0EE4773-DB2E-493C-B9EA-E58EA5EAFD3F}" type="pres">
      <dgm:prSet presAssocID="{BEB74423-6D1E-4F1B-843A-FC5B342FEDE4}" presName="node" presStyleLbl="node1" presStyleIdx="1" presStyleCnt="2" custScaleX="48700" custScaleY="143284" custLinFactNeighborX="467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5CB6F3-1BDA-40F7-850A-8694701BFD1B}" srcId="{C166D9FC-B8D8-4888-80F6-AFF4F55F1F06}" destId="{BEB74423-6D1E-4F1B-843A-FC5B342FEDE4}" srcOrd="1" destOrd="0" parTransId="{8FC8F061-CA53-420F-84C7-D30EEF1D6765}" sibTransId="{B88687EC-3EF2-4C1D-B06F-A842F2D54557}"/>
    <dgm:cxn modelId="{A1F65DBD-5A3B-45E4-8B09-F61603C5E3E7}" type="presOf" srcId="{192E8A87-1B83-46BC-A0B7-1101CC110D42}" destId="{01CE8823-D574-4003-BEC0-F8D7F2A3ED85}" srcOrd="0" destOrd="0" presId="urn:microsoft.com/office/officeart/2005/8/layout/default"/>
    <dgm:cxn modelId="{7B889FC6-B1C3-47D1-84EA-69C2C4CDB491}" type="presOf" srcId="{BEB74423-6D1E-4F1B-843A-FC5B342FEDE4}" destId="{D0EE4773-DB2E-493C-B9EA-E58EA5EAFD3F}" srcOrd="0" destOrd="0" presId="urn:microsoft.com/office/officeart/2005/8/layout/default"/>
    <dgm:cxn modelId="{0645DAC1-C85F-445E-B5A0-BB06B64E701A}" srcId="{C166D9FC-B8D8-4888-80F6-AFF4F55F1F06}" destId="{192E8A87-1B83-46BC-A0B7-1101CC110D42}" srcOrd="0" destOrd="0" parTransId="{160F092B-3D6C-45D4-8B74-7E92F1E5A3CE}" sibTransId="{D7BD6C8E-5F03-42D1-8DB4-5A1B093D7590}"/>
    <dgm:cxn modelId="{1FAB1FFB-9725-4FF9-AE0C-A0EEE6272224}" type="presOf" srcId="{C166D9FC-B8D8-4888-80F6-AFF4F55F1F06}" destId="{6121878F-F469-43FB-989E-D6D464CEE11B}" srcOrd="0" destOrd="0" presId="urn:microsoft.com/office/officeart/2005/8/layout/default"/>
    <dgm:cxn modelId="{16052643-88D2-4E08-B08C-14E77283A7ED}" type="presParOf" srcId="{6121878F-F469-43FB-989E-D6D464CEE11B}" destId="{01CE8823-D574-4003-BEC0-F8D7F2A3ED85}" srcOrd="0" destOrd="0" presId="urn:microsoft.com/office/officeart/2005/8/layout/default"/>
    <dgm:cxn modelId="{BB8D6C8F-54DD-4AAF-BBFA-89953D1D524A}" type="presParOf" srcId="{6121878F-F469-43FB-989E-D6D464CEE11B}" destId="{024F58FC-BB84-4C99-8ECF-F95EA2DE0DE8}" srcOrd="1" destOrd="0" presId="urn:microsoft.com/office/officeart/2005/8/layout/default"/>
    <dgm:cxn modelId="{D8330252-C56F-419E-A071-BF0529919677}" type="presParOf" srcId="{6121878F-F469-43FB-989E-D6D464CEE11B}" destId="{D0EE4773-DB2E-493C-B9EA-E58EA5EAFD3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A965969-EB78-4FBF-8BE4-3C0F9DDAEA1A}" type="doc">
      <dgm:prSet loTypeId="urn:microsoft.com/office/officeart/2005/8/layout/arrow6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1B729F-76A1-430A-B697-0ABD54C6D351}">
      <dgm:prSet phldrT="[Text]" phldr="1"/>
      <dgm:spPr/>
      <dgm:t>
        <a:bodyPr/>
        <a:lstStyle/>
        <a:p>
          <a:endParaRPr lang="en-US"/>
        </a:p>
      </dgm:t>
    </dgm:pt>
    <dgm:pt modelId="{5E676306-F100-4E06-97D9-F7E5F573AC9D}" type="parTrans" cxnId="{AD5B0263-752B-4742-BEB3-0D9096F33E81}">
      <dgm:prSet/>
      <dgm:spPr/>
      <dgm:t>
        <a:bodyPr/>
        <a:lstStyle/>
        <a:p>
          <a:endParaRPr lang="en-US"/>
        </a:p>
      </dgm:t>
    </dgm:pt>
    <dgm:pt modelId="{F79B7833-A36F-485E-9EC4-BB799640765B}" type="sibTrans" cxnId="{AD5B0263-752B-4742-BEB3-0D9096F33E81}">
      <dgm:prSet/>
      <dgm:spPr/>
      <dgm:t>
        <a:bodyPr/>
        <a:lstStyle/>
        <a:p>
          <a:endParaRPr lang="en-US"/>
        </a:p>
      </dgm:t>
    </dgm:pt>
    <dgm:pt modelId="{58CEED2A-5487-4B79-A720-0C2416065069}">
      <dgm:prSet phldrT="[Text]" phldr="1"/>
      <dgm:spPr/>
      <dgm:t>
        <a:bodyPr/>
        <a:lstStyle/>
        <a:p>
          <a:endParaRPr lang="en-US"/>
        </a:p>
      </dgm:t>
    </dgm:pt>
    <dgm:pt modelId="{F056AB49-2EDF-4FD8-87F7-4940CA23A71E}" type="parTrans" cxnId="{E142A9BE-7AAD-4AF1-9710-4EB20B672354}">
      <dgm:prSet/>
      <dgm:spPr/>
      <dgm:t>
        <a:bodyPr/>
        <a:lstStyle/>
        <a:p>
          <a:endParaRPr lang="en-US"/>
        </a:p>
      </dgm:t>
    </dgm:pt>
    <dgm:pt modelId="{4848A050-FEDD-432C-966A-247B70AB20E5}" type="sibTrans" cxnId="{E142A9BE-7AAD-4AF1-9710-4EB20B672354}">
      <dgm:prSet/>
      <dgm:spPr/>
      <dgm:t>
        <a:bodyPr/>
        <a:lstStyle/>
        <a:p>
          <a:endParaRPr lang="en-US"/>
        </a:p>
      </dgm:t>
    </dgm:pt>
    <dgm:pt modelId="{5B1428B1-6A04-4C8F-9B6C-DE11A3EFEA5D}" type="pres">
      <dgm:prSet presAssocID="{FA965969-EB78-4FBF-8BE4-3C0F9DDAEA1A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BBC2B82-08F9-45BA-A19E-48AA41315FEE}" type="pres">
      <dgm:prSet presAssocID="{FA965969-EB78-4FBF-8BE4-3C0F9DDAEA1A}" presName="ribbon" presStyleLbl="node1" presStyleIdx="0" presStyleCnt="1" custScaleX="72637" custScaleY="76862" custLinFactNeighborX="3442" custLinFactNeighborY="38624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3CE18126-DBD4-426E-81B8-050DCEC97BBF}" type="pres">
      <dgm:prSet presAssocID="{FA965969-EB78-4FBF-8BE4-3C0F9DDAEA1A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270993-1C2B-4003-A76A-B0E8A5C0E4BE}" type="pres">
      <dgm:prSet presAssocID="{FA965969-EB78-4FBF-8BE4-3C0F9DDAEA1A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5B0263-752B-4742-BEB3-0D9096F33E81}" srcId="{FA965969-EB78-4FBF-8BE4-3C0F9DDAEA1A}" destId="{2C1B729F-76A1-430A-B697-0ABD54C6D351}" srcOrd="0" destOrd="0" parTransId="{5E676306-F100-4E06-97D9-F7E5F573AC9D}" sibTransId="{F79B7833-A36F-485E-9EC4-BB799640765B}"/>
    <dgm:cxn modelId="{DDB1858E-9F33-4C7A-A87E-6D67CBA910EE}" type="presOf" srcId="{2C1B729F-76A1-430A-B697-0ABD54C6D351}" destId="{3CE18126-DBD4-426E-81B8-050DCEC97BBF}" srcOrd="0" destOrd="0" presId="urn:microsoft.com/office/officeart/2005/8/layout/arrow6"/>
    <dgm:cxn modelId="{F19CCED7-AA17-4224-BB49-E6B40B0D01E3}" type="presOf" srcId="{58CEED2A-5487-4B79-A720-0C2416065069}" destId="{78270993-1C2B-4003-A76A-B0E8A5C0E4BE}" srcOrd="0" destOrd="0" presId="urn:microsoft.com/office/officeart/2005/8/layout/arrow6"/>
    <dgm:cxn modelId="{E142A9BE-7AAD-4AF1-9710-4EB20B672354}" srcId="{FA965969-EB78-4FBF-8BE4-3C0F9DDAEA1A}" destId="{58CEED2A-5487-4B79-A720-0C2416065069}" srcOrd="1" destOrd="0" parTransId="{F056AB49-2EDF-4FD8-87F7-4940CA23A71E}" sibTransId="{4848A050-FEDD-432C-966A-247B70AB20E5}"/>
    <dgm:cxn modelId="{C52481A5-786F-4EA0-8952-87B542E0956D}" type="presOf" srcId="{FA965969-EB78-4FBF-8BE4-3C0F9DDAEA1A}" destId="{5B1428B1-6A04-4C8F-9B6C-DE11A3EFEA5D}" srcOrd="0" destOrd="0" presId="urn:microsoft.com/office/officeart/2005/8/layout/arrow6"/>
    <dgm:cxn modelId="{0342A19A-5C78-495D-9118-152CC8521649}" type="presParOf" srcId="{5B1428B1-6A04-4C8F-9B6C-DE11A3EFEA5D}" destId="{EBBC2B82-08F9-45BA-A19E-48AA41315FEE}" srcOrd="0" destOrd="0" presId="urn:microsoft.com/office/officeart/2005/8/layout/arrow6"/>
    <dgm:cxn modelId="{59EB516A-0144-4B56-9411-C0692116AA83}" type="presParOf" srcId="{5B1428B1-6A04-4C8F-9B6C-DE11A3EFEA5D}" destId="{3CE18126-DBD4-426E-81B8-050DCEC97BBF}" srcOrd="1" destOrd="0" presId="urn:microsoft.com/office/officeart/2005/8/layout/arrow6"/>
    <dgm:cxn modelId="{5C19ADF3-F0A5-463E-9286-41E3FE830FE1}" type="presParOf" srcId="{5B1428B1-6A04-4C8F-9B6C-DE11A3EFEA5D}" destId="{78270993-1C2B-4003-A76A-B0E8A5C0E4B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166D9FC-B8D8-4888-80F6-AFF4F55F1F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E8A87-1B83-46BC-A0B7-1101CC110D42}">
      <dgm:prSet phldrT="[Text]" custT="1"/>
      <dgm:spPr>
        <a:solidFill>
          <a:srgbClr val="00FF99"/>
        </a:solidFill>
      </dgm:spPr>
      <dgm:t>
        <a:bodyPr/>
        <a:lstStyle/>
        <a:p>
          <a:r>
            <a:rPr lang="en-US" sz="5400" dirty="0" smtClean="0"/>
            <a:t>Simple sentence structure</a:t>
          </a:r>
          <a:endParaRPr lang="en-US" sz="5400" dirty="0"/>
        </a:p>
      </dgm:t>
    </dgm:pt>
    <dgm:pt modelId="{160F092B-3D6C-45D4-8B74-7E92F1E5A3CE}" type="parTrans" cxnId="{0645DAC1-C85F-445E-B5A0-BB06B64E701A}">
      <dgm:prSet/>
      <dgm:spPr/>
      <dgm:t>
        <a:bodyPr/>
        <a:lstStyle/>
        <a:p>
          <a:endParaRPr lang="en-US"/>
        </a:p>
      </dgm:t>
    </dgm:pt>
    <dgm:pt modelId="{D7BD6C8E-5F03-42D1-8DB4-5A1B093D7590}" type="sibTrans" cxnId="{0645DAC1-C85F-445E-B5A0-BB06B64E701A}">
      <dgm:prSet/>
      <dgm:spPr/>
      <dgm:t>
        <a:bodyPr/>
        <a:lstStyle/>
        <a:p>
          <a:endParaRPr lang="en-US"/>
        </a:p>
      </dgm:t>
    </dgm:pt>
    <dgm:pt modelId="{BEB74423-6D1E-4F1B-843A-FC5B342FEDE4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400" dirty="0" smtClean="0"/>
            <a:t>complex/compound sentence structure</a:t>
          </a:r>
          <a:endParaRPr lang="en-US" sz="4400" dirty="0"/>
        </a:p>
      </dgm:t>
    </dgm:pt>
    <dgm:pt modelId="{8FC8F061-CA53-420F-84C7-D30EEF1D6765}" type="parTrans" cxnId="{105CB6F3-1BDA-40F7-850A-8694701BFD1B}">
      <dgm:prSet/>
      <dgm:spPr/>
      <dgm:t>
        <a:bodyPr/>
        <a:lstStyle/>
        <a:p>
          <a:endParaRPr lang="en-US"/>
        </a:p>
      </dgm:t>
    </dgm:pt>
    <dgm:pt modelId="{B88687EC-3EF2-4C1D-B06F-A842F2D54557}" type="sibTrans" cxnId="{105CB6F3-1BDA-40F7-850A-8694701BFD1B}">
      <dgm:prSet/>
      <dgm:spPr/>
      <dgm:t>
        <a:bodyPr/>
        <a:lstStyle/>
        <a:p>
          <a:endParaRPr lang="en-US"/>
        </a:p>
      </dgm:t>
    </dgm:pt>
    <dgm:pt modelId="{6121878F-F469-43FB-989E-D6D464CEE11B}" type="pres">
      <dgm:prSet presAssocID="{C166D9FC-B8D8-4888-80F6-AFF4F55F1F0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CE8823-D574-4003-BEC0-F8D7F2A3ED85}" type="pres">
      <dgm:prSet presAssocID="{192E8A87-1B83-46BC-A0B7-1101CC110D42}" presName="node" presStyleLbl="node1" presStyleIdx="0" presStyleCnt="2" custScaleX="54732" custScaleY="142545" custLinFactNeighborX="-47593" custLinFactNeighborY="-3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4F58FC-BB84-4C99-8ECF-F95EA2DE0DE8}" type="pres">
      <dgm:prSet presAssocID="{D7BD6C8E-5F03-42D1-8DB4-5A1B093D7590}" presName="sibTrans" presStyleCnt="0"/>
      <dgm:spPr/>
    </dgm:pt>
    <dgm:pt modelId="{D0EE4773-DB2E-493C-B9EA-E58EA5EAFD3F}" type="pres">
      <dgm:prSet presAssocID="{BEB74423-6D1E-4F1B-843A-FC5B342FEDE4}" presName="node" presStyleLbl="node1" presStyleIdx="1" presStyleCnt="2" custScaleX="48700" custScaleY="143284" custLinFactNeighborX="467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5CB6F3-1BDA-40F7-850A-8694701BFD1B}" srcId="{C166D9FC-B8D8-4888-80F6-AFF4F55F1F06}" destId="{BEB74423-6D1E-4F1B-843A-FC5B342FEDE4}" srcOrd="1" destOrd="0" parTransId="{8FC8F061-CA53-420F-84C7-D30EEF1D6765}" sibTransId="{B88687EC-3EF2-4C1D-B06F-A842F2D54557}"/>
    <dgm:cxn modelId="{A1F65DBD-5A3B-45E4-8B09-F61603C5E3E7}" type="presOf" srcId="{192E8A87-1B83-46BC-A0B7-1101CC110D42}" destId="{01CE8823-D574-4003-BEC0-F8D7F2A3ED85}" srcOrd="0" destOrd="0" presId="urn:microsoft.com/office/officeart/2005/8/layout/default"/>
    <dgm:cxn modelId="{7B889FC6-B1C3-47D1-84EA-69C2C4CDB491}" type="presOf" srcId="{BEB74423-6D1E-4F1B-843A-FC5B342FEDE4}" destId="{D0EE4773-DB2E-493C-B9EA-E58EA5EAFD3F}" srcOrd="0" destOrd="0" presId="urn:microsoft.com/office/officeart/2005/8/layout/default"/>
    <dgm:cxn modelId="{0645DAC1-C85F-445E-B5A0-BB06B64E701A}" srcId="{C166D9FC-B8D8-4888-80F6-AFF4F55F1F06}" destId="{192E8A87-1B83-46BC-A0B7-1101CC110D42}" srcOrd="0" destOrd="0" parTransId="{160F092B-3D6C-45D4-8B74-7E92F1E5A3CE}" sibTransId="{D7BD6C8E-5F03-42D1-8DB4-5A1B093D7590}"/>
    <dgm:cxn modelId="{1FAB1FFB-9725-4FF9-AE0C-A0EEE6272224}" type="presOf" srcId="{C166D9FC-B8D8-4888-80F6-AFF4F55F1F06}" destId="{6121878F-F469-43FB-989E-D6D464CEE11B}" srcOrd="0" destOrd="0" presId="urn:microsoft.com/office/officeart/2005/8/layout/default"/>
    <dgm:cxn modelId="{16052643-88D2-4E08-B08C-14E77283A7ED}" type="presParOf" srcId="{6121878F-F469-43FB-989E-D6D464CEE11B}" destId="{01CE8823-D574-4003-BEC0-F8D7F2A3ED85}" srcOrd="0" destOrd="0" presId="urn:microsoft.com/office/officeart/2005/8/layout/default"/>
    <dgm:cxn modelId="{BB8D6C8F-54DD-4AAF-BBFA-89953D1D524A}" type="presParOf" srcId="{6121878F-F469-43FB-989E-D6D464CEE11B}" destId="{024F58FC-BB84-4C99-8ECF-F95EA2DE0DE8}" srcOrd="1" destOrd="0" presId="urn:microsoft.com/office/officeart/2005/8/layout/default"/>
    <dgm:cxn modelId="{D8330252-C56F-419E-A071-BF0529919677}" type="presParOf" srcId="{6121878F-F469-43FB-989E-D6D464CEE11B}" destId="{D0EE4773-DB2E-493C-B9EA-E58EA5EAFD3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965969-EB78-4FBF-8BE4-3C0F9DDAEA1A}" type="doc">
      <dgm:prSet loTypeId="urn:microsoft.com/office/officeart/2005/8/layout/arrow6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1B729F-76A1-430A-B697-0ABD54C6D351}">
      <dgm:prSet phldrT="[Text]" phldr="1"/>
      <dgm:spPr/>
      <dgm:t>
        <a:bodyPr/>
        <a:lstStyle/>
        <a:p>
          <a:pPr rtl="0"/>
          <a:endParaRPr lang="en-US"/>
        </a:p>
      </dgm:t>
    </dgm:pt>
    <dgm:pt modelId="{5E676306-F100-4E06-97D9-F7E5F573AC9D}" type="parTrans" cxnId="{AD5B0263-752B-4742-BEB3-0D9096F33E81}">
      <dgm:prSet/>
      <dgm:spPr/>
      <dgm:t>
        <a:bodyPr/>
        <a:lstStyle/>
        <a:p>
          <a:pPr rtl="0"/>
          <a:endParaRPr lang="en-US"/>
        </a:p>
      </dgm:t>
    </dgm:pt>
    <dgm:pt modelId="{F79B7833-A36F-485E-9EC4-BB799640765B}" type="sibTrans" cxnId="{AD5B0263-752B-4742-BEB3-0D9096F33E81}">
      <dgm:prSet/>
      <dgm:spPr/>
      <dgm:t>
        <a:bodyPr/>
        <a:lstStyle/>
        <a:p>
          <a:pPr rtl="0"/>
          <a:endParaRPr lang="en-US"/>
        </a:p>
      </dgm:t>
    </dgm:pt>
    <dgm:pt modelId="{58CEED2A-5487-4B79-A720-0C2416065069}">
      <dgm:prSet phldrT="[Text]" phldr="1"/>
      <dgm:spPr/>
      <dgm:t>
        <a:bodyPr/>
        <a:lstStyle/>
        <a:p>
          <a:pPr rtl="0"/>
          <a:endParaRPr lang="en-US"/>
        </a:p>
      </dgm:t>
    </dgm:pt>
    <dgm:pt modelId="{F056AB49-2EDF-4FD8-87F7-4940CA23A71E}" type="parTrans" cxnId="{E142A9BE-7AAD-4AF1-9710-4EB20B672354}">
      <dgm:prSet/>
      <dgm:spPr/>
      <dgm:t>
        <a:bodyPr/>
        <a:lstStyle/>
        <a:p>
          <a:pPr rtl="0"/>
          <a:endParaRPr lang="en-US"/>
        </a:p>
      </dgm:t>
    </dgm:pt>
    <dgm:pt modelId="{4848A050-FEDD-432C-966A-247B70AB20E5}" type="sibTrans" cxnId="{E142A9BE-7AAD-4AF1-9710-4EB20B672354}">
      <dgm:prSet/>
      <dgm:spPr/>
      <dgm:t>
        <a:bodyPr/>
        <a:lstStyle/>
        <a:p>
          <a:pPr rtl="0"/>
          <a:endParaRPr lang="en-US"/>
        </a:p>
      </dgm:t>
    </dgm:pt>
    <dgm:pt modelId="{5B1428B1-6A04-4C8F-9B6C-DE11A3EFEA5D}" type="pres">
      <dgm:prSet presAssocID="{FA965969-EB78-4FBF-8BE4-3C0F9DDAEA1A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BBC2B82-08F9-45BA-A19E-48AA41315FEE}" type="pres">
      <dgm:prSet presAssocID="{FA965969-EB78-4FBF-8BE4-3C0F9DDAEA1A}" presName="ribbon" presStyleLbl="node1" presStyleIdx="0" presStyleCnt="1" custScaleX="72637" custScaleY="76862" custLinFactNeighborX="3442" custLinFactNeighborY="38624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3CE18126-DBD4-426E-81B8-050DCEC97BBF}" type="pres">
      <dgm:prSet presAssocID="{FA965969-EB78-4FBF-8BE4-3C0F9DDAEA1A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270993-1C2B-4003-A76A-B0E8A5C0E4BE}" type="pres">
      <dgm:prSet presAssocID="{FA965969-EB78-4FBF-8BE4-3C0F9DDAEA1A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5B0263-752B-4742-BEB3-0D9096F33E81}" srcId="{FA965969-EB78-4FBF-8BE4-3C0F9DDAEA1A}" destId="{2C1B729F-76A1-430A-B697-0ABD54C6D351}" srcOrd="0" destOrd="0" parTransId="{5E676306-F100-4E06-97D9-F7E5F573AC9D}" sibTransId="{F79B7833-A36F-485E-9EC4-BB799640765B}"/>
    <dgm:cxn modelId="{DDB1858E-9F33-4C7A-A87E-6D67CBA910EE}" type="presOf" srcId="{2C1B729F-76A1-430A-B697-0ABD54C6D351}" destId="{3CE18126-DBD4-426E-81B8-050DCEC97BBF}" srcOrd="0" destOrd="0" presId="urn:microsoft.com/office/officeart/2005/8/layout/arrow6"/>
    <dgm:cxn modelId="{F19CCED7-AA17-4224-BB49-E6B40B0D01E3}" type="presOf" srcId="{58CEED2A-5487-4B79-A720-0C2416065069}" destId="{78270993-1C2B-4003-A76A-B0E8A5C0E4BE}" srcOrd="0" destOrd="0" presId="urn:microsoft.com/office/officeart/2005/8/layout/arrow6"/>
    <dgm:cxn modelId="{E142A9BE-7AAD-4AF1-9710-4EB20B672354}" srcId="{FA965969-EB78-4FBF-8BE4-3C0F9DDAEA1A}" destId="{58CEED2A-5487-4B79-A720-0C2416065069}" srcOrd="1" destOrd="0" parTransId="{F056AB49-2EDF-4FD8-87F7-4940CA23A71E}" sibTransId="{4848A050-FEDD-432C-966A-247B70AB20E5}"/>
    <dgm:cxn modelId="{C52481A5-786F-4EA0-8952-87B542E0956D}" type="presOf" srcId="{FA965969-EB78-4FBF-8BE4-3C0F9DDAEA1A}" destId="{5B1428B1-6A04-4C8F-9B6C-DE11A3EFEA5D}" srcOrd="0" destOrd="0" presId="urn:microsoft.com/office/officeart/2005/8/layout/arrow6"/>
    <dgm:cxn modelId="{0342A19A-5C78-495D-9118-152CC8521649}" type="presParOf" srcId="{5B1428B1-6A04-4C8F-9B6C-DE11A3EFEA5D}" destId="{EBBC2B82-08F9-45BA-A19E-48AA41315FEE}" srcOrd="0" destOrd="0" presId="urn:microsoft.com/office/officeart/2005/8/layout/arrow6"/>
    <dgm:cxn modelId="{59EB516A-0144-4B56-9411-C0692116AA83}" type="presParOf" srcId="{5B1428B1-6A04-4C8F-9B6C-DE11A3EFEA5D}" destId="{3CE18126-DBD4-426E-81B8-050DCEC97BBF}" srcOrd="1" destOrd="0" presId="urn:microsoft.com/office/officeart/2005/8/layout/arrow6"/>
    <dgm:cxn modelId="{5C19ADF3-F0A5-463E-9286-41E3FE830FE1}" type="presParOf" srcId="{5B1428B1-6A04-4C8F-9B6C-DE11A3EFEA5D}" destId="{78270993-1C2B-4003-A76A-B0E8A5C0E4B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166D9FC-B8D8-4888-80F6-AFF4F55F1F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E8A87-1B83-46BC-A0B7-1101CC110D42}">
      <dgm:prSet phldrT="[Text]"/>
      <dgm:spPr>
        <a:solidFill>
          <a:srgbClr val="00FF99"/>
        </a:solidFill>
      </dgm:spPr>
      <dgm:t>
        <a:bodyPr/>
        <a:lstStyle/>
        <a:p>
          <a:r>
            <a:rPr lang="en-US" dirty="0" smtClean="0"/>
            <a:t>Begins with a short abstract</a:t>
          </a:r>
          <a:endParaRPr lang="en-US" dirty="0"/>
        </a:p>
      </dgm:t>
    </dgm:pt>
    <dgm:pt modelId="{160F092B-3D6C-45D4-8B74-7E92F1E5A3CE}" type="parTrans" cxnId="{0645DAC1-C85F-445E-B5A0-BB06B64E701A}">
      <dgm:prSet/>
      <dgm:spPr/>
      <dgm:t>
        <a:bodyPr/>
        <a:lstStyle/>
        <a:p>
          <a:endParaRPr lang="en-US"/>
        </a:p>
      </dgm:t>
    </dgm:pt>
    <dgm:pt modelId="{D7BD6C8E-5F03-42D1-8DB4-5A1B093D7590}" type="sibTrans" cxnId="{0645DAC1-C85F-445E-B5A0-BB06B64E701A}">
      <dgm:prSet/>
      <dgm:spPr/>
      <dgm:t>
        <a:bodyPr/>
        <a:lstStyle/>
        <a:p>
          <a:endParaRPr lang="en-US"/>
        </a:p>
      </dgm:t>
    </dgm:pt>
    <dgm:pt modelId="{BEB74423-6D1E-4F1B-843A-FC5B342FEDE4}">
      <dgm:prSet phldrT="[Text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introductory paragraph.</a:t>
          </a:r>
          <a:endParaRPr lang="en-US" dirty="0"/>
        </a:p>
      </dgm:t>
    </dgm:pt>
    <dgm:pt modelId="{8FC8F061-CA53-420F-84C7-D30EEF1D6765}" type="parTrans" cxnId="{105CB6F3-1BDA-40F7-850A-8694701BFD1B}">
      <dgm:prSet/>
      <dgm:spPr/>
      <dgm:t>
        <a:bodyPr/>
        <a:lstStyle/>
        <a:p>
          <a:endParaRPr lang="en-US"/>
        </a:p>
      </dgm:t>
    </dgm:pt>
    <dgm:pt modelId="{B88687EC-3EF2-4C1D-B06F-A842F2D54557}" type="sibTrans" cxnId="{105CB6F3-1BDA-40F7-850A-8694701BFD1B}">
      <dgm:prSet/>
      <dgm:spPr/>
      <dgm:t>
        <a:bodyPr/>
        <a:lstStyle/>
        <a:p>
          <a:endParaRPr lang="en-US"/>
        </a:p>
      </dgm:t>
    </dgm:pt>
    <dgm:pt modelId="{6121878F-F469-43FB-989E-D6D464CEE11B}" type="pres">
      <dgm:prSet presAssocID="{C166D9FC-B8D8-4888-80F6-AFF4F55F1F0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CE8823-D574-4003-BEC0-F8D7F2A3ED85}" type="pres">
      <dgm:prSet presAssocID="{192E8A87-1B83-46BC-A0B7-1101CC110D42}" presName="node" presStyleLbl="node1" presStyleIdx="0" presStyleCnt="2" custScaleX="54732" custScaleY="142545" custLinFactNeighborX="-47593" custLinFactNeighborY="-3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4F58FC-BB84-4C99-8ECF-F95EA2DE0DE8}" type="pres">
      <dgm:prSet presAssocID="{D7BD6C8E-5F03-42D1-8DB4-5A1B093D7590}" presName="sibTrans" presStyleCnt="0"/>
      <dgm:spPr/>
    </dgm:pt>
    <dgm:pt modelId="{D0EE4773-DB2E-493C-B9EA-E58EA5EAFD3F}" type="pres">
      <dgm:prSet presAssocID="{BEB74423-6D1E-4F1B-843A-FC5B342FEDE4}" presName="node" presStyleLbl="node1" presStyleIdx="1" presStyleCnt="2" custScaleX="48700" custScaleY="143284" custLinFactNeighborX="467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5CB6F3-1BDA-40F7-850A-8694701BFD1B}" srcId="{C166D9FC-B8D8-4888-80F6-AFF4F55F1F06}" destId="{BEB74423-6D1E-4F1B-843A-FC5B342FEDE4}" srcOrd="1" destOrd="0" parTransId="{8FC8F061-CA53-420F-84C7-D30EEF1D6765}" sibTransId="{B88687EC-3EF2-4C1D-B06F-A842F2D54557}"/>
    <dgm:cxn modelId="{A1F65DBD-5A3B-45E4-8B09-F61603C5E3E7}" type="presOf" srcId="{192E8A87-1B83-46BC-A0B7-1101CC110D42}" destId="{01CE8823-D574-4003-BEC0-F8D7F2A3ED85}" srcOrd="0" destOrd="0" presId="urn:microsoft.com/office/officeart/2005/8/layout/default"/>
    <dgm:cxn modelId="{7B889FC6-B1C3-47D1-84EA-69C2C4CDB491}" type="presOf" srcId="{BEB74423-6D1E-4F1B-843A-FC5B342FEDE4}" destId="{D0EE4773-DB2E-493C-B9EA-E58EA5EAFD3F}" srcOrd="0" destOrd="0" presId="urn:microsoft.com/office/officeart/2005/8/layout/default"/>
    <dgm:cxn modelId="{0645DAC1-C85F-445E-B5A0-BB06B64E701A}" srcId="{C166D9FC-B8D8-4888-80F6-AFF4F55F1F06}" destId="{192E8A87-1B83-46BC-A0B7-1101CC110D42}" srcOrd="0" destOrd="0" parTransId="{160F092B-3D6C-45D4-8B74-7E92F1E5A3CE}" sibTransId="{D7BD6C8E-5F03-42D1-8DB4-5A1B093D7590}"/>
    <dgm:cxn modelId="{1FAB1FFB-9725-4FF9-AE0C-A0EEE6272224}" type="presOf" srcId="{C166D9FC-B8D8-4888-80F6-AFF4F55F1F06}" destId="{6121878F-F469-43FB-989E-D6D464CEE11B}" srcOrd="0" destOrd="0" presId="urn:microsoft.com/office/officeart/2005/8/layout/default"/>
    <dgm:cxn modelId="{16052643-88D2-4E08-B08C-14E77283A7ED}" type="presParOf" srcId="{6121878F-F469-43FB-989E-D6D464CEE11B}" destId="{01CE8823-D574-4003-BEC0-F8D7F2A3ED85}" srcOrd="0" destOrd="0" presId="urn:microsoft.com/office/officeart/2005/8/layout/default"/>
    <dgm:cxn modelId="{BB8D6C8F-54DD-4AAF-BBFA-89953D1D524A}" type="presParOf" srcId="{6121878F-F469-43FB-989E-D6D464CEE11B}" destId="{024F58FC-BB84-4C99-8ECF-F95EA2DE0DE8}" srcOrd="1" destOrd="0" presId="urn:microsoft.com/office/officeart/2005/8/layout/default"/>
    <dgm:cxn modelId="{D8330252-C56F-419E-A071-BF0529919677}" type="presParOf" srcId="{6121878F-F469-43FB-989E-D6D464CEE11B}" destId="{D0EE4773-DB2E-493C-B9EA-E58EA5EAFD3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A965969-EB78-4FBF-8BE4-3C0F9DDAEA1A}" type="doc">
      <dgm:prSet loTypeId="urn:microsoft.com/office/officeart/2005/8/layout/arrow6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1B729F-76A1-430A-B697-0ABD54C6D351}">
      <dgm:prSet phldrT="[Text]" phldr="1"/>
      <dgm:spPr/>
      <dgm:t>
        <a:bodyPr/>
        <a:lstStyle/>
        <a:p>
          <a:endParaRPr lang="en-US"/>
        </a:p>
      </dgm:t>
    </dgm:pt>
    <dgm:pt modelId="{5E676306-F100-4E06-97D9-F7E5F573AC9D}" type="parTrans" cxnId="{AD5B0263-752B-4742-BEB3-0D9096F33E81}">
      <dgm:prSet/>
      <dgm:spPr/>
      <dgm:t>
        <a:bodyPr/>
        <a:lstStyle/>
        <a:p>
          <a:endParaRPr lang="en-US"/>
        </a:p>
      </dgm:t>
    </dgm:pt>
    <dgm:pt modelId="{F79B7833-A36F-485E-9EC4-BB799640765B}" type="sibTrans" cxnId="{AD5B0263-752B-4742-BEB3-0D9096F33E81}">
      <dgm:prSet/>
      <dgm:spPr/>
      <dgm:t>
        <a:bodyPr/>
        <a:lstStyle/>
        <a:p>
          <a:endParaRPr lang="en-US"/>
        </a:p>
      </dgm:t>
    </dgm:pt>
    <dgm:pt modelId="{58CEED2A-5487-4B79-A720-0C2416065069}">
      <dgm:prSet phldrT="[Text]" phldr="1"/>
      <dgm:spPr/>
      <dgm:t>
        <a:bodyPr/>
        <a:lstStyle/>
        <a:p>
          <a:endParaRPr lang="en-US"/>
        </a:p>
      </dgm:t>
    </dgm:pt>
    <dgm:pt modelId="{F056AB49-2EDF-4FD8-87F7-4940CA23A71E}" type="parTrans" cxnId="{E142A9BE-7AAD-4AF1-9710-4EB20B672354}">
      <dgm:prSet/>
      <dgm:spPr/>
      <dgm:t>
        <a:bodyPr/>
        <a:lstStyle/>
        <a:p>
          <a:endParaRPr lang="en-US"/>
        </a:p>
      </dgm:t>
    </dgm:pt>
    <dgm:pt modelId="{4848A050-FEDD-432C-966A-247B70AB20E5}" type="sibTrans" cxnId="{E142A9BE-7AAD-4AF1-9710-4EB20B672354}">
      <dgm:prSet/>
      <dgm:spPr/>
      <dgm:t>
        <a:bodyPr/>
        <a:lstStyle/>
        <a:p>
          <a:endParaRPr lang="en-US"/>
        </a:p>
      </dgm:t>
    </dgm:pt>
    <dgm:pt modelId="{5B1428B1-6A04-4C8F-9B6C-DE11A3EFEA5D}" type="pres">
      <dgm:prSet presAssocID="{FA965969-EB78-4FBF-8BE4-3C0F9DDAEA1A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BBC2B82-08F9-45BA-A19E-48AA41315FEE}" type="pres">
      <dgm:prSet presAssocID="{FA965969-EB78-4FBF-8BE4-3C0F9DDAEA1A}" presName="ribbon" presStyleLbl="node1" presStyleIdx="0" presStyleCnt="1" custScaleX="72637" custScaleY="76862" custLinFactNeighborX="3442" custLinFactNeighborY="38624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3CE18126-DBD4-426E-81B8-050DCEC97BBF}" type="pres">
      <dgm:prSet presAssocID="{FA965969-EB78-4FBF-8BE4-3C0F9DDAEA1A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270993-1C2B-4003-A76A-B0E8A5C0E4BE}" type="pres">
      <dgm:prSet presAssocID="{FA965969-EB78-4FBF-8BE4-3C0F9DDAEA1A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5B0263-752B-4742-BEB3-0D9096F33E81}" srcId="{FA965969-EB78-4FBF-8BE4-3C0F9DDAEA1A}" destId="{2C1B729F-76A1-430A-B697-0ABD54C6D351}" srcOrd="0" destOrd="0" parTransId="{5E676306-F100-4E06-97D9-F7E5F573AC9D}" sibTransId="{F79B7833-A36F-485E-9EC4-BB799640765B}"/>
    <dgm:cxn modelId="{DDB1858E-9F33-4C7A-A87E-6D67CBA910EE}" type="presOf" srcId="{2C1B729F-76A1-430A-B697-0ABD54C6D351}" destId="{3CE18126-DBD4-426E-81B8-050DCEC97BBF}" srcOrd="0" destOrd="0" presId="urn:microsoft.com/office/officeart/2005/8/layout/arrow6"/>
    <dgm:cxn modelId="{F19CCED7-AA17-4224-BB49-E6B40B0D01E3}" type="presOf" srcId="{58CEED2A-5487-4B79-A720-0C2416065069}" destId="{78270993-1C2B-4003-A76A-B0E8A5C0E4BE}" srcOrd="0" destOrd="0" presId="urn:microsoft.com/office/officeart/2005/8/layout/arrow6"/>
    <dgm:cxn modelId="{E142A9BE-7AAD-4AF1-9710-4EB20B672354}" srcId="{FA965969-EB78-4FBF-8BE4-3C0F9DDAEA1A}" destId="{58CEED2A-5487-4B79-A720-0C2416065069}" srcOrd="1" destOrd="0" parTransId="{F056AB49-2EDF-4FD8-87F7-4940CA23A71E}" sibTransId="{4848A050-FEDD-432C-966A-247B70AB20E5}"/>
    <dgm:cxn modelId="{C52481A5-786F-4EA0-8952-87B542E0956D}" type="presOf" srcId="{FA965969-EB78-4FBF-8BE4-3C0F9DDAEA1A}" destId="{5B1428B1-6A04-4C8F-9B6C-DE11A3EFEA5D}" srcOrd="0" destOrd="0" presId="urn:microsoft.com/office/officeart/2005/8/layout/arrow6"/>
    <dgm:cxn modelId="{0342A19A-5C78-495D-9118-152CC8521649}" type="presParOf" srcId="{5B1428B1-6A04-4C8F-9B6C-DE11A3EFEA5D}" destId="{EBBC2B82-08F9-45BA-A19E-48AA41315FEE}" srcOrd="0" destOrd="0" presId="urn:microsoft.com/office/officeart/2005/8/layout/arrow6"/>
    <dgm:cxn modelId="{59EB516A-0144-4B56-9411-C0692116AA83}" type="presParOf" srcId="{5B1428B1-6A04-4C8F-9B6C-DE11A3EFEA5D}" destId="{3CE18126-DBD4-426E-81B8-050DCEC97BBF}" srcOrd="1" destOrd="0" presId="urn:microsoft.com/office/officeart/2005/8/layout/arrow6"/>
    <dgm:cxn modelId="{5C19ADF3-F0A5-463E-9286-41E3FE830FE1}" type="presParOf" srcId="{5B1428B1-6A04-4C8F-9B6C-DE11A3EFEA5D}" destId="{78270993-1C2B-4003-A76A-B0E8A5C0E4B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166D9FC-B8D8-4888-80F6-AFF4F55F1F0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2E8A87-1B83-46BC-A0B7-1101CC110D42}">
      <dgm:prSet phldrT="[Text]" custT="1"/>
      <dgm:spPr>
        <a:solidFill>
          <a:srgbClr val="00FF99"/>
        </a:solidFill>
      </dgm:spPr>
      <dgm:t>
        <a:bodyPr/>
        <a:lstStyle/>
        <a:p>
          <a:r>
            <a:rPr lang="en-US" sz="2800" dirty="0" smtClean="0"/>
            <a:t>Provides suggestions and recommendations</a:t>
          </a:r>
          <a:endParaRPr lang="en-US" sz="2800" dirty="0"/>
        </a:p>
      </dgm:t>
    </dgm:pt>
    <dgm:pt modelId="{160F092B-3D6C-45D4-8B74-7E92F1E5A3CE}" type="parTrans" cxnId="{0645DAC1-C85F-445E-B5A0-BB06B64E701A}">
      <dgm:prSet/>
      <dgm:spPr/>
      <dgm:t>
        <a:bodyPr/>
        <a:lstStyle/>
        <a:p>
          <a:endParaRPr lang="en-US"/>
        </a:p>
      </dgm:t>
    </dgm:pt>
    <dgm:pt modelId="{D7BD6C8E-5F03-42D1-8DB4-5A1B093D7590}" type="sibTrans" cxnId="{0645DAC1-C85F-445E-B5A0-BB06B64E701A}">
      <dgm:prSet/>
      <dgm:spPr/>
      <dgm:t>
        <a:bodyPr/>
        <a:lstStyle/>
        <a:p>
          <a:endParaRPr lang="en-US"/>
        </a:p>
      </dgm:t>
    </dgm:pt>
    <dgm:pt modelId="{BEB74423-6D1E-4F1B-843A-FC5B342FEDE4}">
      <dgm:prSet phldrT="[Text]"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sz="4000" dirty="0" smtClean="0"/>
            <a:t>Concludes by reviewing the arguments </a:t>
          </a:r>
          <a:endParaRPr lang="en-US" sz="4000" dirty="0"/>
        </a:p>
      </dgm:t>
    </dgm:pt>
    <dgm:pt modelId="{8FC8F061-CA53-420F-84C7-D30EEF1D6765}" type="parTrans" cxnId="{105CB6F3-1BDA-40F7-850A-8694701BFD1B}">
      <dgm:prSet/>
      <dgm:spPr/>
      <dgm:t>
        <a:bodyPr/>
        <a:lstStyle/>
        <a:p>
          <a:endParaRPr lang="en-US"/>
        </a:p>
      </dgm:t>
    </dgm:pt>
    <dgm:pt modelId="{B88687EC-3EF2-4C1D-B06F-A842F2D54557}" type="sibTrans" cxnId="{105CB6F3-1BDA-40F7-850A-8694701BFD1B}">
      <dgm:prSet/>
      <dgm:spPr/>
      <dgm:t>
        <a:bodyPr/>
        <a:lstStyle/>
        <a:p>
          <a:endParaRPr lang="en-US"/>
        </a:p>
      </dgm:t>
    </dgm:pt>
    <dgm:pt modelId="{6121878F-F469-43FB-989E-D6D464CEE11B}" type="pres">
      <dgm:prSet presAssocID="{C166D9FC-B8D8-4888-80F6-AFF4F55F1F0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CE8823-D574-4003-BEC0-F8D7F2A3ED85}" type="pres">
      <dgm:prSet presAssocID="{192E8A87-1B83-46BC-A0B7-1101CC110D42}" presName="node" presStyleLbl="node1" presStyleIdx="0" presStyleCnt="2" custScaleX="54732" custScaleY="142545" custLinFactNeighborX="-47593" custLinFactNeighborY="-3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4F58FC-BB84-4C99-8ECF-F95EA2DE0DE8}" type="pres">
      <dgm:prSet presAssocID="{D7BD6C8E-5F03-42D1-8DB4-5A1B093D7590}" presName="sibTrans" presStyleCnt="0"/>
      <dgm:spPr/>
    </dgm:pt>
    <dgm:pt modelId="{D0EE4773-DB2E-493C-B9EA-E58EA5EAFD3F}" type="pres">
      <dgm:prSet presAssocID="{BEB74423-6D1E-4F1B-843A-FC5B342FEDE4}" presName="node" presStyleLbl="node1" presStyleIdx="1" presStyleCnt="2" custScaleX="48700" custScaleY="143284" custLinFactNeighborX="467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5CB6F3-1BDA-40F7-850A-8694701BFD1B}" srcId="{C166D9FC-B8D8-4888-80F6-AFF4F55F1F06}" destId="{BEB74423-6D1E-4F1B-843A-FC5B342FEDE4}" srcOrd="1" destOrd="0" parTransId="{8FC8F061-CA53-420F-84C7-D30EEF1D6765}" sibTransId="{B88687EC-3EF2-4C1D-B06F-A842F2D54557}"/>
    <dgm:cxn modelId="{A1F65DBD-5A3B-45E4-8B09-F61603C5E3E7}" type="presOf" srcId="{192E8A87-1B83-46BC-A0B7-1101CC110D42}" destId="{01CE8823-D574-4003-BEC0-F8D7F2A3ED85}" srcOrd="0" destOrd="0" presId="urn:microsoft.com/office/officeart/2005/8/layout/default"/>
    <dgm:cxn modelId="{7B889FC6-B1C3-47D1-84EA-69C2C4CDB491}" type="presOf" srcId="{BEB74423-6D1E-4F1B-843A-FC5B342FEDE4}" destId="{D0EE4773-DB2E-493C-B9EA-E58EA5EAFD3F}" srcOrd="0" destOrd="0" presId="urn:microsoft.com/office/officeart/2005/8/layout/default"/>
    <dgm:cxn modelId="{0645DAC1-C85F-445E-B5A0-BB06B64E701A}" srcId="{C166D9FC-B8D8-4888-80F6-AFF4F55F1F06}" destId="{192E8A87-1B83-46BC-A0B7-1101CC110D42}" srcOrd="0" destOrd="0" parTransId="{160F092B-3D6C-45D4-8B74-7E92F1E5A3CE}" sibTransId="{D7BD6C8E-5F03-42D1-8DB4-5A1B093D7590}"/>
    <dgm:cxn modelId="{1FAB1FFB-9725-4FF9-AE0C-A0EEE6272224}" type="presOf" srcId="{C166D9FC-B8D8-4888-80F6-AFF4F55F1F06}" destId="{6121878F-F469-43FB-989E-D6D464CEE11B}" srcOrd="0" destOrd="0" presId="urn:microsoft.com/office/officeart/2005/8/layout/default"/>
    <dgm:cxn modelId="{16052643-88D2-4E08-B08C-14E77283A7ED}" type="presParOf" srcId="{6121878F-F469-43FB-989E-D6D464CEE11B}" destId="{01CE8823-D574-4003-BEC0-F8D7F2A3ED85}" srcOrd="0" destOrd="0" presId="urn:microsoft.com/office/officeart/2005/8/layout/default"/>
    <dgm:cxn modelId="{BB8D6C8F-54DD-4AAF-BBFA-89953D1D524A}" type="presParOf" srcId="{6121878F-F469-43FB-989E-D6D464CEE11B}" destId="{024F58FC-BB84-4C99-8ECF-F95EA2DE0DE8}" srcOrd="1" destOrd="0" presId="urn:microsoft.com/office/officeart/2005/8/layout/default"/>
    <dgm:cxn modelId="{D8330252-C56F-419E-A071-BF0529919677}" type="presParOf" srcId="{6121878F-F469-43FB-989E-D6D464CEE11B}" destId="{D0EE4773-DB2E-493C-B9EA-E58EA5EAFD3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A965969-EB78-4FBF-8BE4-3C0F9DDAEA1A}" type="doc">
      <dgm:prSet loTypeId="urn:microsoft.com/office/officeart/2005/8/layout/arrow6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1B729F-76A1-430A-B697-0ABD54C6D351}">
      <dgm:prSet phldrT="[Text]" phldr="1"/>
      <dgm:spPr/>
      <dgm:t>
        <a:bodyPr/>
        <a:lstStyle/>
        <a:p>
          <a:endParaRPr lang="en-US"/>
        </a:p>
      </dgm:t>
    </dgm:pt>
    <dgm:pt modelId="{5E676306-F100-4E06-97D9-F7E5F573AC9D}" type="parTrans" cxnId="{AD5B0263-752B-4742-BEB3-0D9096F33E81}">
      <dgm:prSet/>
      <dgm:spPr/>
      <dgm:t>
        <a:bodyPr/>
        <a:lstStyle/>
        <a:p>
          <a:endParaRPr lang="en-US"/>
        </a:p>
      </dgm:t>
    </dgm:pt>
    <dgm:pt modelId="{F79B7833-A36F-485E-9EC4-BB799640765B}" type="sibTrans" cxnId="{AD5B0263-752B-4742-BEB3-0D9096F33E81}">
      <dgm:prSet/>
      <dgm:spPr/>
      <dgm:t>
        <a:bodyPr/>
        <a:lstStyle/>
        <a:p>
          <a:endParaRPr lang="en-US"/>
        </a:p>
      </dgm:t>
    </dgm:pt>
    <dgm:pt modelId="{58CEED2A-5487-4B79-A720-0C2416065069}">
      <dgm:prSet phldrT="[Text]" phldr="1"/>
      <dgm:spPr/>
      <dgm:t>
        <a:bodyPr/>
        <a:lstStyle/>
        <a:p>
          <a:endParaRPr lang="en-US"/>
        </a:p>
      </dgm:t>
    </dgm:pt>
    <dgm:pt modelId="{F056AB49-2EDF-4FD8-87F7-4940CA23A71E}" type="parTrans" cxnId="{E142A9BE-7AAD-4AF1-9710-4EB20B672354}">
      <dgm:prSet/>
      <dgm:spPr/>
      <dgm:t>
        <a:bodyPr/>
        <a:lstStyle/>
        <a:p>
          <a:endParaRPr lang="en-US"/>
        </a:p>
      </dgm:t>
    </dgm:pt>
    <dgm:pt modelId="{4848A050-FEDD-432C-966A-247B70AB20E5}" type="sibTrans" cxnId="{E142A9BE-7AAD-4AF1-9710-4EB20B672354}">
      <dgm:prSet/>
      <dgm:spPr/>
      <dgm:t>
        <a:bodyPr/>
        <a:lstStyle/>
        <a:p>
          <a:endParaRPr lang="en-US"/>
        </a:p>
      </dgm:t>
    </dgm:pt>
    <dgm:pt modelId="{5B1428B1-6A04-4C8F-9B6C-DE11A3EFEA5D}" type="pres">
      <dgm:prSet presAssocID="{FA965969-EB78-4FBF-8BE4-3C0F9DDAEA1A}" presName="compositeShape" presStyleCnt="0">
        <dgm:presLayoutVars>
          <dgm:chMax val="2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BBC2B82-08F9-45BA-A19E-48AA41315FEE}" type="pres">
      <dgm:prSet presAssocID="{FA965969-EB78-4FBF-8BE4-3C0F9DDAEA1A}" presName="ribbon" presStyleLbl="node1" presStyleIdx="0" presStyleCnt="1" custScaleX="72637" custScaleY="76862" custLinFactNeighborX="3442" custLinFactNeighborY="38624"/>
      <dgm:spPr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</dgm:pt>
    <dgm:pt modelId="{3CE18126-DBD4-426E-81B8-050DCEC97BBF}" type="pres">
      <dgm:prSet presAssocID="{FA965969-EB78-4FBF-8BE4-3C0F9DDAEA1A}" presName="lef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270993-1C2B-4003-A76A-B0E8A5C0E4BE}" type="pres">
      <dgm:prSet presAssocID="{FA965969-EB78-4FBF-8BE4-3C0F9DDAEA1A}" presName="rightArrow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D5B0263-752B-4742-BEB3-0D9096F33E81}" srcId="{FA965969-EB78-4FBF-8BE4-3C0F9DDAEA1A}" destId="{2C1B729F-76A1-430A-B697-0ABD54C6D351}" srcOrd="0" destOrd="0" parTransId="{5E676306-F100-4E06-97D9-F7E5F573AC9D}" sibTransId="{F79B7833-A36F-485E-9EC4-BB799640765B}"/>
    <dgm:cxn modelId="{DDB1858E-9F33-4C7A-A87E-6D67CBA910EE}" type="presOf" srcId="{2C1B729F-76A1-430A-B697-0ABD54C6D351}" destId="{3CE18126-DBD4-426E-81B8-050DCEC97BBF}" srcOrd="0" destOrd="0" presId="urn:microsoft.com/office/officeart/2005/8/layout/arrow6"/>
    <dgm:cxn modelId="{F19CCED7-AA17-4224-BB49-E6B40B0D01E3}" type="presOf" srcId="{58CEED2A-5487-4B79-A720-0C2416065069}" destId="{78270993-1C2B-4003-A76A-B0E8A5C0E4BE}" srcOrd="0" destOrd="0" presId="urn:microsoft.com/office/officeart/2005/8/layout/arrow6"/>
    <dgm:cxn modelId="{E142A9BE-7AAD-4AF1-9710-4EB20B672354}" srcId="{FA965969-EB78-4FBF-8BE4-3C0F9DDAEA1A}" destId="{58CEED2A-5487-4B79-A720-0C2416065069}" srcOrd="1" destOrd="0" parTransId="{F056AB49-2EDF-4FD8-87F7-4940CA23A71E}" sibTransId="{4848A050-FEDD-432C-966A-247B70AB20E5}"/>
    <dgm:cxn modelId="{C52481A5-786F-4EA0-8952-87B542E0956D}" type="presOf" srcId="{FA965969-EB78-4FBF-8BE4-3C0F9DDAEA1A}" destId="{5B1428B1-6A04-4C8F-9B6C-DE11A3EFEA5D}" srcOrd="0" destOrd="0" presId="urn:microsoft.com/office/officeart/2005/8/layout/arrow6"/>
    <dgm:cxn modelId="{0342A19A-5C78-495D-9118-152CC8521649}" type="presParOf" srcId="{5B1428B1-6A04-4C8F-9B6C-DE11A3EFEA5D}" destId="{EBBC2B82-08F9-45BA-A19E-48AA41315FEE}" srcOrd="0" destOrd="0" presId="urn:microsoft.com/office/officeart/2005/8/layout/arrow6"/>
    <dgm:cxn modelId="{59EB516A-0144-4B56-9411-C0692116AA83}" type="presParOf" srcId="{5B1428B1-6A04-4C8F-9B6C-DE11A3EFEA5D}" destId="{3CE18126-DBD4-426E-81B8-050DCEC97BBF}" srcOrd="1" destOrd="0" presId="urn:microsoft.com/office/officeart/2005/8/layout/arrow6"/>
    <dgm:cxn modelId="{5C19ADF3-F0A5-463E-9286-41E3FE830FE1}" type="presParOf" srcId="{5B1428B1-6A04-4C8F-9B6C-DE11A3EFEA5D}" destId="{78270993-1C2B-4003-A76A-B0E8A5C0E4BE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A62233F-DAC4-4FFF-9291-7AC88BA20874}" type="doc">
      <dgm:prSet loTypeId="urn:microsoft.com/office/officeart/2005/8/layout/vList6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25497AC-4A7B-4820-919F-E4712021A60D}">
      <dgm:prSet phldrT="[Text]"/>
      <dgm:spPr/>
      <dgm:t>
        <a:bodyPr/>
        <a:lstStyle/>
        <a:p>
          <a:r>
            <a:rPr lang="en-US" dirty="0" smtClean="0"/>
            <a:t>Clarity </a:t>
          </a:r>
          <a:endParaRPr lang="en-US" dirty="0"/>
        </a:p>
      </dgm:t>
    </dgm:pt>
    <dgm:pt modelId="{C7A4406B-5FA8-4B51-89C7-BB16E722D381}" type="parTrans" cxnId="{909FBD15-3393-4681-AC21-3AFD690D63FA}">
      <dgm:prSet/>
      <dgm:spPr/>
      <dgm:t>
        <a:bodyPr/>
        <a:lstStyle/>
        <a:p>
          <a:endParaRPr lang="en-US"/>
        </a:p>
      </dgm:t>
    </dgm:pt>
    <dgm:pt modelId="{426DFC7A-4994-41C7-8526-9BF247000519}" type="sibTrans" cxnId="{909FBD15-3393-4681-AC21-3AFD690D63FA}">
      <dgm:prSet/>
      <dgm:spPr/>
      <dgm:t>
        <a:bodyPr/>
        <a:lstStyle/>
        <a:p>
          <a:endParaRPr lang="en-US"/>
        </a:p>
      </dgm:t>
    </dgm:pt>
    <dgm:pt modelId="{BE5F5026-C7BD-4770-9FB4-AD7776E2649C}">
      <dgm:prSet phldrT="[Text]"/>
      <dgm:spPr/>
      <dgm:t>
        <a:bodyPr/>
        <a:lstStyle/>
        <a:p>
          <a:r>
            <a:rPr lang="en-US" dirty="0" smtClean="0"/>
            <a:t>Define key concept</a:t>
          </a:r>
          <a:endParaRPr lang="en-US" dirty="0"/>
        </a:p>
      </dgm:t>
    </dgm:pt>
    <dgm:pt modelId="{7086BD7C-7419-4DCB-88F1-86826D9B2548}" type="parTrans" cxnId="{78088465-BCDC-43AF-B111-31091E8B3494}">
      <dgm:prSet/>
      <dgm:spPr/>
      <dgm:t>
        <a:bodyPr/>
        <a:lstStyle/>
        <a:p>
          <a:endParaRPr lang="en-US"/>
        </a:p>
      </dgm:t>
    </dgm:pt>
    <dgm:pt modelId="{E86324AB-76ED-436F-B4E7-2C282AD5F162}" type="sibTrans" cxnId="{78088465-BCDC-43AF-B111-31091E8B3494}">
      <dgm:prSet/>
      <dgm:spPr/>
      <dgm:t>
        <a:bodyPr/>
        <a:lstStyle/>
        <a:p>
          <a:endParaRPr lang="en-US"/>
        </a:p>
      </dgm:t>
    </dgm:pt>
    <dgm:pt modelId="{9EA68ACC-6251-4BB1-B494-FC4C2E474FC6}">
      <dgm:prSet phldrT="[Text]"/>
      <dgm:spPr/>
      <dgm:t>
        <a:bodyPr/>
        <a:lstStyle/>
        <a:p>
          <a:r>
            <a:rPr lang="en-US" dirty="0" smtClean="0"/>
            <a:t>Use of terms </a:t>
          </a:r>
          <a:endParaRPr lang="en-US" dirty="0"/>
        </a:p>
      </dgm:t>
    </dgm:pt>
    <dgm:pt modelId="{B018DD6E-D516-43D6-8B16-22692954163E}" type="parTrans" cxnId="{BF631B46-B94C-442F-A498-95EDD3D35961}">
      <dgm:prSet/>
      <dgm:spPr/>
      <dgm:t>
        <a:bodyPr/>
        <a:lstStyle/>
        <a:p>
          <a:endParaRPr lang="en-US"/>
        </a:p>
      </dgm:t>
    </dgm:pt>
    <dgm:pt modelId="{60A0373D-F6A8-421C-9F9C-955F8B8FE4AA}" type="sibTrans" cxnId="{BF631B46-B94C-442F-A498-95EDD3D35961}">
      <dgm:prSet/>
      <dgm:spPr/>
      <dgm:t>
        <a:bodyPr/>
        <a:lstStyle/>
        <a:p>
          <a:endParaRPr lang="en-US"/>
        </a:p>
      </dgm:t>
    </dgm:pt>
    <dgm:pt modelId="{3C99A8B9-E093-42A6-AE6D-7756C25C5615}">
      <dgm:prSet phldrT="[Text]"/>
      <dgm:spPr/>
      <dgm:t>
        <a:bodyPr/>
        <a:lstStyle/>
        <a:p>
          <a:r>
            <a:rPr lang="en-US" dirty="0" smtClean="0"/>
            <a:t>Clarifies the problem </a:t>
          </a:r>
          <a:endParaRPr lang="en-US" dirty="0"/>
        </a:p>
      </dgm:t>
    </dgm:pt>
    <dgm:pt modelId="{30BC255A-CF51-4558-9B20-6E52FC36AAC6}" type="parTrans" cxnId="{B7D88195-B031-4D7B-9D35-474096D34B91}">
      <dgm:prSet/>
      <dgm:spPr/>
      <dgm:t>
        <a:bodyPr/>
        <a:lstStyle/>
        <a:p>
          <a:endParaRPr lang="en-US"/>
        </a:p>
      </dgm:t>
    </dgm:pt>
    <dgm:pt modelId="{7843CA73-BDC2-4D2F-AB42-1E92808ABF68}" type="sibTrans" cxnId="{B7D88195-B031-4D7B-9D35-474096D34B91}">
      <dgm:prSet/>
      <dgm:spPr/>
      <dgm:t>
        <a:bodyPr/>
        <a:lstStyle/>
        <a:p>
          <a:endParaRPr lang="en-US"/>
        </a:p>
      </dgm:t>
    </dgm:pt>
    <dgm:pt modelId="{CE296568-487D-4403-8293-DF40ECE87FF6}">
      <dgm:prSet phldrT="[Text]"/>
      <dgm:spPr/>
      <dgm:t>
        <a:bodyPr/>
        <a:lstStyle/>
        <a:p>
          <a:r>
            <a:rPr lang="en-US" dirty="0" smtClean="0"/>
            <a:t>Presentable </a:t>
          </a:r>
          <a:endParaRPr lang="en-US" dirty="0"/>
        </a:p>
      </dgm:t>
    </dgm:pt>
    <dgm:pt modelId="{599870A1-9020-4884-AC0C-114C03454A8C}" type="parTrans" cxnId="{8930C736-12A4-42E5-AE17-A7478121FA87}">
      <dgm:prSet/>
      <dgm:spPr/>
      <dgm:t>
        <a:bodyPr/>
        <a:lstStyle/>
        <a:p>
          <a:endParaRPr lang="en-US"/>
        </a:p>
      </dgm:t>
    </dgm:pt>
    <dgm:pt modelId="{329D89B3-8263-4B5A-94C3-3891DD6C847B}" type="sibTrans" cxnId="{8930C736-12A4-42E5-AE17-A7478121FA87}">
      <dgm:prSet/>
      <dgm:spPr/>
      <dgm:t>
        <a:bodyPr/>
        <a:lstStyle/>
        <a:p>
          <a:endParaRPr lang="en-US"/>
        </a:p>
      </dgm:t>
    </dgm:pt>
    <dgm:pt modelId="{A60CBA38-3AB8-4B0C-8623-E3906B760359}" type="pres">
      <dgm:prSet presAssocID="{3A62233F-DAC4-4FFF-9291-7AC88BA20874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2EC5BE3-1A1C-4E96-B389-D0B63CEBCE84}" type="pres">
      <dgm:prSet presAssocID="{625497AC-4A7B-4820-919F-E4712021A60D}" presName="linNode" presStyleCnt="0"/>
      <dgm:spPr/>
    </dgm:pt>
    <dgm:pt modelId="{BF84F6C4-CD10-444E-BBBD-A0CDACD56F52}" type="pres">
      <dgm:prSet presAssocID="{625497AC-4A7B-4820-919F-E4712021A60D}" presName="parent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CC6ACB-3A41-4C82-BA6B-65A14A4D79A9}" type="pres">
      <dgm:prSet presAssocID="{625497AC-4A7B-4820-919F-E4712021A60D}" presName="childShp" presStyleLbl="bgAccFollowNode1" presStyleIdx="0" presStyleCnt="5">
        <dgm:presLayoutVars>
          <dgm:bulletEnabled val="1"/>
        </dgm:presLayoutVars>
      </dgm:prSet>
      <dgm:spPr/>
    </dgm:pt>
    <dgm:pt modelId="{0AA72B37-666D-464A-A85D-4FC36C3103BA}" type="pres">
      <dgm:prSet presAssocID="{426DFC7A-4994-41C7-8526-9BF247000519}" presName="spacing" presStyleCnt="0"/>
      <dgm:spPr/>
    </dgm:pt>
    <dgm:pt modelId="{9B4FE2D2-E856-4D8D-94A9-5E75CE4C5692}" type="pres">
      <dgm:prSet presAssocID="{BE5F5026-C7BD-4770-9FB4-AD7776E2649C}" presName="linNode" presStyleCnt="0"/>
      <dgm:spPr/>
    </dgm:pt>
    <dgm:pt modelId="{221FE372-3111-4D63-A4F6-819F41905B30}" type="pres">
      <dgm:prSet presAssocID="{BE5F5026-C7BD-4770-9FB4-AD7776E2649C}" presName="parent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1DF762-1E11-4673-A67B-94125161D1DF}" type="pres">
      <dgm:prSet presAssocID="{BE5F5026-C7BD-4770-9FB4-AD7776E2649C}" presName="childShp" presStyleLbl="bgAccFollowNode1" presStyleIdx="1" presStyleCnt="5">
        <dgm:presLayoutVars>
          <dgm:bulletEnabled val="1"/>
        </dgm:presLayoutVars>
      </dgm:prSet>
      <dgm:spPr/>
    </dgm:pt>
    <dgm:pt modelId="{999D5306-EB14-442B-91C2-6A10F12D226F}" type="pres">
      <dgm:prSet presAssocID="{E86324AB-76ED-436F-B4E7-2C282AD5F162}" presName="spacing" presStyleCnt="0"/>
      <dgm:spPr/>
    </dgm:pt>
    <dgm:pt modelId="{77B388AC-3739-4752-8DF5-BF2AD0E4A963}" type="pres">
      <dgm:prSet presAssocID="{9EA68ACC-6251-4BB1-B494-FC4C2E474FC6}" presName="linNode" presStyleCnt="0"/>
      <dgm:spPr/>
    </dgm:pt>
    <dgm:pt modelId="{343D2E4B-740C-44CB-9C7D-950C9FD83BC5}" type="pres">
      <dgm:prSet presAssocID="{9EA68ACC-6251-4BB1-B494-FC4C2E474FC6}" presName="parent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A3906E-3CD8-4B83-8490-3797C787F87A}" type="pres">
      <dgm:prSet presAssocID="{9EA68ACC-6251-4BB1-B494-FC4C2E474FC6}" presName="childShp" presStyleLbl="bgAccFollowNode1" presStyleIdx="2" presStyleCnt="5">
        <dgm:presLayoutVars>
          <dgm:bulletEnabled val="1"/>
        </dgm:presLayoutVars>
      </dgm:prSet>
      <dgm:spPr/>
    </dgm:pt>
    <dgm:pt modelId="{96DF8DFC-7419-472C-9E15-20102780A354}" type="pres">
      <dgm:prSet presAssocID="{60A0373D-F6A8-421C-9F9C-955F8B8FE4AA}" presName="spacing" presStyleCnt="0"/>
      <dgm:spPr/>
    </dgm:pt>
    <dgm:pt modelId="{B25D6C3D-BBE9-4BE3-957B-20187B4D593B}" type="pres">
      <dgm:prSet presAssocID="{3C99A8B9-E093-42A6-AE6D-7756C25C5615}" presName="linNode" presStyleCnt="0"/>
      <dgm:spPr/>
    </dgm:pt>
    <dgm:pt modelId="{1B967EA2-AA72-4D98-A767-D19BEE8335C9}" type="pres">
      <dgm:prSet presAssocID="{3C99A8B9-E093-42A6-AE6D-7756C25C5615}" presName="parent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647A8A-E749-4DB3-8B6F-5A93CF7F78A9}" type="pres">
      <dgm:prSet presAssocID="{3C99A8B9-E093-42A6-AE6D-7756C25C5615}" presName="childShp" presStyleLbl="bgAccFollowNode1" presStyleIdx="3" presStyleCnt="5">
        <dgm:presLayoutVars>
          <dgm:bulletEnabled val="1"/>
        </dgm:presLayoutVars>
      </dgm:prSet>
      <dgm:spPr/>
    </dgm:pt>
    <dgm:pt modelId="{25505D18-E752-4442-A777-9C2ED01D7F05}" type="pres">
      <dgm:prSet presAssocID="{7843CA73-BDC2-4D2F-AB42-1E92808ABF68}" presName="spacing" presStyleCnt="0"/>
      <dgm:spPr/>
    </dgm:pt>
    <dgm:pt modelId="{9A5F3858-9A7D-4B2C-88A3-32AC9A6B6CE6}" type="pres">
      <dgm:prSet presAssocID="{CE296568-487D-4403-8293-DF40ECE87FF6}" presName="linNode" presStyleCnt="0"/>
      <dgm:spPr/>
    </dgm:pt>
    <dgm:pt modelId="{2F48AD89-9327-4949-BBBF-DE056E575D44}" type="pres">
      <dgm:prSet presAssocID="{CE296568-487D-4403-8293-DF40ECE87FF6}" presName="parent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20845B-E48B-48CF-B12F-9908298E3387}" type="pres">
      <dgm:prSet presAssocID="{CE296568-487D-4403-8293-DF40ECE87FF6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A518A3D9-C16A-482C-8373-4B4C6F75774D}" type="presOf" srcId="{3A62233F-DAC4-4FFF-9291-7AC88BA20874}" destId="{A60CBA38-3AB8-4B0C-8623-E3906B760359}" srcOrd="0" destOrd="0" presId="urn:microsoft.com/office/officeart/2005/8/layout/vList6"/>
    <dgm:cxn modelId="{BF631B46-B94C-442F-A498-95EDD3D35961}" srcId="{3A62233F-DAC4-4FFF-9291-7AC88BA20874}" destId="{9EA68ACC-6251-4BB1-B494-FC4C2E474FC6}" srcOrd="2" destOrd="0" parTransId="{B018DD6E-D516-43D6-8B16-22692954163E}" sibTransId="{60A0373D-F6A8-421C-9F9C-955F8B8FE4AA}"/>
    <dgm:cxn modelId="{2C6C9FFB-C7DB-497A-AB2B-8306ED0FC3F0}" type="presOf" srcId="{625497AC-4A7B-4820-919F-E4712021A60D}" destId="{BF84F6C4-CD10-444E-BBBD-A0CDACD56F52}" srcOrd="0" destOrd="0" presId="urn:microsoft.com/office/officeart/2005/8/layout/vList6"/>
    <dgm:cxn modelId="{14A517CD-ED1B-4BB1-A388-DBA5C8B4806A}" type="presOf" srcId="{CE296568-487D-4403-8293-DF40ECE87FF6}" destId="{2F48AD89-9327-4949-BBBF-DE056E575D44}" srcOrd="0" destOrd="0" presId="urn:microsoft.com/office/officeart/2005/8/layout/vList6"/>
    <dgm:cxn modelId="{B7D88195-B031-4D7B-9D35-474096D34B91}" srcId="{3A62233F-DAC4-4FFF-9291-7AC88BA20874}" destId="{3C99A8B9-E093-42A6-AE6D-7756C25C5615}" srcOrd="3" destOrd="0" parTransId="{30BC255A-CF51-4558-9B20-6E52FC36AAC6}" sibTransId="{7843CA73-BDC2-4D2F-AB42-1E92808ABF68}"/>
    <dgm:cxn modelId="{78088465-BCDC-43AF-B111-31091E8B3494}" srcId="{3A62233F-DAC4-4FFF-9291-7AC88BA20874}" destId="{BE5F5026-C7BD-4770-9FB4-AD7776E2649C}" srcOrd="1" destOrd="0" parTransId="{7086BD7C-7419-4DCB-88F1-86826D9B2548}" sibTransId="{E86324AB-76ED-436F-B4E7-2C282AD5F162}"/>
    <dgm:cxn modelId="{A3C99867-A9DA-4B4F-B77A-3457D8FFFE73}" type="presOf" srcId="{BE5F5026-C7BD-4770-9FB4-AD7776E2649C}" destId="{221FE372-3111-4D63-A4F6-819F41905B30}" srcOrd="0" destOrd="0" presId="urn:microsoft.com/office/officeart/2005/8/layout/vList6"/>
    <dgm:cxn modelId="{909FBD15-3393-4681-AC21-3AFD690D63FA}" srcId="{3A62233F-DAC4-4FFF-9291-7AC88BA20874}" destId="{625497AC-4A7B-4820-919F-E4712021A60D}" srcOrd="0" destOrd="0" parTransId="{C7A4406B-5FA8-4B51-89C7-BB16E722D381}" sibTransId="{426DFC7A-4994-41C7-8526-9BF247000519}"/>
    <dgm:cxn modelId="{EFB7A0F4-4279-453B-A90B-1E4FEE89F77B}" type="presOf" srcId="{3C99A8B9-E093-42A6-AE6D-7756C25C5615}" destId="{1B967EA2-AA72-4D98-A767-D19BEE8335C9}" srcOrd="0" destOrd="0" presId="urn:microsoft.com/office/officeart/2005/8/layout/vList6"/>
    <dgm:cxn modelId="{50DF6DDC-D665-48DC-AAB5-F51D6A1216A7}" type="presOf" srcId="{9EA68ACC-6251-4BB1-B494-FC4C2E474FC6}" destId="{343D2E4B-740C-44CB-9C7D-950C9FD83BC5}" srcOrd="0" destOrd="0" presId="urn:microsoft.com/office/officeart/2005/8/layout/vList6"/>
    <dgm:cxn modelId="{8930C736-12A4-42E5-AE17-A7478121FA87}" srcId="{3A62233F-DAC4-4FFF-9291-7AC88BA20874}" destId="{CE296568-487D-4403-8293-DF40ECE87FF6}" srcOrd="4" destOrd="0" parTransId="{599870A1-9020-4884-AC0C-114C03454A8C}" sibTransId="{329D89B3-8263-4B5A-94C3-3891DD6C847B}"/>
    <dgm:cxn modelId="{531E05E8-88FD-48B4-BC5D-3BB5C57175B4}" type="presParOf" srcId="{A60CBA38-3AB8-4B0C-8623-E3906B760359}" destId="{82EC5BE3-1A1C-4E96-B389-D0B63CEBCE84}" srcOrd="0" destOrd="0" presId="urn:microsoft.com/office/officeart/2005/8/layout/vList6"/>
    <dgm:cxn modelId="{59D04183-1F56-459F-A15A-96E397A1E007}" type="presParOf" srcId="{82EC5BE3-1A1C-4E96-B389-D0B63CEBCE84}" destId="{BF84F6C4-CD10-444E-BBBD-A0CDACD56F52}" srcOrd="0" destOrd="0" presId="urn:microsoft.com/office/officeart/2005/8/layout/vList6"/>
    <dgm:cxn modelId="{D7220444-8E7E-4F85-A5A6-2410F426D3BE}" type="presParOf" srcId="{82EC5BE3-1A1C-4E96-B389-D0B63CEBCE84}" destId="{7BCC6ACB-3A41-4C82-BA6B-65A14A4D79A9}" srcOrd="1" destOrd="0" presId="urn:microsoft.com/office/officeart/2005/8/layout/vList6"/>
    <dgm:cxn modelId="{B05553CC-BB6D-4280-8714-D40ED75CB3D7}" type="presParOf" srcId="{A60CBA38-3AB8-4B0C-8623-E3906B760359}" destId="{0AA72B37-666D-464A-A85D-4FC36C3103BA}" srcOrd="1" destOrd="0" presId="urn:microsoft.com/office/officeart/2005/8/layout/vList6"/>
    <dgm:cxn modelId="{5321B7C2-374C-47DF-84BE-52C3CE4176E3}" type="presParOf" srcId="{A60CBA38-3AB8-4B0C-8623-E3906B760359}" destId="{9B4FE2D2-E856-4D8D-94A9-5E75CE4C5692}" srcOrd="2" destOrd="0" presId="urn:microsoft.com/office/officeart/2005/8/layout/vList6"/>
    <dgm:cxn modelId="{99CF4B91-5744-434D-811C-A7B4517AED6D}" type="presParOf" srcId="{9B4FE2D2-E856-4D8D-94A9-5E75CE4C5692}" destId="{221FE372-3111-4D63-A4F6-819F41905B30}" srcOrd="0" destOrd="0" presId="urn:microsoft.com/office/officeart/2005/8/layout/vList6"/>
    <dgm:cxn modelId="{9CB53823-8A34-4DE0-8588-380E524AEA4E}" type="presParOf" srcId="{9B4FE2D2-E856-4D8D-94A9-5E75CE4C5692}" destId="{EC1DF762-1E11-4673-A67B-94125161D1DF}" srcOrd="1" destOrd="0" presId="urn:microsoft.com/office/officeart/2005/8/layout/vList6"/>
    <dgm:cxn modelId="{4D5C56F3-18A5-4E92-8BC8-B5B3D8AFC595}" type="presParOf" srcId="{A60CBA38-3AB8-4B0C-8623-E3906B760359}" destId="{999D5306-EB14-442B-91C2-6A10F12D226F}" srcOrd="3" destOrd="0" presId="urn:microsoft.com/office/officeart/2005/8/layout/vList6"/>
    <dgm:cxn modelId="{2CF6DD2D-F4B2-46C9-9DE0-96FE1F6BC8C4}" type="presParOf" srcId="{A60CBA38-3AB8-4B0C-8623-E3906B760359}" destId="{77B388AC-3739-4752-8DF5-BF2AD0E4A963}" srcOrd="4" destOrd="0" presId="urn:microsoft.com/office/officeart/2005/8/layout/vList6"/>
    <dgm:cxn modelId="{C823B7D6-1EDE-4478-8E4B-678B767B4C27}" type="presParOf" srcId="{77B388AC-3739-4752-8DF5-BF2AD0E4A963}" destId="{343D2E4B-740C-44CB-9C7D-950C9FD83BC5}" srcOrd="0" destOrd="0" presId="urn:microsoft.com/office/officeart/2005/8/layout/vList6"/>
    <dgm:cxn modelId="{02287498-AC12-4DC0-8C92-1680FEA84B97}" type="presParOf" srcId="{77B388AC-3739-4752-8DF5-BF2AD0E4A963}" destId="{DBA3906E-3CD8-4B83-8490-3797C787F87A}" srcOrd="1" destOrd="0" presId="urn:microsoft.com/office/officeart/2005/8/layout/vList6"/>
    <dgm:cxn modelId="{28E25E54-E084-444A-A391-16E1BFD74D2B}" type="presParOf" srcId="{A60CBA38-3AB8-4B0C-8623-E3906B760359}" destId="{96DF8DFC-7419-472C-9E15-20102780A354}" srcOrd="5" destOrd="0" presId="urn:microsoft.com/office/officeart/2005/8/layout/vList6"/>
    <dgm:cxn modelId="{7557F7A2-8490-4C48-B4D4-E24B05CD9B44}" type="presParOf" srcId="{A60CBA38-3AB8-4B0C-8623-E3906B760359}" destId="{B25D6C3D-BBE9-4BE3-957B-20187B4D593B}" srcOrd="6" destOrd="0" presId="urn:microsoft.com/office/officeart/2005/8/layout/vList6"/>
    <dgm:cxn modelId="{D11013DA-EB4F-4FF2-81B7-A87D66718317}" type="presParOf" srcId="{B25D6C3D-BBE9-4BE3-957B-20187B4D593B}" destId="{1B967EA2-AA72-4D98-A767-D19BEE8335C9}" srcOrd="0" destOrd="0" presId="urn:microsoft.com/office/officeart/2005/8/layout/vList6"/>
    <dgm:cxn modelId="{7B885450-E709-46CB-A32A-BA57B391DF17}" type="presParOf" srcId="{B25D6C3D-BBE9-4BE3-957B-20187B4D593B}" destId="{48647A8A-E749-4DB3-8B6F-5A93CF7F78A9}" srcOrd="1" destOrd="0" presId="urn:microsoft.com/office/officeart/2005/8/layout/vList6"/>
    <dgm:cxn modelId="{75F68122-26DB-441A-A05F-9E6495C11288}" type="presParOf" srcId="{A60CBA38-3AB8-4B0C-8623-E3906B760359}" destId="{25505D18-E752-4442-A777-9C2ED01D7F05}" srcOrd="7" destOrd="0" presId="urn:microsoft.com/office/officeart/2005/8/layout/vList6"/>
    <dgm:cxn modelId="{D5DA5394-5CBB-4DEF-A3CA-BED2B1AA54B5}" type="presParOf" srcId="{A60CBA38-3AB8-4B0C-8623-E3906B760359}" destId="{9A5F3858-9A7D-4B2C-88A3-32AC9A6B6CE6}" srcOrd="8" destOrd="0" presId="urn:microsoft.com/office/officeart/2005/8/layout/vList6"/>
    <dgm:cxn modelId="{C28FDA86-B119-42B2-A85E-0ED1BCE16FE4}" type="presParOf" srcId="{9A5F3858-9A7D-4B2C-88A3-32AC9A6B6CE6}" destId="{2F48AD89-9327-4949-BBBF-DE056E575D44}" srcOrd="0" destOrd="0" presId="urn:microsoft.com/office/officeart/2005/8/layout/vList6"/>
    <dgm:cxn modelId="{C897F243-1436-4622-9EAF-FDE4754E216E}" type="presParOf" srcId="{9A5F3858-9A7D-4B2C-88A3-32AC9A6B6CE6}" destId="{1F20845B-E48B-48CF-B12F-9908298E3387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91F3E5C-2201-4053-AEF9-F72A4DA274AE}" type="doc">
      <dgm:prSet loTypeId="urn:microsoft.com/office/officeart/2005/8/layout/vList6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F95185F-08D6-4128-A2F0-3DD05FF67DF5}">
      <dgm:prSet phldrT="[Text]"/>
      <dgm:spPr/>
      <dgm:t>
        <a:bodyPr/>
        <a:lstStyle/>
        <a:p>
          <a:r>
            <a:rPr lang="en-US" dirty="0" smtClean="0">
              <a:latin typeface="Candara" pitchFamily="34" charset="0"/>
              <a:cs typeface="Arial" pitchFamily="34" charset="0"/>
            </a:rPr>
            <a:t>Properly organized</a:t>
          </a:r>
          <a:endParaRPr lang="en-US" dirty="0"/>
        </a:p>
      </dgm:t>
    </dgm:pt>
    <dgm:pt modelId="{9C4C4C9E-B451-4C09-9010-16DBC28827FE}" type="parTrans" cxnId="{708865DA-76E7-4F6E-98FF-7D18D85CF04F}">
      <dgm:prSet/>
      <dgm:spPr/>
      <dgm:t>
        <a:bodyPr/>
        <a:lstStyle/>
        <a:p>
          <a:endParaRPr lang="en-US"/>
        </a:p>
      </dgm:t>
    </dgm:pt>
    <dgm:pt modelId="{36370CD3-D9D4-4861-BE4C-2375BAEE9E5B}" type="sibTrans" cxnId="{708865DA-76E7-4F6E-98FF-7D18D85CF04F}">
      <dgm:prSet/>
      <dgm:spPr/>
      <dgm:t>
        <a:bodyPr/>
        <a:lstStyle/>
        <a:p>
          <a:endParaRPr lang="en-US"/>
        </a:p>
      </dgm:t>
    </dgm:pt>
    <dgm:pt modelId="{23524A77-3478-4142-B577-94931EE573CD}">
      <dgm:prSet phldrT="[Text]"/>
      <dgm:spPr/>
      <dgm:t>
        <a:bodyPr/>
        <a:lstStyle/>
        <a:p>
          <a:r>
            <a:rPr lang="en-US" smtClean="0">
              <a:latin typeface="Candara" pitchFamily="34" charset="0"/>
              <a:cs typeface="Arial" pitchFamily="34" charset="0"/>
            </a:rPr>
            <a:t>Includes data</a:t>
          </a:r>
          <a:endParaRPr lang="en-US" dirty="0"/>
        </a:p>
      </dgm:t>
    </dgm:pt>
    <dgm:pt modelId="{F005D4E0-3B97-4456-8427-A0108A662C5D}" type="parTrans" cxnId="{BF346AB6-6C8D-4D67-A95D-55E119432815}">
      <dgm:prSet/>
      <dgm:spPr/>
      <dgm:t>
        <a:bodyPr/>
        <a:lstStyle/>
        <a:p>
          <a:endParaRPr lang="en-US"/>
        </a:p>
      </dgm:t>
    </dgm:pt>
    <dgm:pt modelId="{F83E6061-4AA5-4236-8EDE-A25D7FDFA248}" type="sibTrans" cxnId="{BF346AB6-6C8D-4D67-A95D-55E119432815}">
      <dgm:prSet/>
      <dgm:spPr/>
      <dgm:t>
        <a:bodyPr/>
        <a:lstStyle/>
        <a:p>
          <a:endParaRPr lang="en-US"/>
        </a:p>
      </dgm:t>
    </dgm:pt>
    <dgm:pt modelId="{A807B065-1988-4857-928B-6F18BA1F2F8E}">
      <dgm:prSet phldrT="[Text]"/>
      <dgm:spPr/>
      <dgm:t>
        <a:bodyPr/>
        <a:lstStyle/>
        <a:p>
          <a:r>
            <a:rPr lang="en-US" smtClean="0">
              <a:latin typeface="Candara" pitchFamily="34" charset="0"/>
              <a:cs typeface="Arial" pitchFamily="34" charset="0"/>
            </a:rPr>
            <a:t>Short and compact</a:t>
          </a:r>
          <a:endParaRPr lang="en-US" dirty="0"/>
        </a:p>
      </dgm:t>
    </dgm:pt>
    <dgm:pt modelId="{2CC9A9D4-470A-401C-A4D9-BEE2909CE5EF}" type="parTrans" cxnId="{A66BA1A5-67D2-4F35-954E-DD5FBF28187F}">
      <dgm:prSet/>
      <dgm:spPr/>
      <dgm:t>
        <a:bodyPr/>
        <a:lstStyle/>
        <a:p>
          <a:endParaRPr lang="en-US"/>
        </a:p>
      </dgm:t>
    </dgm:pt>
    <dgm:pt modelId="{B841AA38-5469-48EB-94C8-39C66AE04DAD}" type="sibTrans" cxnId="{A66BA1A5-67D2-4F35-954E-DD5FBF28187F}">
      <dgm:prSet/>
      <dgm:spPr/>
      <dgm:t>
        <a:bodyPr/>
        <a:lstStyle/>
        <a:p>
          <a:endParaRPr lang="en-US"/>
        </a:p>
      </dgm:t>
    </dgm:pt>
    <dgm:pt modelId="{C66F5DF0-39B0-45E0-A9A3-9A10B03E669B}">
      <dgm:prSet phldrT="[Text]"/>
      <dgm:spPr/>
      <dgm:t>
        <a:bodyPr/>
        <a:lstStyle/>
        <a:p>
          <a:r>
            <a:rPr lang="en-US" smtClean="0">
              <a:latin typeface="Candara" pitchFamily="34" charset="0"/>
              <a:cs typeface="Arial" pitchFamily="34" charset="0"/>
            </a:rPr>
            <a:t>Authentic</a:t>
          </a:r>
          <a:endParaRPr lang="en-US" dirty="0"/>
        </a:p>
      </dgm:t>
    </dgm:pt>
    <dgm:pt modelId="{DE0BF95F-18EF-4EA7-AD17-05C81251C1AA}" type="parTrans" cxnId="{3B4304DC-8733-4E18-B011-B125F203310A}">
      <dgm:prSet/>
      <dgm:spPr/>
      <dgm:t>
        <a:bodyPr/>
        <a:lstStyle/>
        <a:p>
          <a:endParaRPr lang="en-US"/>
        </a:p>
      </dgm:t>
    </dgm:pt>
    <dgm:pt modelId="{8AE8313C-5EB3-49D7-9CFA-EE72E1C6D0DC}" type="sibTrans" cxnId="{3B4304DC-8733-4E18-B011-B125F203310A}">
      <dgm:prSet/>
      <dgm:spPr/>
      <dgm:t>
        <a:bodyPr/>
        <a:lstStyle/>
        <a:p>
          <a:endParaRPr lang="en-US"/>
        </a:p>
      </dgm:t>
    </dgm:pt>
    <dgm:pt modelId="{C57BE768-BFD1-4FFB-A7C8-7B623F1C309F}">
      <dgm:prSet phldrT="[Text]" custT="1"/>
      <dgm:spPr/>
      <dgm:t>
        <a:bodyPr/>
        <a:lstStyle/>
        <a:p>
          <a:r>
            <a:rPr lang="en-US" sz="3200" dirty="0" smtClean="0">
              <a:latin typeface="Calibri" panose="020F0502020204030204" pitchFamily="34" charset="0"/>
              <a:cs typeface="Calibri" panose="020F0502020204030204" pitchFamily="34" charset="0"/>
            </a:rPr>
            <a:t>Proper citations or bibliography</a:t>
          </a:r>
          <a:endParaRPr lang="en-US" sz="32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FB2BBA5-92E3-420E-9524-0ABBD3C08621}" type="parTrans" cxnId="{0708A5B9-5BDB-476B-BFDA-0D169F0D924C}">
      <dgm:prSet/>
      <dgm:spPr/>
      <dgm:t>
        <a:bodyPr/>
        <a:lstStyle/>
        <a:p>
          <a:endParaRPr lang="en-US"/>
        </a:p>
      </dgm:t>
    </dgm:pt>
    <dgm:pt modelId="{1B19E078-2EC1-4120-9171-37CEC0F6779E}" type="sibTrans" cxnId="{0708A5B9-5BDB-476B-BFDA-0D169F0D924C}">
      <dgm:prSet/>
      <dgm:spPr/>
      <dgm:t>
        <a:bodyPr/>
        <a:lstStyle/>
        <a:p>
          <a:endParaRPr lang="en-US"/>
        </a:p>
      </dgm:t>
    </dgm:pt>
    <dgm:pt modelId="{B584EA67-9FBE-45C3-A7A9-B0AAF0DC8500}" type="pres">
      <dgm:prSet presAssocID="{691F3E5C-2201-4053-AEF9-F72A4DA274AE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7B4A4E4-80F4-404C-AA75-DCC0A91B9E26}" type="pres">
      <dgm:prSet presAssocID="{AF95185F-08D6-4128-A2F0-3DD05FF67DF5}" presName="linNode" presStyleCnt="0"/>
      <dgm:spPr/>
    </dgm:pt>
    <dgm:pt modelId="{AE451CB6-326C-4AA4-9F9C-10436F32C9B8}" type="pres">
      <dgm:prSet presAssocID="{AF95185F-08D6-4128-A2F0-3DD05FF67DF5}" presName="parent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D8EA7C-E455-42E2-BC4A-CB25FB66E1CF}" type="pres">
      <dgm:prSet presAssocID="{AF95185F-08D6-4128-A2F0-3DD05FF67DF5}" presName="childShp" presStyleLbl="bgAccFollowNode1" presStyleIdx="0" presStyleCnt="5">
        <dgm:presLayoutVars>
          <dgm:bulletEnabled val="1"/>
        </dgm:presLayoutVars>
      </dgm:prSet>
      <dgm:spPr/>
    </dgm:pt>
    <dgm:pt modelId="{BADFEB17-8C6C-41CD-9306-988FE41B9455}" type="pres">
      <dgm:prSet presAssocID="{36370CD3-D9D4-4861-BE4C-2375BAEE9E5B}" presName="spacing" presStyleCnt="0"/>
      <dgm:spPr/>
    </dgm:pt>
    <dgm:pt modelId="{CF5AF4FC-3705-4F80-9324-B85941B5D246}" type="pres">
      <dgm:prSet presAssocID="{23524A77-3478-4142-B577-94931EE573CD}" presName="linNode" presStyleCnt="0"/>
      <dgm:spPr/>
    </dgm:pt>
    <dgm:pt modelId="{3060BFDA-01B6-49FD-98B1-270EBC3FB4E3}" type="pres">
      <dgm:prSet presAssocID="{23524A77-3478-4142-B577-94931EE573CD}" presName="parent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235CED-4F16-4D0F-95DA-C3132C655C48}" type="pres">
      <dgm:prSet presAssocID="{23524A77-3478-4142-B577-94931EE573CD}" presName="childShp" presStyleLbl="bgAccFollowNode1" presStyleIdx="1" presStyleCnt="5">
        <dgm:presLayoutVars>
          <dgm:bulletEnabled val="1"/>
        </dgm:presLayoutVars>
      </dgm:prSet>
      <dgm:spPr/>
    </dgm:pt>
    <dgm:pt modelId="{7AD841E2-2D3C-4AF3-BCF9-BEF690CE4088}" type="pres">
      <dgm:prSet presAssocID="{F83E6061-4AA5-4236-8EDE-A25D7FDFA248}" presName="spacing" presStyleCnt="0"/>
      <dgm:spPr/>
    </dgm:pt>
    <dgm:pt modelId="{372EC640-82B7-40C4-B87A-886B043B70CD}" type="pres">
      <dgm:prSet presAssocID="{A807B065-1988-4857-928B-6F18BA1F2F8E}" presName="linNode" presStyleCnt="0"/>
      <dgm:spPr/>
    </dgm:pt>
    <dgm:pt modelId="{505AD74B-EB76-4C36-A2BD-6EE293CD5CA6}" type="pres">
      <dgm:prSet presAssocID="{A807B065-1988-4857-928B-6F18BA1F2F8E}" presName="parent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29A88E-5989-47A9-B275-DC9E075C2093}" type="pres">
      <dgm:prSet presAssocID="{A807B065-1988-4857-928B-6F18BA1F2F8E}" presName="childShp" presStyleLbl="bgAccFollowNode1" presStyleIdx="2" presStyleCnt="5">
        <dgm:presLayoutVars>
          <dgm:bulletEnabled val="1"/>
        </dgm:presLayoutVars>
      </dgm:prSet>
      <dgm:spPr/>
    </dgm:pt>
    <dgm:pt modelId="{72693367-805E-456E-B67A-A344744004B4}" type="pres">
      <dgm:prSet presAssocID="{B841AA38-5469-48EB-94C8-39C66AE04DAD}" presName="spacing" presStyleCnt="0"/>
      <dgm:spPr/>
    </dgm:pt>
    <dgm:pt modelId="{E1BBB806-C6D8-4688-8411-0AD9EEA23B20}" type="pres">
      <dgm:prSet presAssocID="{C66F5DF0-39B0-45E0-A9A3-9A10B03E669B}" presName="linNode" presStyleCnt="0"/>
      <dgm:spPr/>
    </dgm:pt>
    <dgm:pt modelId="{F6F7CB76-E22F-49E8-8DEA-1AE58FAFED4E}" type="pres">
      <dgm:prSet presAssocID="{C66F5DF0-39B0-45E0-A9A3-9A10B03E669B}" presName="parent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C90352-C815-4440-BA43-5ADC9D9F81D0}" type="pres">
      <dgm:prSet presAssocID="{C66F5DF0-39B0-45E0-A9A3-9A10B03E669B}" presName="childShp" presStyleLbl="bgAccFollowNode1" presStyleIdx="3" presStyleCnt="5">
        <dgm:presLayoutVars>
          <dgm:bulletEnabled val="1"/>
        </dgm:presLayoutVars>
      </dgm:prSet>
      <dgm:spPr/>
    </dgm:pt>
    <dgm:pt modelId="{7C79A3B8-8F5F-4FB5-B372-98AD8D6A8912}" type="pres">
      <dgm:prSet presAssocID="{8AE8313C-5EB3-49D7-9CFA-EE72E1C6D0DC}" presName="spacing" presStyleCnt="0"/>
      <dgm:spPr/>
    </dgm:pt>
    <dgm:pt modelId="{0FE646D3-AE20-495C-BF91-05FE44FCF59E}" type="pres">
      <dgm:prSet presAssocID="{C57BE768-BFD1-4FFB-A7C8-7B623F1C309F}" presName="linNode" presStyleCnt="0"/>
      <dgm:spPr/>
    </dgm:pt>
    <dgm:pt modelId="{29AFDA52-5F11-4B41-A1C2-9EA9C2B351C6}" type="pres">
      <dgm:prSet presAssocID="{C57BE768-BFD1-4FFB-A7C8-7B623F1C309F}" presName="parent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E77CF9-F63D-40E0-9E55-8A2318918FEB}" type="pres">
      <dgm:prSet presAssocID="{C57BE768-BFD1-4FFB-A7C8-7B623F1C309F}" presName="childShp" presStyleLbl="bgAccFollowNode1" presStyleIdx="4" presStyleCnt="5">
        <dgm:presLayoutVars>
          <dgm:bulletEnabled val="1"/>
        </dgm:presLayoutVars>
      </dgm:prSet>
      <dgm:spPr/>
    </dgm:pt>
  </dgm:ptLst>
  <dgm:cxnLst>
    <dgm:cxn modelId="{A66BA1A5-67D2-4F35-954E-DD5FBF28187F}" srcId="{691F3E5C-2201-4053-AEF9-F72A4DA274AE}" destId="{A807B065-1988-4857-928B-6F18BA1F2F8E}" srcOrd="2" destOrd="0" parTransId="{2CC9A9D4-470A-401C-A4D9-BEE2909CE5EF}" sibTransId="{B841AA38-5469-48EB-94C8-39C66AE04DAD}"/>
    <dgm:cxn modelId="{1F9DBF69-2550-4DC7-B787-05EB904B0881}" type="presOf" srcId="{AF95185F-08D6-4128-A2F0-3DD05FF67DF5}" destId="{AE451CB6-326C-4AA4-9F9C-10436F32C9B8}" srcOrd="0" destOrd="0" presId="urn:microsoft.com/office/officeart/2005/8/layout/vList6"/>
    <dgm:cxn modelId="{87C39470-F359-4BD2-9237-EDE13316F824}" type="presOf" srcId="{A807B065-1988-4857-928B-6F18BA1F2F8E}" destId="{505AD74B-EB76-4C36-A2BD-6EE293CD5CA6}" srcOrd="0" destOrd="0" presId="urn:microsoft.com/office/officeart/2005/8/layout/vList6"/>
    <dgm:cxn modelId="{DBA7AE96-D2F2-4261-A60A-325550C29F7E}" type="presOf" srcId="{C66F5DF0-39B0-45E0-A9A3-9A10B03E669B}" destId="{F6F7CB76-E22F-49E8-8DEA-1AE58FAFED4E}" srcOrd="0" destOrd="0" presId="urn:microsoft.com/office/officeart/2005/8/layout/vList6"/>
    <dgm:cxn modelId="{708865DA-76E7-4F6E-98FF-7D18D85CF04F}" srcId="{691F3E5C-2201-4053-AEF9-F72A4DA274AE}" destId="{AF95185F-08D6-4128-A2F0-3DD05FF67DF5}" srcOrd="0" destOrd="0" parTransId="{9C4C4C9E-B451-4C09-9010-16DBC28827FE}" sibTransId="{36370CD3-D9D4-4861-BE4C-2375BAEE9E5B}"/>
    <dgm:cxn modelId="{798BC7D4-CAAA-4AF7-8E0B-CDA4E3A3F9EF}" type="presOf" srcId="{23524A77-3478-4142-B577-94931EE573CD}" destId="{3060BFDA-01B6-49FD-98B1-270EBC3FB4E3}" srcOrd="0" destOrd="0" presId="urn:microsoft.com/office/officeart/2005/8/layout/vList6"/>
    <dgm:cxn modelId="{3B4304DC-8733-4E18-B011-B125F203310A}" srcId="{691F3E5C-2201-4053-AEF9-F72A4DA274AE}" destId="{C66F5DF0-39B0-45E0-A9A3-9A10B03E669B}" srcOrd="3" destOrd="0" parTransId="{DE0BF95F-18EF-4EA7-AD17-05C81251C1AA}" sibTransId="{8AE8313C-5EB3-49D7-9CFA-EE72E1C6D0DC}"/>
    <dgm:cxn modelId="{0708A5B9-5BDB-476B-BFDA-0D169F0D924C}" srcId="{691F3E5C-2201-4053-AEF9-F72A4DA274AE}" destId="{C57BE768-BFD1-4FFB-A7C8-7B623F1C309F}" srcOrd="4" destOrd="0" parTransId="{FFB2BBA5-92E3-420E-9524-0ABBD3C08621}" sibTransId="{1B19E078-2EC1-4120-9171-37CEC0F6779E}"/>
    <dgm:cxn modelId="{D996EA32-E39F-49D6-B33C-C9EE12A23557}" type="presOf" srcId="{691F3E5C-2201-4053-AEF9-F72A4DA274AE}" destId="{B584EA67-9FBE-45C3-A7A9-B0AAF0DC8500}" srcOrd="0" destOrd="0" presId="urn:microsoft.com/office/officeart/2005/8/layout/vList6"/>
    <dgm:cxn modelId="{BF346AB6-6C8D-4D67-A95D-55E119432815}" srcId="{691F3E5C-2201-4053-AEF9-F72A4DA274AE}" destId="{23524A77-3478-4142-B577-94931EE573CD}" srcOrd="1" destOrd="0" parTransId="{F005D4E0-3B97-4456-8427-A0108A662C5D}" sibTransId="{F83E6061-4AA5-4236-8EDE-A25D7FDFA248}"/>
    <dgm:cxn modelId="{28DE549C-ABD3-4D82-978F-6CA6013A2A43}" type="presOf" srcId="{C57BE768-BFD1-4FFB-A7C8-7B623F1C309F}" destId="{29AFDA52-5F11-4B41-A1C2-9EA9C2B351C6}" srcOrd="0" destOrd="0" presId="urn:microsoft.com/office/officeart/2005/8/layout/vList6"/>
    <dgm:cxn modelId="{EF6D2617-94DB-481C-B1EC-0714D81E5C3E}" type="presParOf" srcId="{B584EA67-9FBE-45C3-A7A9-B0AAF0DC8500}" destId="{87B4A4E4-80F4-404C-AA75-DCC0A91B9E26}" srcOrd="0" destOrd="0" presId="urn:microsoft.com/office/officeart/2005/8/layout/vList6"/>
    <dgm:cxn modelId="{7944CA46-1F90-4AF7-AEC6-53C03063F4B2}" type="presParOf" srcId="{87B4A4E4-80F4-404C-AA75-DCC0A91B9E26}" destId="{AE451CB6-326C-4AA4-9F9C-10436F32C9B8}" srcOrd="0" destOrd="0" presId="urn:microsoft.com/office/officeart/2005/8/layout/vList6"/>
    <dgm:cxn modelId="{D5DCA5CA-9D30-4250-90E6-CA6001CFF985}" type="presParOf" srcId="{87B4A4E4-80F4-404C-AA75-DCC0A91B9E26}" destId="{8ED8EA7C-E455-42E2-BC4A-CB25FB66E1CF}" srcOrd="1" destOrd="0" presId="urn:microsoft.com/office/officeart/2005/8/layout/vList6"/>
    <dgm:cxn modelId="{E6DA951D-AEB2-4679-A07A-70F77CAC61D4}" type="presParOf" srcId="{B584EA67-9FBE-45C3-A7A9-B0AAF0DC8500}" destId="{BADFEB17-8C6C-41CD-9306-988FE41B9455}" srcOrd="1" destOrd="0" presId="urn:microsoft.com/office/officeart/2005/8/layout/vList6"/>
    <dgm:cxn modelId="{29A20108-E447-4F0F-85E4-4A1212360947}" type="presParOf" srcId="{B584EA67-9FBE-45C3-A7A9-B0AAF0DC8500}" destId="{CF5AF4FC-3705-4F80-9324-B85941B5D246}" srcOrd="2" destOrd="0" presId="urn:microsoft.com/office/officeart/2005/8/layout/vList6"/>
    <dgm:cxn modelId="{A57F7518-7C67-4D3D-8A05-BBC428BBD5CF}" type="presParOf" srcId="{CF5AF4FC-3705-4F80-9324-B85941B5D246}" destId="{3060BFDA-01B6-49FD-98B1-270EBC3FB4E3}" srcOrd="0" destOrd="0" presId="urn:microsoft.com/office/officeart/2005/8/layout/vList6"/>
    <dgm:cxn modelId="{C054704E-166C-44F1-9E99-1B47737C4458}" type="presParOf" srcId="{CF5AF4FC-3705-4F80-9324-B85941B5D246}" destId="{69235CED-4F16-4D0F-95DA-C3132C655C48}" srcOrd="1" destOrd="0" presId="urn:microsoft.com/office/officeart/2005/8/layout/vList6"/>
    <dgm:cxn modelId="{583289C0-9BCD-485A-A844-44243F88BA96}" type="presParOf" srcId="{B584EA67-9FBE-45C3-A7A9-B0AAF0DC8500}" destId="{7AD841E2-2D3C-4AF3-BCF9-BEF690CE4088}" srcOrd="3" destOrd="0" presId="urn:microsoft.com/office/officeart/2005/8/layout/vList6"/>
    <dgm:cxn modelId="{CB1D54E8-9AAD-47B1-B8BE-5695BA5EA3D5}" type="presParOf" srcId="{B584EA67-9FBE-45C3-A7A9-B0AAF0DC8500}" destId="{372EC640-82B7-40C4-B87A-886B043B70CD}" srcOrd="4" destOrd="0" presId="urn:microsoft.com/office/officeart/2005/8/layout/vList6"/>
    <dgm:cxn modelId="{D3B4DAD2-BA31-47A2-B7D9-02659F4A0A0C}" type="presParOf" srcId="{372EC640-82B7-40C4-B87A-886B043B70CD}" destId="{505AD74B-EB76-4C36-A2BD-6EE293CD5CA6}" srcOrd="0" destOrd="0" presId="urn:microsoft.com/office/officeart/2005/8/layout/vList6"/>
    <dgm:cxn modelId="{EAA30144-6537-445C-B42B-5C3245792A5D}" type="presParOf" srcId="{372EC640-82B7-40C4-B87A-886B043B70CD}" destId="{5029A88E-5989-47A9-B275-DC9E075C2093}" srcOrd="1" destOrd="0" presId="urn:microsoft.com/office/officeart/2005/8/layout/vList6"/>
    <dgm:cxn modelId="{620CF38E-40A3-41A5-A13C-21AC9DDCEF49}" type="presParOf" srcId="{B584EA67-9FBE-45C3-A7A9-B0AAF0DC8500}" destId="{72693367-805E-456E-B67A-A344744004B4}" srcOrd="5" destOrd="0" presId="urn:microsoft.com/office/officeart/2005/8/layout/vList6"/>
    <dgm:cxn modelId="{1EEDBA2F-D94C-4E47-A537-84207E10B1D6}" type="presParOf" srcId="{B584EA67-9FBE-45C3-A7A9-B0AAF0DC8500}" destId="{E1BBB806-C6D8-4688-8411-0AD9EEA23B20}" srcOrd="6" destOrd="0" presId="urn:microsoft.com/office/officeart/2005/8/layout/vList6"/>
    <dgm:cxn modelId="{96540971-931B-4C51-A4AA-47A53E3B9BA1}" type="presParOf" srcId="{E1BBB806-C6D8-4688-8411-0AD9EEA23B20}" destId="{F6F7CB76-E22F-49E8-8DEA-1AE58FAFED4E}" srcOrd="0" destOrd="0" presId="urn:microsoft.com/office/officeart/2005/8/layout/vList6"/>
    <dgm:cxn modelId="{7CF02B10-7F06-4478-A590-DF038D609542}" type="presParOf" srcId="{E1BBB806-C6D8-4688-8411-0AD9EEA23B20}" destId="{5FC90352-C815-4440-BA43-5ADC9D9F81D0}" srcOrd="1" destOrd="0" presId="urn:microsoft.com/office/officeart/2005/8/layout/vList6"/>
    <dgm:cxn modelId="{7F86CC37-CDC5-43BD-BECF-9B082632E5D3}" type="presParOf" srcId="{B584EA67-9FBE-45C3-A7A9-B0AAF0DC8500}" destId="{7C79A3B8-8F5F-4FB5-B372-98AD8D6A8912}" srcOrd="7" destOrd="0" presId="urn:microsoft.com/office/officeart/2005/8/layout/vList6"/>
    <dgm:cxn modelId="{FD62C743-FBCC-47FE-8973-B173F10387D2}" type="presParOf" srcId="{B584EA67-9FBE-45C3-A7A9-B0AAF0DC8500}" destId="{0FE646D3-AE20-495C-BF91-05FE44FCF59E}" srcOrd="8" destOrd="0" presId="urn:microsoft.com/office/officeart/2005/8/layout/vList6"/>
    <dgm:cxn modelId="{38C2B6CE-9147-4C54-BFAA-615CD2C3053E}" type="presParOf" srcId="{0FE646D3-AE20-495C-BF91-05FE44FCF59E}" destId="{29AFDA52-5F11-4B41-A1C2-9EA9C2B351C6}" srcOrd="0" destOrd="0" presId="urn:microsoft.com/office/officeart/2005/8/layout/vList6"/>
    <dgm:cxn modelId="{49CDFBFC-ACFD-4397-9F95-7C454D41B8B8}" type="presParOf" srcId="{0FE646D3-AE20-495C-BF91-05FE44FCF59E}" destId="{7FE77CF9-F63D-40E0-9E55-8A2318918FEB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7701012-4974-4AA5-8C94-B71BA70D965A}" type="doc">
      <dgm:prSet loTypeId="urn:microsoft.com/office/officeart/2008/layout/LinedList" loCatId="list" qsTypeId="urn:microsoft.com/office/officeart/2005/8/quickstyle/3d1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B2679064-DA2B-4AA0-9FE4-300B40968CCF}">
      <dgm:prSet phldrT="[Text]" custT="1"/>
      <dgm:spPr/>
      <dgm:t>
        <a:bodyPr/>
        <a:lstStyle/>
        <a:p>
          <a:r>
            <a:rPr lang="en-US" sz="4800" dirty="0" smtClean="0">
              <a:latin typeface="Calibri" panose="020F0502020204030204" pitchFamily="34" charset="0"/>
              <a:cs typeface="Calibri" panose="020F0502020204030204" pitchFamily="34" charset="0"/>
            </a:rPr>
            <a:t>Basics of a report</a:t>
          </a:r>
          <a:endParaRPr lang="en-US" sz="48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DA68906-57EF-4520-AC70-3BFE9A045793}" type="parTrans" cxnId="{C24B4AE1-28ED-4783-8131-90A8256EEE00}">
      <dgm:prSet/>
      <dgm:spPr/>
      <dgm:t>
        <a:bodyPr/>
        <a:lstStyle/>
        <a:p>
          <a:endParaRPr lang="en-US"/>
        </a:p>
      </dgm:t>
    </dgm:pt>
    <dgm:pt modelId="{569E1B4D-AABB-4D2E-AB61-4CA32DBA488C}" type="sibTrans" cxnId="{C24B4AE1-28ED-4783-8131-90A8256EEE00}">
      <dgm:prSet/>
      <dgm:spPr/>
      <dgm:t>
        <a:bodyPr/>
        <a:lstStyle/>
        <a:p>
          <a:endParaRPr lang="en-US"/>
        </a:p>
      </dgm:t>
    </dgm:pt>
    <dgm:pt modelId="{2ABC1D91-FB8D-4595-AFCD-22EB0137ABD5}">
      <dgm:prSet phldrT="[Text]"/>
      <dgm:spPr/>
      <dgm:t>
        <a:bodyPr/>
        <a:lstStyle/>
        <a:p>
          <a:r>
            <a:rPr lang="en-US" smtClean="0">
              <a:latin typeface="Candara" pitchFamily="34" charset="0"/>
              <a:cs typeface="Arial" pitchFamily="34" charset="0"/>
            </a:rPr>
            <a:t>Report characteristics</a:t>
          </a:r>
          <a:endParaRPr lang="en-US" dirty="0"/>
        </a:p>
      </dgm:t>
    </dgm:pt>
    <dgm:pt modelId="{9D77B009-81CF-466F-923A-C6D65CF34074}" type="parTrans" cxnId="{141BF332-8974-46A5-8025-1992E1211DA7}">
      <dgm:prSet/>
      <dgm:spPr/>
      <dgm:t>
        <a:bodyPr/>
        <a:lstStyle/>
        <a:p>
          <a:endParaRPr lang="en-US"/>
        </a:p>
      </dgm:t>
    </dgm:pt>
    <dgm:pt modelId="{1BC55698-DEA8-431A-A95B-ADE1E2DBAB8C}" type="sibTrans" cxnId="{141BF332-8974-46A5-8025-1992E1211DA7}">
      <dgm:prSet/>
      <dgm:spPr/>
      <dgm:t>
        <a:bodyPr/>
        <a:lstStyle/>
        <a:p>
          <a:endParaRPr lang="en-US"/>
        </a:p>
      </dgm:t>
    </dgm:pt>
    <dgm:pt modelId="{D011DEB8-2279-418F-BAE0-16443198CF9F}">
      <dgm:prSet phldrT="[Text]"/>
      <dgm:spPr/>
      <dgm:t>
        <a:bodyPr/>
        <a:lstStyle/>
        <a:p>
          <a:r>
            <a:rPr lang="en-US" smtClean="0">
              <a:latin typeface="Candara" pitchFamily="34" charset="0"/>
              <a:cs typeface="Arial" pitchFamily="34" charset="0"/>
            </a:rPr>
            <a:t>Expectation and purpose</a:t>
          </a:r>
          <a:endParaRPr lang="en-US" dirty="0"/>
        </a:p>
      </dgm:t>
    </dgm:pt>
    <dgm:pt modelId="{4EA2A469-A82D-43BD-9062-432E21D979C9}" type="parTrans" cxnId="{CC1DD404-F077-4713-91A9-123F9DA9B2B9}">
      <dgm:prSet/>
      <dgm:spPr/>
      <dgm:t>
        <a:bodyPr/>
        <a:lstStyle/>
        <a:p>
          <a:endParaRPr lang="en-US"/>
        </a:p>
      </dgm:t>
    </dgm:pt>
    <dgm:pt modelId="{24B56130-F3EB-461C-9029-56F4FE75E1F4}" type="sibTrans" cxnId="{CC1DD404-F077-4713-91A9-123F9DA9B2B9}">
      <dgm:prSet/>
      <dgm:spPr/>
      <dgm:t>
        <a:bodyPr/>
        <a:lstStyle/>
        <a:p>
          <a:endParaRPr lang="en-US"/>
        </a:p>
      </dgm:t>
    </dgm:pt>
    <dgm:pt modelId="{1D76C7C6-0F3C-4CCB-B42E-F007EA6451D5}">
      <dgm:prSet phldrT="[Text]"/>
      <dgm:spPr/>
      <dgm:t>
        <a:bodyPr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Significance</a:t>
          </a:r>
          <a:r>
            <a:rPr lang="en-US" dirty="0" smtClean="0">
              <a:latin typeface="Candara" pitchFamily="34" charset="0"/>
              <a:cs typeface="Arial" pitchFamily="34" charset="0"/>
            </a:rPr>
            <a:t> of a report</a:t>
          </a:r>
          <a:endParaRPr lang="en-US" dirty="0"/>
        </a:p>
      </dgm:t>
    </dgm:pt>
    <dgm:pt modelId="{63EFE764-3AE6-4D87-B7FC-977D6F455F58}" type="parTrans" cxnId="{64A9CDB4-732F-47B1-AB9D-C234E7A9EEB4}">
      <dgm:prSet/>
      <dgm:spPr/>
      <dgm:t>
        <a:bodyPr/>
        <a:lstStyle/>
        <a:p>
          <a:endParaRPr lang="en-US"/>
        </a:p>
      </dgm:t>
    </dgm:pt>
    <dgm:pt modelId="{5D41E36F-4644-46E2-8AB5-30C4187CD85D}" type="sibTrans" cxnId="{64A9CDB4-732F-47B1-AB9D-C234E7A9EEB4}">
      <dgm:prSet/>
      <dgm:spPr/>
      <dgm:t>
        <a:bodyPr/>
        <a:lstStyle/>
        <a:p>
          <a:endParaRPr lang="en-US"/>
        </a:p>
      </dgm:t>
    </dgm:pt>
    <dgm:pt modelId="{FAD20965-17AE-4391-A759-56376C564C71}">
      <dgm:prSet phldrT="[Text]"/>
      <dgm:spPr/>
      <dgm:t>
        <a:bodyPr/>
        <a:lstStyle/>
        <a:p>
          <a:r>
            <a:rPr lang="en-US" smtClean="0">
              <a:latin typeface="Candara" pitchFamily="34" charset="0"/>
              <a:cs typeface="Arial" pitchFamily="34" charset="0"/>
            </a:rPr>
            <a:t>Relevance, attributes and features of a report</a:t>
          </a:r>
          <a:endParaRPr lang="en-US" dirty="0"/>
        </a:p>
      </dgm:t>
    </dgm:pt>
    <dgm:pt modelId="{98F172C3-E3D2-4381-96A8-B7AEC552E978}" type="parTrans" cxnId="{E8E659F6-5A1B-4F68-91C5-3BC4739CFCF0}">
      <dgm:prSet/>
      <dgm:spPr/>
      <dgm:t>
        <a:bodyPr/>
        <a:lstStyle/>
        <a:p>
          <a:endParaRPr lang="en-US"/>
        </a:p>
      </dgm:t>
    </dgm:pt>
    <dgm:pt modelId="{D8654CA4-5FC6-45F2-95C2-28DD5C600A2C}" type="sibTrans" cxnId="{E8E659F6-5A1B-4F68-91C5-3BC4739CFCF0}">
      <dgm:prSet/>
      <dgm:spPr/>
      <dgm:t>
        <a:bodyPr/>
        <a:lstStyle/>
        <a:p>
          <a:endParaRPr lang="en-US"/>
        </a:p>
      </dgm:t>
    </dgm:pt>
    <dgm:pt modelId="{29779159-9E6E-49EB-912B-3609B68F8ACD}">
      <dgm:prSet/>
      <dgm:spPr/>
      <dgm:t>
        <a:bodyPr/>
        <a:lstStyle/>
        <a:p>
          <a:r>
            <a:rPr lang="en-US" smtClean="0">
              <a:latin typeface="Candara" pitchFamily="34" charset="0"/>
              <a:cs typeface="Arial" pitchFamily="34" charset="0"/>
            </a:rPr>
            <a:t>Comparison of a report and essay</a:t>
          </a:r>
          <a:endParaRPr lang="en-US" dirty="0">
            <a:latin typeface="Candara" pitchFamily="34" charset="0"/>
            <a:cs typeface="Arial" pitchFamily="34" charset="0"/>
          </a:endParaRPr>
        </a:p>
      </dgm:t>
    </dgm:pt>
    <dgm:pt modelId="{3A6D4EDE-B0F4-479F-8B82-1BF524DE466C}" type="parTrans" cxnId="{CC766E00-1C64-4E99-87E5-943D5CEA19DC}">
      <dgm:prSet/>
      <dgm:spPr/>
      <dgm:t>
        <a:bodyPr/>
        <a:lstStyle/>
        <a:p>
          <a:endParaRPr lang="en-US"/>
        </a:p>
      </dgm:t>
    </dgm:pt>
    <dgm:pt modelId="{C4939D7D-72F6-4A97-8919-F3116E4E5BD1}" type="sibTrans" cxnId="{CC766E00-1C64-4E99-87E5-943D5CEA19DC}">
      <dgm:prSet/>
      <dgm:spPr/>
      <dgm:t>
        <a:bodyPr/>
        <a:lstStyle/>
        <a:p>
          <a:endParaRPr lang="en-US"/>
        </a:p>
      </dgm:t>
    </dgm:pt>
    <dgm:pt modelId="{2D8AE048-97B9-4578-A4CB-CE2521B51D36}" type="pres">
      <dgm:prSet presAssocID="{E7701012-4974-4AA5-8C94-B71BA70D965A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5A58BEF4-C283-434E-BB36-0BD5AFDD70CF}" type="pres">
      <dgm:prSet presAssocID="{B2679064-DA2B-4AA0-9FE4-300B40968CCF}" presName="thickLine" presStyleLbl="alignNode1" presStyleIdx="0" presStyleCnt="6"/>
      <dgm:spPr/>
    </dgm:pt>
    <dgm:pt modelId="{52387612-185C-4607-A083-A3C0136CF4D2}" type="pres">
      <dgm:prSet presAssocID="{B2679064-DA2B-4AA0-9FE4-300B40968CCF}" presName="horz1" presStyleCnt="0"/>
      <dgm:spPr/>
    </dgm:pt>
    <dgm:pt modelId="{CA2D84B9-8B16-4280-BBAE-230865154248}" type="pres">
      <dgm:prSet presAssocID="{B2679064-DA2B-4AA0-9FE4-300B40968CCF}" presName="tx1" presStyleLbl="revTx" presStyleIdx="0" presStyleCnt="6"/>
      <dgm:spPr/>
      <dgm:t>
        <a:bodyPr/>
        <a:lstStyle/>
        <a:p>
          <a:endParaRPr lang="en-US"/>
        </a:p>
      </dgm:t>
    </dgm:pt>
    <dgm:pt modelId="{C8361C3E-5DBB-4D05-B376-60616F722FCD}" type="pres">
      <dgm:prSet presAssocID="{B2679064-DA2B-4AA0-9FE4-300B40968CCF}" presName="vert1" presStyleCnt="0"/>
      <dgm:spPr/>
    </dgm:pt>
    <dgm:pt modelId="{FF4AB681-94C4-484B-BB7E-BAF0A41A88E4}" type="pres">
      <dgm:prSet presAssocID="{2ABC1D91-FB8D-4595-AFCD-22EB0137ABD5}" presName="thickLine" presStyleLbl="alignNode1" presStyleIdx="1" presStyleCnt="6"/>
      <dgm:spPr/>
    </dgm:pt>
    <dgm:pt modelId="{C61AC3E4-04CA-42D1-B736-57FFDC4F151E}" type="pres">
      <dgm:prSet presAssocID="{2ABC1D91-FB8D-4595-AFCD-22EB0137ABD5}" presName="horz1" presStyleCnt="0"/>
      <dgm:spPr/>
    </dgm:pt>
    <dgm:pt modelId="{54F472F4-8CE9-4EFA-9732-91DB0D4C824B}" type="pres">
      <dgm:prSet presAssocID="{2ABC1D91-FB8D-4595-AFCD-22EB0137ABD5}" presName="tx1" presStyleLbl="revTx" presStyleIdx="1" presStyleCnt="6"/>
      <dgm:spPr/>
      <dgm:t>
        <a:bodyPr/>
        <a:lstStyle/>
        <a:p>
          <a:endParaRPr lang="en-US"/>
        </a:p>
      </dgm:t>
    </dgm:pt>
    <dgm:pt modelId="{DC169E40-2D26-41B0-B6E5-8D58B873591B}" type="pres">
      <dgm:prSet presAssocID="{2ABC1D91-FB8D-4595-AFCD-22EB0137ABD5}" presName="vert1" presStyleCnt="0"/>
      <dgm:spPr/>
    </dgm:pt>
    <dgm:pt modelId="{8FF7118D-E31A-4CB5-AB67-9CF8B403445A}" type="pres">
      <dgm:prSet presAssocID="{D011DEB8-2279-418F-BAE0-16443198CF9F}" presName="thickLine" presStyleLbl="alignNode1" presStyleIdx="2" presStyleCnt="6"/>
      <dgm:spPr/>
    </dgm:pt>
    <dgm:pt modelId="{1EDF5771-EB14-494A-8BED-D3B9400ACABA}" type="pres">
      <dgm:prSet presAssocID="{D011DEB8-2279-418F-BAE0-16443198CF9F}" presName="horz1" presStyleCnt="0"/>
      <dgm:spPr/>
    </dgm:pt>
    <dgm:pt modelId="{8D90232C-C596-459F-8FC4-3386AA7775C6}" type="pres">
      <dgm:prSet presAssocID="{D011DEB8-2279-418F-BAE0-16443198CF9F}" presName="tx1" presStyleLbl="revTx" presStyleIdx="2" presStyleCnt="6"/>
      <dgm:spPr/>
      <dgm:t>
        <a:bodyPr/>
        <a:lstStyle/>
        <a:p>
          <a:endParaRPr lang="en-US"/>
        </a:p>
      </dgm:t>
    </dgm:pt>
    <dgm:pt modelId="{2B0D0C11-B576-4143-86BC-1D8D1ADD1306}" type="pres">
      <dgm:prSet presAssocID="{D011DEB8-2279-418F-BAE0-16443198CF9F}" presName="vert1" presStyleCnt="0"/>
      <dgm:spPr/>
    </dgm:pt>
    <dgm:pt modelId="{5EE743DA-5FC4-4702-AAFD-6A37EF6F0962}" type="pres">
      <dgm:prSet presAssocID="{1D76C7C6-0F3C-4CCB-B42E-F007EA6451D5}" presName="thickLine" presStyleLbl="alignNode1" presStyleIdx="3" presStyleCnt="6"/>
      <dgm:spPr/>
    </dgm:pt>
    <dgm:pt modelId="{596F265E-FC47-4821-B854-A8C8CD6CE67D}" type="pres">
      <dgm:prSet presAssocID="{1D76C7C6-0F3C-4CCB-B42E-F007EA6451D5}" presName="horz1" presStyleCnt="0"/>
      <dgm:spPr/>
    </dgm:pt>
    <dgm:pt modelId="{8599CF9C-7867-4D18-9138-2524DAFE7365}" type="pres">
      <dgm:prSet presAssocID="{1D76C7C6-0F3C-4CCB-B42E-F007EA6451D5}" presName="tx1" presStyleLbl="revTx" presStyleIdx="3" presStyleCnt="6"/>
      <dgm:spPr/>
      <dgm:t>
        <a:bodyPr/>
        <a:lstStyle/>
        <a:p>
          <a:endParaRPr lang="en-US"/>
        </a:p>
      </dgm:t>
    </dgm:pt>
    <dgm:pt modelId="{75E17105-6F3A-4F33-97A5-1D2716A74EB1}" type="pres">
      <dgm:prSet presAssocID="{1D76C7C6-0F3C-4CCB-B42E-F007EA6451D5}" presName="vert1" presStyleCnt="0"/>
      <dgm:spPr/>
    </dgm:pt>
    <dgm:pt modelId="{6BCBEF49-8AD6-419A-9C9C-93B703992C41}" type="pres">
      <dgm:prSet presAssocID="{FAD20965-17AE-4391-A759-56376C564C71}" presName="thickLine" presStyleLbl="alignNode1" presStyleIdx="4" presStyleCnt="6"/>
      <dgm:spPr/>
    </dgm:pt>
    <dgm:pt modelId="{54B9142C-EB9F-4F1D-A72D-FAFCAD7C2BE3}" type="pres">
      <dgm:prSet presAssocID="{FAD20965-17AE-4391-A759-56376C564C71}" presName="horz1" presStyleCnt="0"/>
      <dgm:spPr/>
    </dgm:pt>
    <dgm:pt modelId="{A4D0C971-FC3C-4823-AAB9-EBDF2BDEF17D}" type="pres">
      <dgm:prSet presAssocID="{FAD20965-17AE-4391-A759-56376C564C71}" presName="tx1" presStyleLbl="revTx" presStyleIdx="4" presStyleCnt="6"/>
      <dgm:spPr/>
      <dgm:t>
        <a:bodyPr/>
        <a:lstStyle/>
        <a:p>
          <a:endParaRPr lang="en-US"/>
        </a:p>
      </dgm:t>
    </dgm:pt>
    <dgm:pt modelId="{875193E1-2A69-42BF-8B6D-B1F002284055}" type="pres">
      <dgm:prSet presAssocID="{FAD20965-17AE-4391-A759-56376C564C71}" presName="vert1" presStyleCnt="0"/>
      <dgm:spPr/>
    </dgm:pt>
    <dgm:pt modelId="{9E7AFDA2-B84D-4A0D-A7D2-CEAB793EF8DB}" type="pres">
      <dgm:prSet presAssocID="{29779159-9E6E-49EB-912B-3609B68F8ACD}" presName="thickLine" presStyleLbl="alignNode1" presStyleIdx="5" presStyleCnt="6"/>
      <dgm:spPr/>
    </dgm:pt>
    <dgm:pt modelId="{9974D7AE-1CC8-4A5B-A34D-59C987E3EB71}" type="pres">
      <dgm:prSet presAssocID="{29779159-9E6E-49EB-912B-3609B68F8ACD}" presName="horz1" presStyleCnt="0"/>
      <dgm:spPr/>
    </dgm:pt>
    <dgm:pt modelId="{DCF479BA-5336-4C6E-BB59-62DAAA1AE3A0}" type="pres">
      <dgm:prSet presAssocID="{29779159-9E6E-49EB-912B-3609B68F8ACD}" presName="tx1" presStyleLbl="revTx" presStyleIdx="5" presStyleCnt="6"/>
      <dgm:spPr/>
      <dgm:t>
        <a:bodyPr/>
        <a:lstStyle/>
        <a:p>
          <a:endParaRPr lang="en-US"/>
        </a:p>
      </dgm:t>
    </dgm:pt>
    <dgm:pt modelId="{61295269-6E82-4B53-90BA-4E66CC82F5AD}" type="pres">
      <dgm:prSet presAssocID="{29779159-9E6E-49EB-912B-3609B68F8ACD}" presName="vert1" presStyleCnt="0"/>
      <dgm:spPr/>
    </dgm:pt>
  </dgm:ptLst>
  <dgm:cxnLst>
    <dgm:cxn modelId="{C0D3D5E2-3FA2-4FB5-A6FC-A8F50BD2107A}" type="presOf" srcId="{2ABC1D91-FB8D-4595-AFCD-22EB0137ABD5}" destId="{54F472F4-8CE9-4EFA-9732-91DB0D4C824B}" srcOrd="0" destOrd="0" presId="urn:microsoft.com/office/officeart/2008/layout/LinedList"/>
    <dgm:cxn modelId="{81B46535-B8DA-4863-96DC-DCE449520541}" type="presOf" srcId="{E7701012-4974-4AA5-8C94-B71BA70D965A}" destId="{2D8AE048-97B9-4578-A4CB-CE2521B51D36}" srcOrd="0" destOrd="0" presId="urn:microsoft.com/office/officeart/2008/layout/LinedList"/>
    <dgm:cxn modelId="{341FBF30-0EE7-42BA-B5EF-E16AB42349AB}" type="presOf" srcId="{B2679064-DA2B-4AA0-9FE4-300B40968CCF}" destId="{CA2D84B9-8B16-4280-BBAE-230865154248}" srcOrd="0" destOrd="0" presId="urn:microsoft.com/office/officeart/2008/layout/LinedList"/>
    <dgm:cxn modelId="{5416DF6C-85D6-4401-9622-16431B9C499E}" type="presOf" srcId="{D011DEB8-2279-418F-BAE0-16443198CF9F}" destId="{8D90232C-C596-459F-8FC4-3386AA7775C6}" srcOrd="0" destOrd="0" presId="urn:microsoft.com/office/officeart/2008/layout/LinedList"/>
    <dgm:cxn modelId="{53D8D046-BB3F-455F-84F0-B8C9DF2D275C}" type="presOf" srcId="{1D76C7C6-0F3C-4CCB-B42E-F007EA6451D5}" destId="{8599CF9C-7867-4D18-9138-2524DAFE7365}" srcOrd="0" destOrd="0" presId="urn:microsoft.com/office/officeart/2008/layout/LinedList"/>
    <dgm:cxn modelId="{141BF332-8974-46A5-8025-1992E1211DA7}" srcId="{E7701012-4974-4AA5-8C94-B71BA70D965A}" destId="{2ABC1D91-FB8D-4595-AFCD-22EB0137ABD5}" srcOrd="1" destOrd="0" parTransId="{9D77B009-81CF-466F-923A-C6D65CF34074}" sibTransId="{1BC55698-DEA8-431A-A95B-ADE1E2DBAB8C}"/>
    <dgm:cxn modelId="{C24B4AE1-28ED-4783-8131-90A8256EEE00}" srcId="{E7701012-4974-4AA5-8C94-B71BA70D965A}" destId="{B2679064-DA2B-4AA0-9FE4-300B40968CCF}" srcOrd="0" destOrd="0" parTransId="{2DA68906-57EF-4520-AC70-3BFE9A045793}" sibTransId="{569E1B4D-AABB-4D2E-AB61-4CA32DBA488C}"/>
    <dgm:cxn modelId="{64A9CDB4-732F-47B1-AB9D-C234E7A9EEB4}" srcId="{E7701012-4974-4AA5-8C94-B71BA70D965A}" destId="{1D76C7C6-0F3C-4CCB-B42E-F007EA6451D5}" srcOrd="3" destOrd="0" parTransId="{63EFE764-3AE6-4D87-B7FC-977D6F455F58}" sibTransId="{5D41E36F-4644-46E2-8AB5-30C4187CD85D}"/>
    <dgm:cxn modelId="{E8E659F6-5A1B-4F68-91C5-3BC4739CFCF0}" srcId="{E7701012-4974-4AA5-8C94-B71BA70D965A}" destId="{FAD20965-17AE-4391-A759-56376C564C71}" srcOrd="4" destOrd="0" parTransId="{98F172C3-E3D2-4381-96A8-B7AEC552E978}" sibTransId="{D8654CA4-5FC6-45F2-95C2-28DD5C600A2C}"/>
    <dgm:cxn modelId="{CC766E00-1C64-4E99-87E5-943D5CEA19DC}" srcId="{E7701012-4974-4AA5-8C94-B71BA70D965A}" destId="{29779159-9E6E-49EB-912B-3609B68F8ACD}" srcOrd="5" destOrd="0" parTransId="{3A6D4EDE-B0F4-479F-8B82-1BF524DE466C}" sibTransId="{C4939D7D-72F6-4A97-8919-F3116E4E5BD1}"/>
    <dgm:cxn modelId="{5F090FEB-6FD9-401C-9E91-6C41FCE7A480}" type="presOf" srcId="{29779159-9E6E-49EB-912B-3609B68F8ACD}" destId="{DCF479BA-5336-4C6E-BB59-62DAAA1AE3A0}" srcOrd="0" destOrd="0" presId="urn:microsoft.com/office/officeart/2008/layout/LinedList"/>
    <dgm:cxn modelId="{CC1DD404-F077-4713-91A9-123F9DA9B2B9}" srcId="{E7701012-4974-4AA5-8C94-B71BA70D965A}" destId="{D011DEB8-2279-418F-BAE0-16443198CF9F}" srcOrd="2" destOrd="0" parTransId="{4EA2A469-A82D-43BD-9062-432E21D979C9}" sibTransId="{24B56130-F3EB-461C-9029-56F4FE75E1F4}"/>
    <dgm:cxn modelId="{82E30995-85A5-4A66-BB1A-37F9F8BF1E75}" type="presOf" srcId="{FAD20965-17AE-4391-A759-56376C564C71}" destId="{A4D0C971-FC3C-4823-AAB9-EBDF2BDEF17D}" srcOrd="0" destOrd="0" presId="urn:microsoft.com/office/officeart/2008/layout/LinedList"/>
    <dgm:cxn modelId="{576DF1BC-8AAB-4409-90CD-93D0826285F3}" type="presParOf" srcId="{2D8AE048-97B9-4578-A4CB-CE2521B51D36}" destId="{5A58BEF4-C283-434E-BB36-0BD5AFDD70CF}" srcOrd="0" destOrd="0" presId="urn:microsoft.com/office/officeart/2008/layout/LinedList"/>
    <dgm:cxn modelId="{0E20A24B-6E73-4AAB-88AB-B93962807BE2}" type="presParOf" srcId="{2D8AE048-97B9-4578-A4CB-CE2521B51D36}" destId="{52387612-185C-4607-A083-A3C0136CF4D2}" srcOrd="1" destOrd="0" presId="urn:microsoft.com/office/officeart/2008/layout/LinedList"/>
    <dgm:cxn modelId="{BB928DAA-04DD-4AD3-A5C5-B0BE325B2D80}" type="presParOf" srcId="{52387612-185C-4607-A083-A3C0136CF4D2}" destId="{CA2D84B9-8B16-4280-BBAE-230865154248}" srcOrd="0" destOrd="0" presId="urn:microsoft.com/office/officeart/2008/layout/LinedList"/>
    <dgm:cxn modelId="{0DD49D82-40F3-4E63-9674-EF30ACC51071}" type="presParOf" srcId="{52387612-185C-4607-A083-A3C0136CF4D2}" destId="{C8361C3E-5DBB-4D05-B376-60616F722FCD}" srcOrd="1" destOrd="0" presId="urn:microsoft.com/office/officeart/2008/layout/LinedList"/>
    <dgm:cxn modelId="{38BA6CB3-0B12-4E97-B966-E7130A88423C}" type="presParOf" srcId="{2D8AE048-97B9-4578-A4CB-CE2521B51D36}" destId="{FF4AB681-94C4-484B-BB7E-BAF0A41A88E4}" srcOrd="2" destOrd="0" presId="urn:microsoft.com/office/officeart/2008/layout/LinedList"/>
    <dgm:cxn modelId="{2A8FD163-CBA8-438E-8A87-B149AF45EFCE}" type="presParOf" srcId="{2D8AE048-97B9-4578-A4CB-CE2521B51D36}" destId="{C61AC3E4-04CA-42D1-B736-57FFDC4F151E}" srcOrd="3" destOrd="0" presId="urn:microsoft.com/office/officeart/2008/layout/LinedList"/>
    <dgm:cxn modelId="{1A729FBF-7517-491C-9D43-8EAFFFC40F67}" type="presParOf" srcId="{C61AC3E4-04CA-42D1-B736-57FFDC4F151E}" destId="{54F472F4-8CE9-4EFA-9732-91DB0D4C824B}" srcOrd="0" destOrd="0" presId="urn:microsoft.com/office/officeart/2008/layout/LinedList"/>
    <dgm:cxn modelId="{789ED940-9086-43D3-AB14-501A0ECB768F}" type="presParOf" srcId="{C61AC3E4-04CA-42D1-B736-57FFDC4F151E}" destId="{DC169E40-2D26-41B0-B6E5-8D58B873591B}" srcOrd="1" destOrd="0" presId="urn:microsoft.com/office/officeart/2008/layout/LinedList"/>
    <dgm:cxn modelId="{B819B588-23E1-4341-859D-0C8AD7827607}" type="presParOf" srcId="{2D8AE048-97B9-4578-A4CB-CE2521B51D36}" destId="{8FF7118D-E31A-4CB5-AB67-9CF8B403445A}" srcOrd="4" destOrd="0" presId="urn:microsoft.com/office/officeart/2008/layout/LinedList"/>
    <dgm:cxn modelId="{75009DC7-0E15-4D99-9B18-1BEC4D056856}" type="presParOf" srcId="{2D8AE048-97B9-4578-A4CB-CE2521B51D36}" destId="{1EDF5771-EB14-494A-8BED-D3B9400ACABA}" srcOrd="5" destOrd="0" presId="urn:microsoft.com/office/officeart/2008/layout/LinedList"/>
    <dgm:cxn modelId="{05536B07-29FE-499F-B803-416F235473D4}" type="presParOf" srcId="{1EDF5771-EB14-494A-8BED-D3B9400ACABA}" destId="{8D90232C-C596-459F-8FC4-3386AA7775C6}" srcOrd="0" destOrd="0" presId="urn:microsoft.com/office/officeart/2008/layout/LinedList"/>
    <dgm:cxn modelId="{5C7369FB-5563-4376-8397-E3684E040D47}" type="presParOf" srcId="{1EDF5771-EB14-494A-8BED-D3B9400ACABA}" destId="{2B0D0C11-B576-4143-86BC-1D8D1ADD1306}" srcOrd="1" destOrd="0" presId="urn:microsoft.com/office/officeart/2008/layout/LinedList"/>
    <dgm:cxn modelId="{99A600F9-CB85-444F-B41D-568930FAC084}" type="presParOf" srcId="{2D8AE048-97B9-4578-A4CB-CE2521B51D36}" destId="{5EE743DA-5FC4-4702-AAFD-6A37EF6F0962}" srcOrd="6" destOrd="0" presId="urn:microsoft.com/office/officeart/2008/layout/LinedList"/>
    <dgm:cxn modelId="{70270D69-AFA6-4517-950B-7ACC664BF6F8}" type="presParOf" srcId="{2D8AE048-97B9-4578-A4CB-CE2521B51D36}" destId="{596F265E-FC47-4821-B854-A8C8CD6CE67D}" srcOrd="7" destOrd="0" presId="urn:microsoft.com/office/officeart/2008/layout/LinedList"/>
    <dgm:cxn modelId="{2E522172-0DBC-4DEB-81BA-CE2775837BD9}" type="presParOf" srcId="{596F265E-FC47-4821-B854-A8C8CD6CE67D}" destId="{8599CF9C-7867-4D18-9138-2524DAFE7365}" srcOrd="0" destOrd="0" presId="urn:microsoft.com/office/officeart/2008/layout/LinedList"/>
    <dgm:cxn modelId="{E4BA10BF-00B1-437D-970D-9DEC80219C84}" type="presParOf" srcId="{596F265E-FC47-4821-B854-A8C8CD6CE67D}" destId="{75E17105-6F3A-4F33-97A5-1D2716A74EB1}" srcOrd="1" destOrd="0" presId="urn:microsoft.com/office/officeart/2008/layout/LinedList"/>
    <dgm:cxn modelId="{34DB8541-917E-4919-BA8B-7248DB9C3C93}" type="presParOf" srcId="{2D8AE048-97B9-4578-A4CB-CE2521B51D36}" destId="{6BCBEF49-8AD6-419A-9C9C-93B703992C41}" srcOrd="8" destOrd="0" presId="urn:microsoft.com/office/officeart/2008/layout/LinedList"/>
    <dgm:cxn modelId="{2CE39A2C-42D5-468D-B0AC-454559A76FAB}" type="presParOf" srcId="{2D8AE048-97B9-4578-A4CB-CE2521B51D36}" destId="{54B9142C-EB9F-4F1D-A72D-FAFCAD7C2BE3}" srcOrd="9" destOrd="0" presId="urn:microsoft.com/office/officeart/2008/layout/LinedList"/>
    <dgm:cxn modelId="{6F544CDB-1AF0-4F84-BA32-1BFD56D4210B}" type="presParOf" srcId="{54B9142C-EB9F-4F1D-A72D-FAFCAD7C2BE3}" destId="{A4D0C971-FC3C-4823-AAB9-EBDF2BDEF17D}" srcOrd="0" destOrd="0" presId="urn:microsoft.com/office/officeart/2008/layout/LinedList"/>
    <dgm:cxn modelId="{71527921-98BA-46DF-B8C3-4E53C0DB193B}" type="presParOf" srcId="{54B9142C-EB9F-4F1D-A72D-FAFCAD7C2BE3}" destId="{875193E1-2A69-42BF-8B6D-B1F002284055}" srcOrd="1" destOrd="0" presId="urn:microsoft.com/office/officeart/2008/layout/LinedList"/>
    <dgm:cxn modelId="{97C4C939-A2B5-4824-84F9-8EC22B1F7398}" type="presParOf" srcId="{2D8AE048-97B9-4578-A4CB-CE2521B51D36}" destId="{9E7AFDA2-B84D-4A0D-A7D2-CEAB793EF8DB}" srcOrd="10" destOrd="0" presId="urn:microsoft.com/office/officeart/2008/layout/LinedList"/>
    <dgm:cxn modelId="{967F328D-688A-422D-B245-51E8B4FAF2DE}" type="presParOf" srcId="{2D8AE048-97B9-4578-A4CB-CE2521B51D36}" destId="{9974D7AE-1CC8-4A5B-A34D-59C987E3EB71}" srcOrd="11" destOrd="0" presId="urn:microsoft.com/office/officeart/2008/layout/LinedList"/>
    <dgm:cxn modelId="{18ECE618-8C98-4997-A38F-37CA0646B0BF}" type="presParOf" srcId="{9974D7AE-1CC8-4A5B-A34D-59C987E3EB71}" destId="{DCF479BA-5336-4C6E-BB59-62DAAA1AE3A0}" srcOrd="0" destOrd="0" presId="urn:microsoft.com/office/officeart/2008/layout/LinedList"/>
    <dgm:cxn modelId="{41250A13-F01A-429B-B88B-6562434D7772}" type="presParOf" srcId="{9974D7AE-1CC8-4A5B-A34D-59C987E3EB71}" destId="{61295269-6E82-4B53-90BA-4E66CC82F5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569A3-0AE8-402A-A605-8A4EBA39D19A}">
      <dsp:nvSpPr>
        <dsp:cNvPr id="0" name=""/>
        <dsp:cNvSpPr/>
      </dsp:nvSpPr>
      <dsp:spPr>
        <a:xfrm>
          <a:off x="0" y="0"/>
          <a:ext cx="12191999" cy="213853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760" tIns="111760" rIns="111760" bIns="11176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i="0" kern="1200" dirty="0" smtClean="0"/>
            <a:t>A report is a specific form of writing</a:t>
          </a:r>
          <a:r>
            <a:rPr lang="en-US" sz="4400" b="0" i="0" kern="1200" dirty="0" smtClean="0"/>
            <a:t> that is organised around concisely identifying and examining issues, events, or findings</a:t>
          </a:r>
          <a:endParaRPr lang="en-US" sz="4400" kern="1200" dirty="0"/>
        </a:p>
      </dsp:txBody>
      <dsp:txXfrm>
        <a:off x="0" y="0"/>
        <a:ext cx="12191999" cy="2138538"/>
      </dsp:txXfrm>
    </dsp:sp>
    <dsp:sp modelId="{BA91B721-BFA2-4522-A98F-8F3F9A60EAAF}">
      <dsp:nvSpPr>
        <dsp:cNvPr id="0" name=""/>
        <dsp:cNvSpPr/>
      </dsp:nvSpPr>
      <dsp:spPr>
        <a:xfrm>
          <a:off x="0" y="2246967"/>
          <a:ext cx="12191999" cy="2138538"/>
        </a:xfrm>
        <a:prstGeom prst="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760" tIns="111760" rIns="111760" bIns="11176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0" i="0" kern="1200" dirty="0" smtClean="0"/>
            <a:t>Writing is the process of </a:t>
          </a:r>
          <a:r>
            <a:rPr lang="en-US" sz="4400" b="1" i="0" kern="1200" dirty="0" smtClean="0"/>
            <a:t>using symbols (letters of the alphabet, punctuation and spaces</a:t>
          </a:r>
          <a:r>
            <a:rPr lang="en-US" sz="4400" b="0" i="0" kern="1200" dirty="0" smtClean="0"/>
            <a:t>) to communicate thoughts and ideas in a readable form</a:t>
          </a:r>
          <a:endParaRPr lang="en-US" sz="4400" kern="1200" dirty="0"/>
        </a:p>
      </dsp:txBody>
      <dsp:txXfrm>
        <a:off x="0" y="2246967"/>
        <a:ext cx="12191999" cy="2138538"/>
      </dsp:txXfrm>
    </dsp:sp>
    <dsp:sp modelId="{2C8ACA5F-821A-4B1F-92BE-1359D427C78C}">
      <dsp:nvSpPr>
        <dsp:cNvPr id="0" name=""/>
        <dsp:cNvSpPr/>
      </dsp:nvSpPr>
      <dsp:spPr>
        <a:xfrm>
          <a:off x="0" y="4492432"/>
          <a:ext cx="12191999" cy="2082230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760" tIns="111760" rIns="111760" bIns="11176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0" i="0" kern="1200" dirty="0" smtClean="0"/>
            <a:t>A “skill” is an individual's ability to perform a specific task or solve a problem at a high level of proficiency</a:t>
          </a:r>
          <a:endParaRPr lang="en-US" sz="4400" kern="1200" dirty="0"/>
        </a:p>
      </dsp:txBody>
      <dsp:txXfrm>
        <a:off x="0" y="4492432"/>
        <a:ext cx="12191999" cy="2082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3D685-04D8-4F12-830E-25C0B8416FA6}">
      <dsp:nvSpPr>
        <dsp:cNvPr id="0" name=""/>
        <dsp:cNvSpPr/>
      </dsp:nvSpPr>
      <dsp:spPr>
        <a:xfrm>
          <a:off x="1888732" y="43801"/>
          <a:ext cx="2102460" cy="2102460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Identify </a:t>
          </a:r>
          <a:endParaRPr lang="en-US" sz="2700" kern="1200" dirty="0"/>
        </a:p>
      </dsp:txBody>
      <dsp:txXfrm>
        <a:off x="2169060" y="411731"/>
        <a:ext cx="1541804" cy="946107"/>
      </dsp:txXfrm>
    </dsp:sp>
    <dsp:sp modelId="{E202353B-1887-48C6-9877-BC53CA91859E}">
      <dsp:nvSpPr>
        <dsp:cNvPr id="0" name=""/>
        <dsp:cNvSpPr/>
      </dsp:nvSpPr>
      <dsp:spPr>
        <a:xfrm>
          <a:off x="2647370" y="1357839"/>
          <a:ext cx="2102460" cy="2102460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Organize </a:t>
          </a:r>
          <a:endParaRPr lang="en-US" sz="2700" kern="1200" dirty="0"/>
        </a:p>
      </dsp:txBody>
      <dsp:txXfrm>
        <a:off x="3290372" y="1900974"/>
        <a:ext cx="1261476" cy="1156353"/>
      </dsp:txXfrm>
    </dsp:sp>
    <dsp:sp modelId="{10176173-70C3-4747-99BE-F3B8E6A195F1}">
      <dsp:nvSpPr>
        <dsp:cNvPr id="0" name=""/>
        <dsp:cNvSpPr/>
      </dsp:nvSpPr>
      <dsp:spPr>
        <a:xfrm>
          <a:off x="1130094" y="1357839"/>
          <a:ext cx="2102460" cy="2102460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Examine </a:t>
          </a:r>
          <a:endParaRPr lang="en-US" sz="2700" kern="1200" dirty="0"/>
        </a:p>
      </dsp:txBody>
      <dsp:txXfrm>
        <a:off x="1328076" y="1900974"/>
        <a:ext cx="1261476" cy="11563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33B4D-B8B9-46B0-8C50-B59C35F87B86}">
      <dsp:nvSpPr>
        <dsp:cNvPr id="0" name=""/>
        <dsp:cNvSpPr/>
      </dsp:nvSpPr>
      <dsp:spPr>
        <a:xfrm>
          <a:off x="0" y="4738"/>
          <a:ext cx="10515600" cy="156294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101600" rIns="101600" bIns="101600" numCol="1" spcCol="1270" anchor="t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A report is to be structured with the use of headings and subheadings.</a:t>
          </a:r>
          <a:endParaRPr lang="en-US" sz="40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kern="1200" dirty="0"/>
        </a:p>
      </dsp:txBody>
      <dsp:txXfrm>
        <a:off x="0" y="4738"/>
        <a:ext cx="10515600" cy="1562942"/>
      </dsp:txXfrm>
    </dsp:sp>
    <dsp:sp modelId="{2A675810-79CC-457D-83FB-084BDBBC39AA}">
      <dsp:nvSpPr>
        <dsp:cNvPr id="0" name=""/>
        <dsp:cNvSpPr/>
      </dsp:nvSpPr>
      <dsp:spPr>
        <a:xfrm>
          <a:off x="0" y="1645828"/>
          <a:ext cx="10515600" cy="1562942"/>
        </a:xfrm>
        <a:prstGeom prst="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380" tIns="119380" rIns="119380" bIns="11938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 smtClean="0"/>
            <a:t>A report should be comprised of sections which can stand independently</a:t>
          </a:r>
          <a:endParaRPr lang="en-US" sz="4700" kern="1200" dirty="0"/>
        </a:p>
      </dsp:txBody>
      <dsp:txXfrm>
        <a:off x="0" y="1645828"/>
        <a:ext cx="10515600" cy="1562942"/>
      </dsp:txXfrm>
    </dsp:sp>
    <dsp:sp modelId="{D5604D78-52C2-4D58-AD73-2F9FE0A999F4}">
      <dsp:nvSpPr>
        <dsp:cNvPr id="0" name=""/>
        <dsp:cNvSpPr/>
      </dsp:nvSpPr>
      <dsp:spPr>
        <a:xfrm>
          <a:off x="0" y="3286918"/>
          <a:ext cx="10515600" cy="1562942"/>
        </a:xfrm>
        <a:prstGeom prst="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380" tIns="119380" rIns="119380" bIns="11938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kern="1200" dirty="0" smtClean="0"/>
            <a:t>A report is a form of impartial communication based on facts and figures</a:t>
          </a:r>
          <a:endParaRPr lang="en-US" sz="4700" kern="1200" dirty="0"/>
        </a:p>
      </dsp:txBody>
      <dsp:txXfrm>
        <a:off x="0" y="3286918"/>
        <a:ext cx="10515600" cy="15629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E377E-36A1-4AE1-BC72-3F21DB23165E}">
      <dsp:nvSpPr>
        <dsp:cNvPr id="0" name=""/>
        <dsp:cNvSpPr/>
      </dsp:nvSpPr>
      <dsp:spPr>
        <a:xfrm>
          <a:off x="3537" y="665129"/>
          <a:ext cx="3549716" cy="354971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alpha val="5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alpha val="5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5353" tIns="54610" rIns="195353" bIns="5461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0" i="0" kern="1200" dirty="0" smtClean="0"/>
            <a:t>clarity</a:t>
          </a:r>
          <a:endParaRPr lang="en-US" sz="4300" kern="1200" dirty="0"/>
        </a:p>
      </dsp:txBody>
      <dsp:txXfrm>
        <a:off x="523381" y="1184973"/>
        <a:ext cx="2510028" cy="2510028"/>
      </dsp:txXfrm>
    </dsp:sp>
    <dsp:sp modelId="{2518CC0D-A15C-449C-B563-5EFC58CD7EB9}">
      <dsp:nvSpPr>
        <dsp:cNvPr id="0" name=""/>
        <dsp:cNvSpPr/>
      </dsp:nvSpPr>
      <dsp:spPr>
        <a:xfrm>
          <a:off x="2843311" y="665129"/>
          <a:ext cx="3549716" cy="354971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3465231"/>
                <a:satOff val="-15989"/>
                <a:lumOff val="58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alpha val="50000"/>
                <a:hueOff val="3465231"/>
                <a:satOff val="-15989"/>
                <a:lumOff val="58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alpha val="50000"/>
                <a:hueOff val="3465231"/>
                <a:satOff val="-15989"/>
                <a:lumOff val="58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5353" tIns="54610" rIns="195353" bIns="5461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0" i="0" kern="1200" dirty="0" smtClean="0"/>
            <a:t>complete</a:t>
          </a:r>
          <a:endParaRPr lang="en-US" sz="4300" kern="1200" dirty="0"/>
        </a:p>
      </dsp:txBody>
      <dsp:txXfrm>
        <a:off x="3363155" y="1184973"/>
        <a:ext cx="2510028" cy="2510028"/>
      </dsp:txXfrm>
    </dsp:sp>
    <dsp:sp modelId="{CFACD2F7-3E2F-4811-8217-0A3289DE13F2}">
      <dsp:nvSpPr>
        <dsp:cNvPr id="0" name=""/>
        <dsp:cNvSpPr/>
      </dsp:nvSpPr>
      <dsp:spPr>
        <a:xfrm>
          <a:off x="5683084" y="665129"/>
          <a:ext cx="3549716" cy="354971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6930461"/>
                <a:satOff val="-31979"/>
                <a:lumOff val="117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alpha val="50000"/>
                <a:hueOff val="6930461"/>
                <a:satOff val="-31979"/>
                <a:lumOff val="117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alpha val="50000"/>
                <a:hueOff val="6930461"/>
                <a:satOff val="-31979"/>
                <a:lumOff val="117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5353" tIns="54610" rIns="195353" bIns="5461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0" i="0" kern="1200" dirty="0" smtClean="0"/>
            <a:t>concise</a:t>
          </a:r>
          <a:endParaRPr lang="en-US" sz="4300" kern="1200" dirty="0"/>
        </a:p>
      </dsp:txBody>
      <dsp:txXfrm>
        <a:off x="6202928" y="1184973"/>
        <a:ext cx="2510028" cy="2510028"/>
      </dsp:txXfrm>
    </dsp:sp>
    <dsp:sp modelId="{C2772489-38AA-45B3-AA8D-293CDC1D0BCD}">
      <dsp:nvSpPr>
        <dsp:cNvPr id="0" name=""/>
        <dsp:cNvSpPr/>
      </dsp:nvSpPr>
      <dsp:spPr>
        <a:xfrm>
          <a:off x="8522858" y="665129"/>
          <a:ext cx="3549716" cy="3549716"/>
        </a:xfrm>
        <a:prstGeom prst="ellipse">
          <a:avLst/>
        </a:prstGeom>
        <a:gradFill rotWithShape="0">
          <a:gsLst>
            <a:gs pos="0">
              <a:schemeClr val="accent4">
                <a:alpha val="50000"/>
                <a:hueOff val="10395692"/>
                <a:satOff val="-47968"/>
                <a:lumOff val="176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alpha val="50000"/>
                <a:hueOff val="10395692"/>
                <a:satOff val="-47968"/>
                <a:lumOff val="176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alpha val="50000"/>
                <a:hueOff val="10395692"/>
                <a:satOff val="-47968"/>
                <a:lumOff val="176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95353" tIns="54610" rIns="195353" bIns="5461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300" b="0" i="0" kern="1200" dirty="0" smtClean="0"/>
            <a:t>correct</a:t>
          </a:r>
          <a:endParaRPr lang="en-US" sz="4300" kern="1200" dirty="0"/>
        </a:p>
      </dsp:txBody>
      <dsp:txXfrm>
        <a:off x="9042702" y="1184973"/>
        <a:ext cx="2510028" cy="25100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51A385-64F1-4B6C-939A-15A2D1EEF51C}">
      <dsp:nvSpPr>
        <dsp:cNvPr id="0" name=""/>
        <dsp:cNvSpPr/>
      </dsp:nvSpPr>
      <dsp:spPr>
        <a:xfrm rot="16200000">
          <a:off x="2338" y="1178"/>
          <a:ext cx="4348981" cy="4348981"/>
        </a:xfrm>
        <a:prstGeom prst="upArrow">
          <a:avLst>
            <a:gd name="adj1" fmla="val 50000"/>
            <a:gd name="adj2" fmla="val 35000"/>
          </a:avLst>
        </a:prstGeom>
        <a:gradFill flip="none" rotWithShape="0">
          <a:gsLst>
            <a:gs pos="0">
              <a:schemeClr val="accent2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2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2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8100000" scaled="1"/>
          <a:tileRect/>
        </a:gra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Report </a:t>
          </a:r>
          <a:endParaRPr lang="en-US" sz="6500" kern="1200" dirty="0"/>
        </a:p>
      </dsp:txBody>
      <dsp:txXfrm rot="5400000">
        <a:off x="763410" y="1088423"/>
        <a:ext cx="3587909" cy="2174491"/>
      </dsp:txXfrm>
    </dsp:sp>
    <dsp:sp modelId="{03ECA684-E21A-4B00-B549-4046CE8C8A23}">
      <dsp:nvSpPr>
        <dsp:cNvPr id="0" name=""/>
        <dsp:cNvSpPr/>
      </dsp:nvSpPr>
      <dsp:spPr>
        <a:xfrm rot="5400000">
          <a:off x="6164280" y="1178"/>
          <a:ext cx="4348981" cy="4348981"/>
        </a:xfrm>
        <a:prstGeom prst="upArrow">
          <a:avLst>
            <a:gd name="adj1" fmla="val 50000"/>
            <a:gd name="adj2" fmla="val 35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0800" dist="38100" dir="8100000" algn="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Essay </a:t>
          </a:r>
          <a:endParaRPr lang="en-US" sz="6500" kern="1200" dirty="0"/>
        </a:p>
      </dsp:txBody>
      <dsp:txXfrm rot="-5400000">
        <a:off x="6164280" y="1088423"/>
        <a:ext cx="3587909" cy="21744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E8823-D574-4003-BEC0-F8D7F2A3ED85}">
      <dsp:nvSpPr>
        <dsp:cNvPr id="0" name=""/>
        <dsp:cNvSpPr/>
      </dsp:nvSpPr>
      <dsp:spPr>
        <a:xfrm>
          <a:off x="0" y="7"/>
          <a:ext cx="3125858" cy="4884624"/>
        </a:xfrm>
        <a:prstGeom prst="rect">
          <a:avLst/>
        </a:prstGeom>
        <a:solidFill>
          <a:srgbClr val="00FF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A report is based on the provision of information</a:t>
          </a:r>
          <a:endParaRPr lang="en-US" sz="4000" kern="1200" dirty="0"/>
        </a:p>
      </dsp:txBody>
      <dsp:txXfrm>
        <a:off x="0" y="7"/>
        <a:ext cx="3125858" cy="4884624"/>
      </dsp:txXfrm>
    </dsp:sp>
    <dsp:sp modelId="{D0EE4773-DB2E-493C-B9EA-E58EA5EAFD3F}">
      <dsp:nvSpPr>
        <dsp:cNvPr id="0" name=""/>
        <dsp:cNvSpPr/>
      </dsp:nvSpPr>
      <dsp:spPr>
        <a:xfrm>
          <a:off x="9093315" y="127"/>
          <a:ext cx="2781358" cy="4909948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An essay the basic idea is to argue </a:t>
          </a:r>
        </a:p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for a particular topic.</a:t>
          </a:r>
          <a:endParaRPr lang="en-US" sz="4400" kern="1200" dirty="0"/>
        </a:p>
      </dsp:txBody>
      <dsp:txXfrm>
        <a:off x="9093315" y="127"/>
        <a:ext cx="2781358" cy="49099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C2B82-08F9-45BA-A19E-48AA41315FEE}">
      <dsp:nvSpPr>
        <dsp:cNvPr id="0" name=""/>
        <dsp:cNvSpPr/>
      </dsp:nvSpPr>
      <dsp:spPr>
        <a:xfrm>
          <a:off x="1351158" y="2715608"/>
          <a:ext cx="5903935" cy="2498937"/>
        </a:xfrm>
        <a:prstGeom prst="leftRightRibb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E18126-DBD4-426E-81B8-050DCEC97BBF}">
      <dsp:nvSpPr>
        <dsp:cNvPr id="0" name=""/>
        <dsp:cNvSpPr/>
      </dsp:nvSpPr>
      <dsp:spPr>
        <a:xfrm>
          <a:off x="934719" y="1652693"/>
          <a:ext cx="2682239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934719" y="1652693"/>
        <a:ext cx="2682239" cy="1593088"/>
      </dsp:txXfrm>
    </dsp:sp>
    <dsp:sp modelId="{78270993-1C2B-4003-A76A-B0E8A5C0E4BE}">
      <dsp:nvSpPr>
        <dsp:cNvPr id="0" name=""/>
        <dsp:cNvSpPr/>
      </dsp:nvSpPr>
      <dsp:spPr>
        <a:xfrm>
          <a:off x="4023359" y="2172885"/>
          <a:ext cx="3169920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4023359" y="2172885"/>
        <a:ext cx="3169920" cy="15930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E8823-D574-4003-BEC0-F8D7F2A3ED85}">
      <dsp:nvSpPr>
        <dsp:cNvPr id="0" name=""/>
        <dsp:cNvSpPr/>
      </dsp:nvSpPr>
      <dsp:spPr>
        <a:xfrm>
          <a:off x="0" y="7"/>
          <a:ext cx="3125858" cy="4884624"/>
        </a:xfrm>
        <a:prstGeom prst="rect">
          <a:avLst/>
        </a:prstGeom>
        <a:solidFill>
          <a:srgbClr val="00FF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Factual information is meant to be scanned quickly by the reader</a:t>
          </a:r>
          <a:endParaRPr lang="en-US" sz="4100" kern="1200" dirty="0"/>
        </a:p>
      </dsp:txBody>
      <dsp:txXfrm>
        <a:off x="0" y="7"/>
        <a:ext cx="3125858" cy="4884624"/>
      </dsp:txXfrm>
    </dsp:sp>
    <dsp:sp modelId="{D0EE4773-DB2E-493C-B9EA-E58EA5EAFD3F}">
      <dsp:nvSpPr>
        <dsp:cNvPr id="0" name=""/>
        <dsp:cNvSpPr/>
      </dsp:nvSpPr>
      <dsp:spPr>
        <a:xfrm>
          <a:off x="9063195" y="127"/>
          <a:ext cx="2781358" cy="4909948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lvl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/>
            <a:t>The essay completely to understand the subject matter</a:t>
          </a:r>
          <a:endParaRPr lang="en-US" sz="4100" kern="1200" dirty="0"/>
        </a:p>
      </dsp:txBody>
      <dsp:txXfrm>
        <a:off x="9063195" y="127"/>
        <a:ext cx="2781358" cy="49099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C2B82-08F9-45BA-A19E-48AA41315FEE}">
      <dsp:nvSpPr>
        <dsp:cNvPr id="0" name=""/>
        <dsp:cNvSpPr/>
      </dsp:nvSpPr>
      <dsp:spPr>
        <a:xfrm>
          <a:off x="1351158" y="2715608"/>
          <a:ext cx="5903935" cy="2498937"/>
        </a:xfrm>
        <a:prstGeom prst="leftRightRibb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E18126-DBD4-426E-81B8-050DCEC97BBF}">
      <dsp:nvSpPr>
        <dsp:cNvPr id="0" name=""/>
        <dsp:cNvSpPr/>
      </dsp:nvSpPr>
      <dsp:spPr>
        <a:xfrm>
          <a:off x="934719" y="1652693"/>
          <a:ext cx="2682239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934719" y="1652693"/>
        <a:ext cx="2682239" cy="1593088"/>
      </dsp:txXfrm>
    </dsp:sp>
    <dsp:sp modelId="{78270993-1C2B-4003-A76A-B0E8A5C0E4BE}">
      <dsp:nvSpPr>
        <dsp:cNvPr id="0" name=""/>
        <dsp:cNvSpPr/>
      </dsp:nvSpPr>
      <dsp:spPr>
        <a:xfrm>
          <a:off x="4023359" y="2172885"/>
          <a:ext cx="3169920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4023359" y="2172885"/>
        <a:ext cx="3169920" cy="159308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E8823-D574-4003-BEC0-F8D7F2A3ED85}">
      <dsp:nvSpPr>
        <dsp:cNvPr id="0" name=""/>
        <dsp:cNvSpPr/>
      </dsp:nvSpPr>
      <dsp:spPr>
        <a:xfrm>
          <a:off x="0" y="7"/>
          <a:ext cx="3125858" cy="4884624"/>
        </a:xfrm>
        <a:prstGeom prst="rect">
          <a:avLst/>
        </a:prstGeom>
        <a:solidFill>
          <a:srgbClr val="00FF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400" kern="1200" dirty="0" smtClean="0"/>
            <a:t>Simple sentence structure</a:t>
          </a:r>
          <a:endParaRPr lang="en-US" sz="5400" kern="1200" dirty="0"/>
        </a:p>
      </dsp:txBody>
      <dsp:txXfrm>
        <a:off x="0" y="7"/>
        <a:ext cx="3125858" cy="4884624"/>
      </dsp:txXfrm>
    </dsp:sp>
    <dsp:sp modelId="{D0EE4773-DB2E-493C-B9EA-E58EA5EAFD3F}">
      <dsp:nvSpPr>
        <dsp:cNvPr id="0" name=""/>
        <dsp:cNvSpPr/>
      </dsp:nvSpPr>
      <dsp:spPr>
        <a:xfrm>
          <a:off x="9063195" y="127"/>
          <a:ext cx="2781358" cy="4909948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complex/compound sentence structure</a:t>
          </a:r>
          <a:endParaRPr lang="en-US" sz="4400" kern="1200" dirty="0"/>
        </a:p>
      </dsp:txBody>
      <dsp:txXfrm>
        <a:off x="9063195" y="127"/>
        <a:ext cx="2781358" cy="490994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C2B82-08F9-45BA-A19E-48AA41315FEE}">
      <dsp:nvSpPr>
        <dsp:cNvPr id="0" name=""/>
        <dsp:cNvSpPr/>
      </dsp:nvSpPr>
      <dsp:spPr>
        <a:xfrm>
          <a:off x="1351158" y="2715608"/>
          <a:ext cx="5903935" cy="2498937"/>
        </a:xfrm>
        <a:prstGeom prst="leftRightRibb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E18126-DBD4-426E-81B8-050DCEC97BBF}">
      <dsp:nvSpPr>
        <dsp:cNvPr id="0" name=""/>
        <dsp:cNvSpPr/>
      </dsp:nvSpPr>
      <dsp:spPr>
        <a:xfrm>
          <a:off x="934719" y="1652693"/>
          <a:ext cx="2682239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934719" y="1652693"/>
        <a:ext cx="2682239" cy="1593088"/>
      </dsp:txXfrm>
    </dsp:sp>
    <dsp:sp modelId="{78270993-1C2B-4003-A76A-B0E8A5C0E4BE}">
      <dsp:nvSpPr>
        <dsp:cNvPr id="0" name=""/>
        <dsp:cNvSpPr/>
      </dsp:nvSpPr>
      <dsp:spPr>
        <a:xfrm>
          <a:off x="4023359" y="2172885"/>
          <a:ext cx="3169920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4023359" y="2172885"/>
        <a:ext cx="3169920" cy="15930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E8823-D574-4003-BEC0-F8D7F2A3ED85}">
      <dsp:nvSpPr>
        <dsp:cNvPr id="0" name=""/>
        <dsp:cNvSpPr/>
      </dsp:nvSpPr>
      <dsp:spPr>
        <a:xfrm>
          <a:off x="0" y="7"/>
          <a:ext cx="3125858" cy="4884624"/>
        </a:xfrm>
        <a:prstGeom prst="rect">
          <a:avLst/>
        </a:prstGeom>
        <a:solidFill>
          <a:srgbClr val="00FF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Begins with a short abstract</a:t>
          </a:r>
          <a:endParaRPr lang="en-US" sz="3800" kern="1200" dirty="0"/>
        </a:p>
      </dsp:txBody>
      <dsp:txXfrm>
        <a:off x="0" y="7"/>
        <a:ext cx="3125858" cy="4884624"/>
      </dsp:txXfrm>
    </dsp:sp>
    <dsp:sp modelId="{D0EE4773-DB2E-493C-B9EA-E58EA5EAFD3F}">
      <dsp:nvSpPr>
        <dsp:cNvPr id="0" name=""/>
        <dsp:cNvSpPr/>
      </dsp:nvSpPr>
      <dsp:spPr>
        <a:xfrm>
          <a:off x="9063195" y="127"/>
          <a:ext cx="2781358" cy="4909948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800" kern="1200" dirty="0" smtClean="0"/>
            <a:t>introductory paragraph.</a:t>
          </a:r>
          <a:endParaRPr lang="en-US" sz="3800" kern="1200" dirty="0"/>
        </a:p>
      </dsp:txBody>
      <dsp:txXfrm>
        <a:off x="9063195" y="127"/>
        <a:ext cx="2781358" cy="490994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C2B82-08F9-45BA-A19E-48AA41315FEE}">
      <dsp:nvSpPr>
        <dsp:cNvPr id="0" name=""/>
        <dsp:cNvSpPr/>
      </dsp:nvSpPr>
      <dsp:spPr>
        <a:xfrm>
          <a:off x="1351158" y="2715608"/>
          <a:ext cx="5903935" cy="2498937"/>
        </a:xfrm>
        <a:prstGeom prst="leftRightRibb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E18126-DBD4-426E-81B8-050DCEC97BBF}">
      <dsp:nvSpPr>
        <dsp:cNvPr id="0" name=""/>
        <dsp:cNvSpPr/>
      </dsp:nvSpPr>
      <dsp:spPr>
        <a:xfrm>
          <a:off x="934719" y="1652693"/>
          <a:ext cx="2682239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934719" y="1652693"/>
        <a:ext cx="2682239" cy="1593088"/>
      </dsp:txXfrm>
    </dsp:sp>
    <dsp:sp modelId="{78270993-1C2B-4003-A76A-B0E8A5C0E4BE}">
      <dsp:nvSpPr>
        <dsp:cNvPr id="0" name=""/>
        <dsp:cNvSpPr/>
      </dsp:nvSpPr>
      <dsp:spPr>
        <a:xfrm>
          <a:off x="4023359" y="2172885"/>
          <a:ext cx="3169920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4023359" y="2172885"/>
        <a:ext cx="3169920" cy="159308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E8823-D574-4003-BEC0-F8D7F2A3ED85}">
      <dsp:nvSpPr>
        <dsp:cNvPr id="0" name=""/>
        <dsp:cNvSpPr/>
      </dsp:nvSpPr>
      <dsp:spPr>
        <a:xfrm>
          <a:off x="0" y="7"/>
          <a:ext cx="3125858" cy="4884624"/>
        </a:xfrm>
        <a:prstGeom prst="rect">
          <a:avLst/>
        </a:prstGeom>
        <a:solidFill>
          <a:srgbClr val="00FF9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Provides suggestions and recommendations</a:t>
          </a:r>
          <a:endParaRPr lang="en-US" sz="2800" kern="1200" dirty="0"/>
        </a:p>
      </dsp:txBody>
      <dsp:txXfrm>
        <a:off x="0" y="7"/>
        <a:ext cx="3125858" cy="4884624"/>
      </dsp:txXfrm>
    </dsp:sp>
    <dsp:sp modelId="{D0EE4773-DB2E-493C-B9EA-E58EA5EAFD3F}">
      <dsp:nvSpPr>
        <dsp:cNvPr id="0" name=""/>
        <dsp:cNvSpPr/>
      </dsp:nvSpPr>
      <dsp:spPr>
        <a:xfrm>
          <a:off x="9063195" y="127"/>
          <a:ext cx="2781358" cy="4909948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Concludes by reviewing the arguments </a:t>
          </a:r>
          <a:endParaRPr lang="en-US" sz="4000" kern="1200" dirty="0"/>
        </a:p>
      </dsp:txBody>
      <dsp:txXfrm>
        <a:off x="9063195" y="127"/>
        <a:ext cx="2781358" cy="490994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C2B82-08F9-45BA-A19E-48AA41315FEE}">
      <dsp:nvSpPr>
        <dsp:cNvPr id="0" name=""/>
        <dsp:cNvSpPr/>
      </dsp:nvSpPr>
      <dsp:spPr>
        <a:xfrm>
          <a:off x="1351158" y="2715608"/>
          <a:ext cx="5903935" cy="2498937"/>
        </a:xfrm>
        <a:prstGeom prst="leftRightRibb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E18126-DBD4-426E-81B8-050DCEC97BBF}">
      <dsp:nvSpPr>
        <dsp:cNvPr id="0" name=""/>
        <dsp:cNvSpPr/>
      </dsp:nvSpPr>
      <dsp:spPr>
        <a:xfrm>
          <a:off x="934719" y="1652693"/>
          <a:ext cx="2682239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934719" y="1652693"/>
        <a:ext cx="2682239" cy="1593088"/>
      </dsp:txXfrm>
    </dsp:sp>
    <dsp:sp modelId="{78270993-1C2B-4003-A76A-B0E8A5C0E4BE}">
      <dsp:nvSpPr>
        <dsp:cNvPr id="0" name=""/>
        <dsp:cNvSpPr/>
      </dsp:nvSpPr>
      <dsp:spPr>
        <a:xfrm>
          <a:off x="4023359" y="2172885"/>
          <a:ext cx="3169920" cy="1593088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231140" rIns="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/>
        </a:p>
      </dsp:txBody>
      <dsp:txXfrm>
        <a:off x="4023359" y="2172885"/>
        <a:ext cx="3169920" cy="159308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C6ACB-3A41-4C82-BA6B-65A14A4D79A9}">
      <dsp:nvSpPr>
        <dsp:cNvPr id="0" name=""/>
        <dsp:cNvSpPr/>
      </dsp:nvSpPr>
      <dsp:spPr>
        <a:xfrm>
          <a:off x="4206239" y="1653"/>
          <a:ext cx="6309360" cy="895149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4F6C4-CD10-444E-BBBD-A0CDACD56F52}">
      <dsp:nvSpPr>
        <dsp:cNvPr id="0" name=""/>
        <dsp:cNvSpPr/>
      </dsp:nvSpPr>
      <dsp:spPr>
        <a:xfrm>
          <a:off x="0" y="1653"/>
          <a:ext cx="4206240" cy="89514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Clarity </a:t>
          </a:r>
          <a:endParaRPr lang="en-US" sz="3500" kern="1200" dirty="0"/>
        </a:p>
      </dsp:txBody>
      <dsp:txXfrm>
        <a:off x="43698" y="45351"/>
        <a:ext cx="4118844" cy="807753"/>
      </dsp:txXfrm>
    </dsp:sp>
    <dsp:sp modelId="{EC1DF762-1E11-4673-A67B-94125161D1DF}">
      <dsp:nvSpPr>
        <dsp:cNvPr id="0" name=""/>
        <dsp:cNvSpPr/>
      </dsp:nvSpPr>
      <dsp:spPr>
        <a:xfrm>
          <a:off x="4206239" y="986317"/>
          <a:ext cx="6309360" cy="895149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FE372-3111-4D63-A4F6-819F41905B30}">
      <dsp:nvSpPr>
        <dsp:cNvPr id="0" name=""/>
        <dsp:cNvSpPr/>
      </dsp:nvSpPr>
      <dsp:spPr>
        <a:xfrm>
          <a:off x="0" y="986317"/>
          <a:ext cx="4206240" cy="89514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Define key concept</a:t>
          </a:r>
          <a:endParaRPr lang="en-US" sz="3500" kern="1200" dirty="0"/>
        </a:p>
      </dsp:txBody>
      <dsp:txXfrm>
        <a:off x="43698" y="1030015"/>
        <a:ext cx="4118844" cy="807753"/>
      </dsp:txXfrm>
    </dsp:sp>
    <dsp:sp modelId="{DBA3906E-3CD8-4B83-8490-3797C787F87A}">
      <dsp:nvSpPr>
        <dsp:cNvPr id="0" name=""/>
        <dsp:cNvSpPr/>
      </dsp:nvSpPr>
      <dsp:spPr>
        <a:xfrm>
          <a:off x="4206239" y="1970981"/>
          <a:ext cx="6309360" cy="895149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D2E4B-740C-44CB-9C7D-950C9FD83BC5}">
      <dsp:nvSpPr>
        <dsp:cNvPr id="0" name=""/>
        <dsp:cNvSpPr/>
      </dsp:nvSpPr>
      <dsp:spPr>
        <a:xfrm>
          <a:off x="0" y="1970981"/>
          <a:ext cx="4206240" cy="89514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Use of terms </a:t>
          </a:r>
          <a:endParaRPr lang="en-US" sz="3500" kern="1200" dirty="0"/>
        </a:p>
      </dsp:txBody>
      <dsp:txXfrm>
        <a:off x="43698" y="2014679"/>
        <a:ext cx="4118844" cy="807753"/>
      </dsp:txXfrm>
    </dsp:sp>
    <dsp:sp modelId="{48647A8A-E749-4DB3-8B6F-5A93CF7F78A9}">
      <dsp:nvSpPr>
        <dsp:cNvPr id="0" name=""/>
        <dsp:cNvSpPr/>
      </dsp:nvSpPr>
      <dsp:spPr>
        <a:xfrm>
          <a:off x="4206240" y="2955646"/>
          <a:ext cx="6309360" cy="895149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67EA2-AA72-4D98-A767-D19BEE8335C9}">
      <dsp:nvSpPr>
        <dsp:cNvPr id="0" name=""/>
        <dsp:cNvSpPr/>
      </dsp:nvSpPr>
      <dsp:spPr>
        <a:xfrm>
          <a:off x="0" y="2955646"/>
          <a:ext cx="4206240" cy="89514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Clarifies the problem </a:t>
          </a:r>
          <a:endParaRPr lang="en-US" sz="3500" kern="1200" dirty="0"/>
        </a:p>
      </dsp:txBody>
      <dsp:txXfrm>
        <a:off x="43698" y="2999344"/>
        <a:ext cx="4118844" cy="807753"/>
      </dsp:txXfrm>
    </dsp:sp>
    <dsp:sp modelId="{1F20845B-E48B-48CF-B12F-9908298E3387}">
      <dsp:nvSpPr>
        <dsp:cNvPr id="0" name=""/>
        <dsp:cNvSpPr/>
      </dsp:nvSpPr>
      <dsp:spPr>
        <a:xfrm>
          <a:off x="4206240" y="3940310"/>
          <a:ext cx="6309360" cy="895149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8AD89-9327-4949-BBBF-DE056E575D44}">
      <dsp:nvSpPr>
        <dsp:cNvPr id="0" name=""/>
        <dsp:cNvSpPr/>
      </dsp:nvSpPr>
      <dsp:spPr>
        <a:xfrm>
          <a:off x="0" y="3940310"/>
          <a:ext cx="4206240" cy="895149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Presentable </a:t>
          </a:r>
          <a:endParaRPr lang="en-US" sz="3500" kern="1200" dirty="0"/>
        </a:p>
      </dsp:txBody>
      <dsp:txXfrm>
        <a:off x="43698" y="3984008"/>
        <a:ext cx="4118844" cy="80775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8EA7C-E455-42E2-BC4A-CB25FB66E1CF}">
      <dsp:nvSpPr>
        <dsp:cNvPr id="0" name=""/>
        <dsp:cNvSpPr/>
      </dsp:nvSpPr>
      <dsp:spPr>
        <a:xfrm>
          <a:off x="4206240" y="1487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451CB6-326C-4AA4-9F9C-10436F32C9B8}">
      <dsp:nvSpPr>
        <dsp:cNvPr id="0" name=""/>
        <dsp:cNvSpPr/>
      </dsp:nvSpPr>
      <dsp:spPr>
        <a:xfrm>
          <a:off x="0" y="1487"/>
          <a:ext cx="4206240" cy="8052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dirty="0" smtClean="0">
              <a:latin typeface="Candara" pitchFamily="34" charset="0"/>
              <a:cs typeface="Arial" pitchFamily="34" charset="0"/>
            </a:rPr>
            <a:t>Properly organized</a:t>
          </a:r>
          <a:endParaRPr lang="en-US" sz="3700" kern="1200" dirty="0"/>
        </a:p>
      </dsp:txBody>
      <dsp:txXfrm>
        <a:off x="39309" y="40796"/>
        <a:ext cx="4127622" cy="726634"/>
      </dsp:txXfrm>
    </dsp:sp>
    <dsp:sp modelId="{69235CED-4F16-4D0F-95DA-C3132C655C48}">
      <dsp:nvSpPr>
        <dsp:cNvPr id="0" name=""/>
        <dsp:cNvSpPr/>
      </dsp:nvSpPr>
      <dsp:spPr>
        <a:xfrm>
          <a:off x="4206240" y="887265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0BFDA-01B6-49FD-98B1-270EBC3FB4E3}">
      <dsp:nvSpPr>
        <dsp:cNvPr id="0" name=""/>
        <dsp:cNvSpPr/>
      </dsp:nvSpPr>
      <dsp:spPr>
        <a:xfrm>
          <a:off x="0" y="887265"/>
          <a:ext cx="4206240" cy="8052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smtClean="0">
              <a:latin typeface="Candara" pitchFamily="34" charset="0"/>
              <a:cs typeface="Arial" pitchFamily="34" charset="0"/>
            </a:rPr>
            <a:t>Includes data</a:t>
          </a:r>
          <a:endParaRPr lang="en-US" sz="3700" kern="1200" dirty="0"/>
        </a:p>
      </dsp:txBody>
      <dsp:txXfrm>
        <a:off x="39309" y="926574"/>
        <a:ext cx="4127622" cy="726634"/>
      </dsp:txXfrm>
    </dsp:sp>
    <dsp:sp modelId="{5029A88E-5989-47A9-B275-DC9E075C2093}">
      <dsp:nvSpPr>
        <dsp:cNvPr id="0" name=""/>
        <dsp:cNvSpPr/>
      </dsp:nvSpPr>
      <dsp:spPr>
        <a:xfrm>
          <a:off x="4206240" y="1773042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5AD74B-EB76-4C36-A2BD-6EE293CD5CA6}">
      <dsp:nvSpPr>
        <dsp:cNvPr id="0" name=""/>
        <dsp:cNvSpPr/>
      </dsp:nvSpPr>
      <dsp:spPr>
        <a:xfrm>
          <a:off x="0" y="1773042"/>
          <a:ext cx="4206240" cy="80525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smtClean="0">
              <a:latin typeface="Candara" pitchFamily="34" charset="0"/>
              <a:cs typeface="Arial" pitchFamily="34" charset="0"/>
            </a:rPr>
            <a:t>Short and compact</a:t>
          </a:r>
          <a:endParaRPr lang="en-US" sz="3700" kern="1200" dirty="0"/>
        </a:p>
      </dsp:txBody>
      <dsp:txXfrm>
        <a:off x="39309" y="1812351"/>
        <a:ext cx="4127622" cy="726634"/>
      </dsp:txXfrm>
    </dsp:sp>
    <dsp:sp modelId="{5FC90352-C815-4440-BA43-5ADC9D9F81D0}">
      <dsp:nvSpPr>
        <dsp:cNvPr id="0" name=""/>
        <dsp:cNvSpPr/>
      </dsp:nvSpPr>
      <dsp:spPr>
        <a:xfrm>
          <a:off x="4206240" y="2658820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F7CB76-E22F-49E8-8DEA-1AE58FAFED4E}">
      <dsp:nvSpPr>
        <dsp:cNvPr id="0" name=""/>
        <dsp:cNvSpPr/>
      </dsp:nvSpPr>
      <dsp:spPr>
        <a:xfrm>
          <a:off x="0" y="2658820"/>
          <a:ext cx="4206240" cy="80525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 smtClean="0">
              <a:latin typeface="Candara" pitchFamily="34" charset="0"/>
              <a:cs typeface="Arial" pitchFamily="34" charset="0"/>
            </a:rPr>
            <a:t>Authentic</a:t>
          </a:r>
          <a:endParaRPr lang="en-US" sz="3700" kern="1200" dirty="0"/>
        </a:p>
      </dsp:txBody>
      <dsp:txXfrm>
        <a:off x="39309" y="2698129"/>
        <a:ext cx="4127622" cy="726634"/>
      </dsp:txXfrm>
    </dsp:sp>
    <dsp:sp modelId="{7FE77CF9-F63D-40E0-9E55-8A2318918FEB}">
      <dsp:nvSpPr>
        <dsp:cNvPr id="0" name=""/>
        <dsp:cNvSpPr/>
      </dsp:nvSpPr>
      <dsp:spPr>
        <a:xfrm>
          <a:off x="4206240" y="3544598"/>
          <a:ext cx="6309360" cy="805252"/>
        </a:xfrm>
        <a:prstGeom prst="rightArrow">
          <a:avLst>
            <a:gd name="adj1" fmla="val 75000"/>
            <a:gd name="adj2" fmla="val 5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FDA52-5F11-4B41-A1C2-9EA9C2B351C6}">
      <dsp:nvSpPr>
        <dsp:cNvPr id="0" name=""/>
        <dsp:cNvSpPr/>
      </dsp:nvSpPr>
      <dsp:spPr>
        <a:xfrm>
          <a:off x="0" y="3544598"/>
          <a:ext cx="4206240" cy="80525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Proper citations or bibliography</a:t>
          </a:r>
          <a:endParaRPr lang="en-US" sz="3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9309" y="3583907"/>
        <a:ext cx="4127622" cy="72663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8BEF4-C283-434E-BB36-0BD5AFDD70CF}">
      <dsp:nvSpPr>
        <dsp:cNvPr id="0" name=""/>
        <dsp:cNvSpPr/>
      </dsp:nvSpPr>
      <dsp:spPr>
        <a:xfrm>
          <a:off x="0" y="2629"/>
          <a:ext cx="11862146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2D84B9-8B16-4280-BBAE-230865154248}">
      <dsp:nvSpPr>
        <dsp:cNvPr id="0" name=""/>
        <dsp:cNvSpPr/>
      </dsp:nvSpPr>
      <dsp:spPr>
        <a:xfrm>
          <a:off x="0" y="2629"/>
          <a:ext cx="11862146" cy="896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lvl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Basics of a report</a:t>
          </a:r>
          <a:endParaRPr lang="en-US" sz="4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0" y="2629"/>
        <a:ext cx="11862146" cy="896821"/>
      </dsp:txXfrm>
    </dsp:sp>
    <dsp:sp modelId="{FF4AB681-94C4-484B-BB7E-BAF0A41A88E4}">
      <dsp:nvSpPr>
        <dsp:cNvPr id="0" name=""/>
        <dsp:cNvSpPr/>
      </dsp:nvSpPr>
      <dsp:spPr>
        <a:xfrm>
          <a:off x="0" y="899451"/>
          <a:ext cx="11862146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54253"/>
                <a:satOff val="1035"/>
                <a:lumOff val="45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4253"/>
                <a:satOff val="1035"/>
                <a:lumOff val="45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4253"/>
                <a:satOff val="1035"/>
                <a:lumOff val="45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54253"/>
              <a:satOff val="1035"/>
              <a:lumOff val="4571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F472F4-8CE9-4EFA-9732-91DB0D4C824B}">
      <dsp:nvSpPr>
        <dsp:cNvPr id="0" name=""/>
        <dsp:cNvSpPr/>
      </dsp:nvSpPr>
      <dsp:spPr>
        <a:xfrm>
          <a:off x="0" y="899451"/>
          <a:ext cx="11862146" cy="896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smtClean="0">
              <a:latin typeface="Candara" pitchFamily="34" charset="0"/>
              <a:cs typeface="Arial" pitchFamily="34" charset="0"/>
            </a:rPr>
            <a:t>Report characteristics</a:t>
          </a:r>
          <a:endParaRPr lang="en-US" sz="4100" kern="1200" dirty="0"/>
        </a:p>
      </dsp:txBody>
      <dsp:txXfrm>
        <a:off x="0" y="899451"/>
        <a:ext cx="11862146" cy="896821"/>
      </dsp:txXfrm>
    </dsp:sp>
    <dsp:sp modelId="{8FF7118D-E31A-4CB5-AB67-9CF8B403445A}">
      <dsp:nvSpPr>
        <dsp:cNvPr id="0" name=""/>
        <dsp:cNvSpPr/>
      </dsp:nvSpPr>
      <dsp:spPr>
        <a:xfrm>
          <a:off x="0" y="1796273"/>
          <a:ext cx="11862146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108505"/>
                <a:satOff val="2070"/>
                <a:lumOff val="91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08505"/>
                <a:satOff val="2070"/>
                <a:lumOff val="91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08505"/>
                <a:satOff val="2070"/>
                <a:lumOff val="91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108505"/>
              <a:satOff val="2070"/>
              <a:lumOff val="9142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D90232C-C596-459F-8FC4-3386AA7775C6}">
      <dsp:nvSpPr>
        <dsp:cNvPr id="0" name=""/>
        <dsp:cNvSpPr/>
      </dsp:nvSpPr>
      <dsp:spPr>
        <a:xfrm>
          <a:off x="0" y="1796273"/>
          <a:ext cx="11862146" cy="896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smtClean="0">
              <a:latin typeface="Candara" pitchFamily="34" charset="0"/>
              <a:cs typeface="Arial" pitchFamily="34" charset="0"/>
            </a:rPr>
            <a:t>Expectation and purpose</a:t>
          </a:r>
          <a:endParaRPr lang="en-US" sz="4100" kern="1200" dirty="0"/>
        </a:p>
      </dsp:txBody>
      <dsp:txXfrm>
        <a:off x="0" y="1796273"/>
        <a:ext cx="11862146" cy="896821"/>
      </dsp:txXfrm>
    </dsp:sp>
    <dsp:sp modelId="{5EE743DA-5FC4-4702-AAFD-6A37EF6F0962}">
      <dsp:nvSpPr>
        <dsp:cNvPr id="0" name=""/>
        <dsp:cNvSpPr/>
      </dsp:nvSpPr>
      <dsp:spPr>
        <a:xfrm>
          <a:off x="0" y="2693095"/>
          <a:ext cx="11862146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162758"/>
                <a:satOff val="3105"/>
                <a:lumOff val="137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62758"/>
                <a:satOff val="3105"/>
                <a:lumOff val="137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62758"/>
                <a:satOff val="3105"/>
                <a:lumOff val="137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162758"/>
              <a:satOff val="3105"/>
              <a:lumOff val="1371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99CF9C-7867-4D18-9138-2524DAFE7365}">
      <dsp:nvSpPr>
        <dsp:cNvPr id="0" name=""/>
        <dsp:cNvSpPr/>
      </dsp:nvSpPr>
      <dsp:spPr>
        <a:xfrm>
          <a:off x="0" y="2693095"/>
          <a:ext cx="11862146" cy="896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dirty="0" smtClean="0">
              <a:latin typeface="Calibri" panose="020F0502020204030204" pitchFamily="34" charset="0"/>
              <a:cs typeface="Calibri" panose="020F0502020204030204" pitchFamily="34" charset="0"/>
            </a:rPr>
            <a:t>Significance</a:t>
          </a:r>
          <a:r>
            <a:rPr lang="en-US" sz="4100" kern="1200" dirty="0" smtClean="0">
              <a:latin typeface="Candara" pitchFamily="34" charset="0"/>
              <a:cs typeface="Arial" pitchFamily="34" charset="0"/>
            </a:rPr>
            <a:t> of a report</a:t>
          </a:r>
          <a:endParaRPr lang="en-US" sz="4100" kern="1200" dirty="0"/>
        </a:p>
      </dsp:txBody>
      <dsp:txXfrm>
        <a:off x="0" y="2693095"/>
        <a:ext cx="11862146" cy="896821"/>
      </dsp:txXfrm>
    </dsp:sp>
    <dsp:sp modelId="{6BCBEF49-8AD6-419A-9C9C-93B703992C41}">
      <dsp:nvSpPr>
        <dsp:cNvPr id="0" name=""/>
        <dsp:cNvSpPr/>
      </dsp:nvSpPr>
      <dsp:spPr>
        <a:xfrm>
          <a:off x="0" y="3589917"/>
          <a:ext cx="11862146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217011"/>
                <a:satOff val="4140"/>
                <a:lumOff val="182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17011"/>
                <a:satOff val="4140"/>
                <a:lumOff val="182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17011"/>
                <a:satOff val="4140"/>
                <a:lumOff val="182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217011"/>
              <a:satOff val="4140"/>
              <a:lumOff val="1828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4D0C971-FC3C-4823-AAB9-EBDF2BDEF17D}">
      <dsp:nvSpPr>
        <dsp:cNvPr id="0" name=""/>
        <dsp:cNvSpPr/>
      </dsp:nvSpPr>
      <dsp:spPr>
        <a:xfrm>
          <a:off x="0" y="3589917"/>
          <a:ext cx="11862146" cy="896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smtClean="0">
              <a:latin typeface="Candara" pitchFamily="34" charset="0"/>
              <a:cs typeface="Arial" pitchFamily="34" charset="0"/>
            </a:rPr>
            <a:t>Relevance, attributes and features of a report</a:t>
          </a:r>
          <a:endParaRPr lang="en-US" sz="4100" kern="1200" dirty="0"/>
        </a:p>
      </dsp:txBody>
      <dsp:txXfrm>
        <a:off x="0" y="3589917"/>
        <a:ext cx="11862146" cy="896821"/>
      </dsp:txXfrm>
    </dsp:sp>
    <dsp:sp modelId="{9E7AFDA2-B84D-4A0D-A7D2-CEAB793EF8DB}">
      <dsp:nvSpPr>
        <dsp:cNvPr id="0" name=""/>
        <dsp:cNvSpPr/>
      </dsp:nvSpPr>
      <dsp:spPr>
        <a:xfrm>
          <a:off x="0" y="4486739"/>
          <a:ext cx="11862146" cy="0"/>
        </a:xfrm>
        <a:prstGeom prst="line">
          <a:avLst/>
        </a:prstGeom>
        <a:gradFill rotWithShape="0">
          <a:gsLst>
            <a:gs pos="0">
              <a:schemeClr val="accent1">
                <a:shade val="80000"/>
                <a:hueOff val="271263"/>
                <a:satOff val="5175"/>
                <a:lumOff val="228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71263"/>
                <a:satOff val="5175"/>
                <a:lumOff val="228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71263"/>
                <a:satOff val="5175"/>
                <a:lumOff val="228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shade val="80000"/>
              <a:hueOff val="271263"/>
              <a:satOff val="5175"/>
              <a:lumOff val="2285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F479BA-5336-4C6E-BB59-62DAAA1AE3A0}">
      <dsp:nvSpPr>
        <dsp:cNvPr id="0" name=""/>
        <dsp:cNvSpPr/>
      </dsp:nvSpPr>
      <dsp:spPr>
        <a:xfrm>
          <a:off x="0" y="4486739"/>
          <a:ext cx="11862146" cy="8968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lvl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100" kern="1200" smtClean="0">
              <a:latin typeface="Candara" pitchFamily="34" charset="0"/>
              <a:cs typeface="Arial" pitchFamily="34" charset="0"/>
            </a:rPr>
            <a:t>Comparison of a report and essay</a:t>
          </a:r>
          <a:endParaRPr lang="en-US" sz="4100" kern="1200" dirty="0">
            <a:latin typeface="Candara" pitchFamily="34" charset="0"/>
            <a:cs typeface="Arial" pitchFamily="34" charset="0"/>
          </a:endParaRPr>
        </a:p>
      </dsp:txBody>
      <dsp:txXfrm>
        <a:off x="0" y="4486739"/>
        <a:ext cx="11862146" cy="8968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95B62-ACE3-4D2C-BD9E-BB4ABE5E96DF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321A8-B3D5-4294-8298-1F347EB49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71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3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5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6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3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6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00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73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4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8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78366-2D77-4EF8-A185-53DEBA4C94DA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2AF1A-7AA8-45A5-B876-61FB33EFAC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00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3" Type="http://schemas.openxmlformats.org/officeDocument/2006/relationships/diagramLayout" Target="../diagrams/layout14.xml"/><Relationship Id="rId7" Type="http://schemas.openxmlformats.org/officeDocument/2006/relationships/diagramData" Target="../diagrams/data15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5" Type="http://schemas.openxmlformats.org/officeDocument/2006/relationships/diagramColors" Target="../diagrams/colors14.xml"/><Relationship Id="rId10" Type="http://schemas.openxmlformats.org/officeDocument/2006/relationships/diagramColors" Target="../diagrams/colors15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00"/>
          <a:stretch>
            <a:fillRect/>
          </a:stretch>
        </p:blipFill>
        <p:spPr>
          <a:xfrm>
            <a:off x="4946754" y="0"/>
            <a:ext cx="7350177" cy="6580682"/>
          </a:xfrm>
          <a:custGeom>
            <a:avLst/>
            <a:gdLst/>
            <a:ahLst/>
            <a:cxnLst/>
            <a:rect l="l" t="t" r="r" b="b"/>
            <a:pathLst>
              <a:path w="12411455" h="6858000">
                <a:moveTo>
                  <a:pt x="6315455" y="5352288"/>
                </a:moveTo>
                <a:lnTo>
                  <a:pt x="6361174" y="5352288"/>
                </a:lnTo>
                <a:lnTo>
                  <a:pt x="6361174" y="5949696"/>
                </a:lnTo>
                <a:lnTo>
                  <a:pt x="6315455" y="5949696"/>
                </a:lnTo>
                <a:close/>
                <a:moveTo>
                  <a:pt x="7465027" y="4467555"/>
                </a:moveTo>
                <a:cubicBezTo>
                  <a:pt x="7483528" y="4467555"/>
                  <a:pt x="7498709" y="4468267"/>
                  <a:pt x="7510568" y="4469690"/>
                </a:cubicBezTo>
                <a:cubicBezTo>
                  <a:pt x="7522428" y="4471113"/>
                  <a:pt x="7531916" y="4473011"/>
                  <a:pt x="7539032" y="4475383"/>
                </a:cubicBezTo>
                <a:cubicBezTo>
                  <a:pt x="7546148" y="4477755"/>
                  <a:pt x="7551247" y="4480838"/>
                  <a:pt x="7554331" y="4484633"/>
                </a:cubicBezTo>
                <a:cubicBezTo>
                  <a:pt x="7557414" y="4488428"/>
                  <a:pt x="7558956" y="4492698"/>
                  <a:pt x="7558956" y="4497442"/>
                </a:cubicBezTo>
                <a:lnTo>
                  <a:pt x="7558956" y="5238201"/>
                </a:lnTo>
                <a:lnTo>
                  <a:pt x="7848571" y="5238201"/>
                </a:lnTo>
                <a:cubicBezTo>
                  <a:pt x="7853315" y="5238201"/>
                  <a:pt x="7857466" y="5239506"/>
                  <a:pt x="7861024" y="5242115"/>
                </a:cubicBezTo>
                <a:cubicBezTo>
                  <a:pt x="7864582" y="5244724"/>
                  <a:pt x="7867547" y="5248994"/>
                  <a:pt x="7869919" y="5254923"/>
                </a:cubicBezTo>
                <a:cubicBezTo>
                  <a:pt x="7872291" y="5260853"/>
                  <a:pt x="7874070" y="5268681"/>
                  <a:pt x="7875256" y="5278406"/>
                </a:cubicBezTo>
                <a:cubicBezTo>
                  <a:pt x="7876442" y="5288131"/>
                  <a:pt x="7877034" y="5300109"/>
                  <a:pt x="7877034" y="5314341"/>
                </a:cubicBezTo>
                <a:cubicBezTo>
                  <a:pt x="7877034" y="5328572"/>
                  <a:pt x="7876442" y="5340551"/>
                  <a:pt x="7875256" y="5350276"/>
                </a:cubicBezTo>
                <a:cubicBezTo>
                  <a:pt x="7874070" y="5360001"/>
                  <a:pt x="7872291" y="5368065"/>
                  <a:pt x="7869919" y="5374470"/>
                </a:cubicBezTo>
                <a:cubicBezTo>
                  <a:pt x="7867547" y="5380874"/>
                  <a:pt x="7864582" y="5385499"/>
                  <a:pt x="7861024" y="5388346"/>
                </a:cubicBezTo>
                <a:cubicBezTo>
                  <a:pt x="7857466" y="5391192"/>
                  <a:pt x="7853315" y="5392615"/>
                  <a:pt x="7848571" y="5392615"/>
                </a:cubicBezTo>
                <a:lnTo>
                  <a:pt x="7426602" y="5392615"/>
                </a:lnTo>
                <a:cubicBezTo>
                  <a:pt x="7410947" y="5392615"/>
                  <a:pt x="7397782" y="5387990"/>
                  <a:pt x="7387109" y="5378739"/>
                </a:cubicBezTo>
                <a:cubicBezTo>
                  <a:pt x="7376435" y="5369489"/>
                  <a:pt x="7371098" y="5354427"/>
                  <a:pt x="7371098" y="5333553"/>
                </a:cubicBezTo>
                <a:lnTo>
                  <a:pt x="7371098" y="4497442"/>
                </a:lnTo>
                <a:cubicBezTo>
                  <a:pt x="7371098" y="4492698"/>
                  <a:pt x="7372640" y="4488428"/>
                  <a:pt x="7375723" y="4484633"/>
                </a:cubicBezTo>
                <a:cubicBezTo>
                  <a:pt x="7378807" y="4480838"/>
                  <a:pt x="7383906" y="4477755"/>
                  <a:pt x="7391022" y="4475383"/>
                </a:cubicBezTo>
                <a:cubicBezTo>
                  <a:pt x="7398138" y="4473011"/>
                  <a:pt x="7407745" y="4471113"/>
                  <a:pt x="7419841" y="4469690"/>
                </a:cubicBezTo>
                <a:cubicBezTo>
                  <a:pt x="7431938" y="4468267"/>
                  <a:pt x="7447000" y="4467555"/>
                  <a:pt x="7465027" y="4467555"/>
                </a:cubicBezTo>
                <a:close/>
                <a:moveTo>
                  <a:pt x="6845902" y="4467555"/>
                </a:moveTo>
                <a:cubicBezTo>
                  <a:pt x="6864403" y="4467555"/>
                  <a:pt x="6879584" y="4468267"/>
                  <a:pt x="6891443" y="4469690"/>
                </a:cubicBezTo>
                <a:cubicBezTo>
                  <a:pt x="6903303" y="4471113"/>
                  <a:pt x="6912791" y="4473011"/>
                  <a:pt x="6919907" y="4475383"/>
                </a:cubicBezTo>
                <a:cubicBezTo>
                  <a:pt x="6927023" y="4477755"/>
                  <a:pt x="6932122" y="4480838"/>
                  <a:pt x="6935206" y="4484633"/>
                </a:cubicBezTo>
                <a:cubicBezTo>
                  <a:pt x="6938289" y="4488428"/>
                  <a:pt x="6939831" y="4492698"/>
                  <a:pt x="6939831" y="4497442"/>
                </a:cubicBezTo>
                <a:lnTo>
                  <a:pt x="6939831" y="5238201"/>
                </a:lnTo>
                <a:lnTo>
                  <a:pt x="7229446" y="5238201"/>
                </a:lnTo>
                <a:cubicBezTo>
                  <a:pt x="7234190" y="5238201"/>
                  <a:pt x="7238341" y="5239506"/>
                  <a:pt x="7241899" y="5242115"/>
                </a:cubicBezTo>
                <a:cubicBezTo>
                  <a:pt x="7245457" y="5244724"/>
                  <a:pt x="7248422" y="5248994"/>
                  <a:pt x="7250794" y="5254923"/>
                </a:cubicBezTo>
                <a:cubicBezTo>
                  <a:pt x="7253166" y="5260853"/>
                  <a:pt x="7254945" y="5268681"/>
                  <a:pt x="7256131" y="5278406"/>
                </a:cubicBezTo>
                <a:cubicBezTo>
                  <a:pt x="7257317" y="5288131"/>
                  <a:pt x="7257909" y="5300109"/>
                  <a:pt x="7257909" y="5314341"/>
                </a:cubicBezTo>
                <a:cubicBezTo>
                  <a:pt x="7257909" y="5328572"/>
                  <a:pt x="7257317" y="5340551"/>
                  <a:pt x="7256131" y="5350276"/>
                </a:cubicBezTo>
                <a:cubicBezTo>
                  <a:pt x="7254945" y="5360001"/>
                  <a:pt x="7253166" y="5368065"/>
                  <a:pt x="7250794" y="5374470"/>
                </a:cubicBezTo>
                <a:cubicBezTo>
                  <a:pt x="7248422" y="5380874"/>
                  <a:pt x="7245457" y="5385499"/>
                  <a:pt x="7241899" y="5388346"/>
                </a:cubicBezTo>
                <a:cubicBezTo>
                  <a:pt x="7238341" y="5391192"/>
                  <a:pt x="7234190" y="5392615"/>
                  <a:pt x="7229446" y="5392615"/>
                </a:cubicBezTo>
                <a:lnTo>
                  <a:pt x="6807477" y="5392615"/>
                </a:lnTo>
                <a:cubicBezTo>
                  <a:pt x="6791822" y="5392615"/>
                  <a:pt x="6778657" y="5387990"/>
                  <a:pt x="6767984" y="5378739"/>
                </a:cubicBezTo>
                <a:cubicBezTo>
                  <a:pt x="6757310" y="5369489"/>
                  <a:pt x="6751973" y="5354427"/>
                  <a:pt x="6751973" y="5333553"/>
                </a:cubicBezTo>
                <a:lnTo>
                  <a:pt x="6751973" y="4497442"/>
                </a:lnTo>
                <a:cubicBezTo>
                  <a:pt x="6751973" y="4492698"/>
                  <a:pt x="6753515" y="4488428"/>
                  <a:pt x="6756598" y="4484633"/>
                </a:cubicBezTo>
                <a:cubicBezTo>
                  <a:pt x="6759681" y="4480838"/>
                  <a:pt x="6764781" y="4477755"/>
                  <a:pt x="6771897" y="4475383"/>
                </a:cubicBezTo>
                <a:cubicBezTo>
                  <a:pt x="6779013" y="4473011"/>
                  <a:pt x="6788620" y="4471113"/>
                  <a:pt x="6800716" y="4469690"/>
                </a:cubicBezTo>
                <a:cubicBezTo>
                  <a:pt x="6812813" y="4468267"/>
                  <a:pt x="6827875" y="4467555"/>
                  <a:pt x="6845902" y="4467555"/>
                </a:cubicBezTo>
                <a:close/>
                <a:moveTo>
                  <a:pt x="6455377" y="4467555"/>
                </a:moveTo>
                <a:cubicBezTo>
                  <a:pt x="6473878" y="4467555"/>
                  <a:pt x="6489059" y="4468267"/>
                  <a:pt x="6500918" y="4469690"/>
                </a:cubicBezTo>
                <a:cubicBezTo>
                  <a:pt x="6512778" y="4471113"/>
                  <a:pt x="6522266" y="4473011"/>
                  <a:pt x="6529382" y="4475383"/>
                </a:cubicBezTo>
                <a:cubicBezTo>
                  <a:pt x="6536498" y="4477755"/>
                  <a:pt x="6541597" y="4480838"/>
                  <a:pt x="6544681" y="4484633"/>
                </a:cubicBezTo>
                <a:cubicBezTo>
                  <a:pt x="6547764" y="4488428"/>
                  <a:pt x="6549306" y="4492698"/>
                  <a:pt x="6549306" y="4497442"/>
                </a:cubicBezTo>
                <a:lnTo>
                  <a:pt x="6549306" y="5366998"/>
                </a:lnTo>
                <a:cubicBezTo>
                  <a:pt x="6549306" y="5371742"/>
                  <a:pt x="6547764" y="5376011"/>
                  <a:pt x="6544681" y="5379806"/>
                </a:cubicBezTo>
                <a:cubicBezTo>
                  <a:pt x="6541597" y="5383602"/>
                  <a:pt x="6536498" y="5386685"/>
                  <a:pt x="6529382" y="5389057"/>
                </a:cubicBezTo>
                <a:cubicBezTo>
                  <a:pt x="6522266" y="5391429"/>
                  <a:pt x="6512778" y="5393327"/>
                  <a:pt x="6500918" y="5394750"/>
                </a:cubicBezTo>
                <a:cubicBezTo>
                  <a:pt x="6489059" y="5396173"/>
                  <a:pt x="6473878" y="5396885"/>
                  <a:pt x="6455377" y="5396885"/>
                </a:cubicBezTo>
                <a:cubicBezTo>
                  <a:pt x="6437350" y="5396885"/>
                  <a:pt x="6422288" y="5396173"/>
                  <a:pt x="6410191" y="5394750"/>
                </a:cubicBezTo>
                <a:cubicBezTo>
                  <a:pt x="6398095" y="5393327"/>
                  <a:pt x="6388488" y="5391429"/>
                  <a:pt x="6381372" y="5389057"/>
                </a:cubicBezTo>
                <a:cubicBezTo>
                  <a:pt x="6374256" y="5386685"/>
                  <a:pt x="6369157" y="5383602"/>
                  <a:pt x="6366073" y="5379806"/>
                </a:cubicBezTo>
                <a:cubicBezTo>
                  <a:pt x="6362990" y="5376011"/>
                  <a:pt x="6361448" y="5371742"/>
                  <a:pt x="6361448" y="5366998"/>
                </a:cubicBezTo>
                <a:lnTo>
                  <a:pt x="6361448" y="4497442"/>
                </a:lnTo>
                <a:cubicBezTo>
                  <a:pt x="6361448" y="4492698"/>
                  <a:pt x="6362990" y="4488428"/>
                  <a:pt x="6366073" y="4484633"/>
                </a:cubicBezTo>
                <a:cubicBezTo>
                  <a:pt x="6369157" y="4480838"/>
                  <a:pt x="6374375" y="4477755"/>
                  <a:pt x="6381728" y="4475383"/>
                </a:cubicBezTo>
                <a:cubicBezTo>
                  <a:pt x="6389081" y="4473011"/>
                  <a:pt x="6398688" y="4471113"/>
                  <a:pt x="6410547" y="4469690"/>
                </a:cubicBezTo>
                <a:cubicBezTo>
                  <a:pt x="6422407" y="4468267"/>
                  <a:pt x="6437350" y="4467555"/>
                  <a:pt x="6455377" y="4467555"/>
                </a:cubicBezTo>
                <a:close/>
                <a:moveTo>
                  <a:pt x="5655278" y="4467555"/>
                </a:moveTo>
                <a:cubicBezTo>
                  <a:pt x="5673779" y="4467555"/>
                  <a:pt x="5688959" y="4468267"/>
                  <a:pt x="5700818" y="4469690"/>
                </a:cubicBezTo>
                <a:cubicBezTo>
                  <a:pt x="5712678" y="4471113"/>
                  <a:pt x="5722166" y="4473011"/>
                  <a:pt x="5729282" y="4475383"/>
                </a:cubicBezTo>
                <a:cubicBezTo>
                  <a:pt x="5736398" y="4477755"/>
                  <a:pt x="5741379" y="4480838"/>
                  <a:pt x="5744225" y="4484633"/>
                </a:cubicBezTo>
                <a:cubicBezTo>
                  <a:pt x="5747072" y="4488428"/>
                  <a:pt x="5748495" y="4492935"/>
                  <a:pt x="5748495" y="4498153"/>
                </a:cubicBezTo>
                <a:lnTo>
                  <a:pt x="5748495" y="4890236"/>
                </a:lnTo>
                <a:lnTo>
                  <a:pt x="6018185" y="4498865"/>
                </a:lnTo>
                <a:cubicBezTo>
                  <a:pt x="6021506" y="4492698"/>
                  <a:pt x="6025538" y="4487598"/>
                  <a:pt x="6030282" y="4483566"/>
                </a:cubicBezTo>
                <a:cubicBezTo>
                  <a:pt x="6035026" y="4479534"/>
                  <a:pt x="6041193" y="4476332"/>
                  <a:pt x="6048783" y="4473960"/>
                </a:cubicBezTo>
                <a:cubicBezTo>
                  <a:pt x="6056374" y="4471588"/>
                  <a:pt x="6066099" y="4469927"/>
                  <a:pt x="6077958" y="4468979"/>
                </a:cubicBezTo>
                <a:cubicBezTo>
                  <a:pt x="6089819" y="4468030"/>
                  <a:pt x="6104998" y="4467555"/>
                  <a:pt x="6123500" y="4467555"/>
                </a:cubicBezTo>
                <a:cubicBezTo>
                  <a:pt x="6142475" y="4467555"/>
                  <a:pt x="6158130" y="4468267"/>
                  <a:pt x="6170464" y="4469690"/>
                </a:cubicBezTo>
                <a:cubicBezTo>
                  <a:pt x="6182798" y="4471113"/>
                  <a:pt x="6192642" y="4473129"/>
                  <a:pt x="6199995" y="4475739"/>
                </a:cubicBezTo>
                <a:cubicBezTo>
                  <a:pt x="6207348" y="4478348"/>
                  <a:pt x="6212448" y="4481550"/>
                  <a:pt x="6215294" y="4485345"/>
                </a:cubicBezTo>
                <a:cubicBezTo>
                  <a:pt x="6218140" y="4489140"/>
                  <a:pt x="6219564" y="4493410"/>
                  <a:pt x="6219564" y="4498153"/>
                </a:cubicBezTo>
                <a:cubicBezTo>
                  <a:pt x="6219564" y="4506218"/>
                  <a:pt x="6217429" y="4514520"/>
                  <a:pt x="6213159" y="4523059"/>
                </a:cubicBezTo>
                <a:cubicBezTo>
                  <a:pt x="6208890" y="4531598"/>
                  <a:pt x="6200825" y="4545118"/>
                  <a:pt x="6188965" y="4563619"/>
                </a:cubicBezTo>
                <a:lnTo>
                  <a:pt x="5936353" y="4894506"/>
                </a:lnTo>
                <a:lnTo>
                  <a:pt x="6211736" y="5310783"/>
                </a:lnTo>
                <a:cubicBezTo>
                  <a:pt x="6222173" y="5330233"/>
                  <a:pt x="6228458" y="5343160"/>
                  <a:pt x="6230593" y="5349564"/>
                </a:cubicBezTo>
                <a:cubicBezTo>
                  <a:pt x="6232728" y="5355968"/>
                  <a:pt x="6233795" y="5361068"/>
                  <a:pt x="6233795" y="5364863"/>
                </a:cubicBezTo>
                <a:cubicBezTo>
                  <a:pt x="6233795" y="5370082"/>
                  <a:pt x="6232491" y="5374707"/>
                  <a:pt x="6229882" y="5378739"/>
                </a:cubicBezTo>
                <a:cubicBezTo>
                  <a:pt x="6227272" y="5382771"/>
                  <a:pt x="6222291" y="5386092"/>
                  <a:pt x="6214938" y="5388701"/>
                </a:cubicBezTo>
                <a:cubicBezTo>
                  <a:pt x="6207585" y="5391310"/>
                  <a:pt x="6197504" y="5393327"/>
                  <a:pt x="6184696" y="5394750"/>
                </a:cubicBezTo>
                <a:cubicBezTo>
                  <a:pt x="6171887" y="5396173"/>
                  <a:pt x="6155758" y="5396885"/>
                  <a:pt x="6136308" y="5396885"/>
                </a:cubicBezTo>
                <a:cubicBezTo>
                  <a:pt x="6105473" y="5396885"/>
                  <a:pt x="6083296" y="5395699"/>
                  <a:pt x="6069775" y="5393327"/>
                </a:cubicBezTo>
                <a:cubicBezTo>
                  <a:pt x="6056255" y="5390955"/>
                  <a:pt x="6046530" y="5387397"/>
                  <a:pt x="6040600" y="5382653"/>
                </a:cubicBezTo>
                <a:cubicBezTo>
                  <a:pt x="6034670" y="5377909"/>
                  <a:pt x="6030045" y="5372216"/>
                  <a:pt x="6026725" y="5365575"/>
                </a:cubicBezTo>
                <a:lnTo>
                  <a:pt x="5748495" y="4928662"/>
                </a:lnTo>
                <a:lnTo>
                  <a:pt x="5748495" y="5365575"/>
                </a:lnTo>
                <a:cubicBezTo>
                  <a:pt x="5748495" y="5370793"/>
                  <a:pt x="5747072" y="5375300"/>
                  <a:pt x="5744225" y="5379095"/>
                </a:cubicBezTo>
                <a:cubicBezTo>
                  <a:pt x="5741379" y="5382890"/>
                  <a:pt x="5736398" y="5386092"/>
                  <a:pt x="5729282" y="5388701"/>
                </a:cubicBezTo>
                <a:cubicBezTo>
                  <a:pt x="5722166" y="5391310"/>
                  <a:pt x="5712678" y="5393327"/>
                  <a:pt x="5700818" y="5394750"/>
                </a:cubicBezTo>
                <a:cubicBezTo>
                  <a:pt x="5688959" y="5396173"/>
                  <a:pt x="5673779" y="5396885"/>
                  <a:pt x="5655278" y="5396885"/>
                </a:cubicBezTo>
                <a:cubicBezTo>
                  <a:pt x="5637250" y="5396885"/>
                  <a:pt x="5622188" y="5396173"/>
                  <a:pt x="5610091" y="5394750"/>
                </a:cubicBezTo>
                <a:cubicBezTo>
                  <a:pt x="5597994" y="5393327"/>
                  <a:pt x="5588388" y="5391310"/>
                  <a:pt x="5581272" y="5388701"/>
                </a:cubicBezTo>
                <a:cubicBezTo>
                  <a:pt x="5574156" y="5386092"/>
                  <a:pt x="5569056" y="5382890"/>
                  <a:pt x="5565973" y="5379095"/>
                </a:cubicBezTo>
                <a:cubicBezTo>
                  <a:pt x="5562889" y="5375300"/>
                  <a:pt x="5561348" y="5370793"/>
                  <a:pt x="5561348" y="5365575"/>
                </a:cubicBezTo>
                <a:lnTo>
                  <a:pt x="5561348" y="4498153"/>
                </a:lnTo>
                <a:cubicBezTo>
                  <a:pt x="5561348" y="4492935"/>
                  <a:pt x="5562889" y="4488428"/>
                  <a:pt x="5565973" y="4484633"/>
                </a:cubicBezTo>
                <a:cubicBezTo>
                  <a:pt x="5569056" y="4480838"/>
                  <a:pt x="5574156" y="4477755"/>
                  <a:pt x="5581272" y="4475383"/>
                </a:cubicBezTo>
                <a:cubicBezTo>
                  <a:pt x="5588388" y="4473011"/>
                  <a:pt x="5597994" y="4471113"/>
                  <a:pt x="5610091" y="4469690"/>
                </a:cubicBezTo>
                <a:cubicBezTo>
                  <a:pt x="5622188" y="4468267"/>
                  <a:pt x="5637250" y="4467555"/>
                  <a:pt x="5655278" y="4467555"/>
                </a:cubicBezTo>
                <a:close/>
                <a:moveTo>
                  <a:pt x="5144527" y="4455458"/>
                </a:moveTo>
                <a:cubicBezTo>
                  <a:pt x="5166349" y="4455458"/>
                  <a:pt x="5188170" y="4457119"/>
                  <a:pt x="5209992" y="4460439"/>
                </a:cubicBezTo>
                <a:cubicBezTo>
                  <a:pt x="5231814" y="4463760"/>
                  <a:pt x="5252213" y="4468267"/>
                  <a:pt x="5271189" y="4473960"/>
                </a:cubicBezTo>
                <a:cubicBezTo>
                  <a:pt x="5290164" y="4479652"/>
                  <a:pt x="5307005" y="4486057"/>
                  <a:pt x="5321711" y="4493172"/>
                </a:cubicBezTo>
                <a:cubicBezTo>
                  <a:pt x="5336417" y="4500288"/>
                  <a:pt x="5346142" y="4506218"/>
                  <a:pt x="5350886" y="4510962"/>
                </a:cubicBezTo>
                <a:cubicBezTo>
                  <a:pt x="5355630" y="4515706"/>
                  <a:pt x="5358832" y="4519738"/>
                  <a:pt x="5360492" y="4523059"/>
                </a:cubicBezTo>
                <a:cubicBezTo>
                  <a:pt x="5362153" y="4526380"/>
                  <a:pt x="5363576" y="4530768"/>
                  <a:pt x="5364762" y="4536223"/>
                </a:cubicBezTo>
                <a:cubicBezTo>
                  <a:pt x="5365948" y="4541679"/>
                  <a:pt x="5366779" y="4548557"/>
                  <a:pt x="5367253" y="4556859"/>
                </a:cubicBezTo>
                <a:cubicBezTo>
                  <a:pt x="5367727" y="4565161"/>
                  <a:pt x="5367964" y="4575479"/>
                  <a:pt x="5367964" y="4587813"/>
                </a:cubicBezTo>
                <a:cubicBezTo>
                  <a:pt x="5367964" y="4601570"/>
                  <a:pt x="5367608" y="4613193"/>
                  <a:pt x="5366897" y="4622681"/>
                </a:cubicBezTo>
                <a:cubicBezTo>
                  <a:pt x="5366185" y="4632169"/>
                  <a:pt x="5364999" y="4639996"/>
                  <a:pt x="5363339" y="4646163"/>
                </a:cubicBezTo>
                <a:cubicBezTo>
                  <a:pt x="5361678" y="4652330"/>
                  <a:pt x="5359306" y="4656837"/>
                  <a:pt x="5356223" y="4659683"/>
                </a:cubicBezTo>
                <a:cubicBezTo>
                  <a:pt x="5353139" y="4662529"/>
                  <a:pt x="5348989" y="4663953"/>
                  <a:pt x="5343771" y="4663953"/>
                </a:cubicBezTo>
                <a:cubicBezTo>
                  <a:pt x="5338552" y="4663953"/>
                  <a:pt x="5330250" y="4660632"/>
                  <a:pt x="5318865" y="4653990"/>
                </a:cubicBezTo>
                <a:cubicBezTo>
                  <a:pt x="5307479" y="4647349"/>
                  <a:pt x="5293485" y="4640115"/>
                  <a:pt x="5276882" y="4632287"/>
                </a:cubicBezTo>
                <a:cubicBezTo>
                  <a:pt x="5260278" y="4624460"/>
                  <a:pt x="5241065" y="4617344"/>
                  <a:pt x="5219243" y="4610940"/>
                </a:cubicBezTo>
                <a:cubicBezTo>
                  <a:pt x="5197422" y="4604535"/>
                  <a:pt x="5173464" y="4601333"/>
                  <a:pt x="5147373" y="4601333"/>
                </a:cubicBezTo>
                <a:cubicBezTo>
                  <a:pt x="5126975" y="4601333"/>
                  <a:pt x="5109186" y="4603824"/>
                  <a:pt x="5094004" y="4608805"/>
                </a:cubicBezTo>
                <a:cubicBezTo>
                  <a:pt x="5078824" y="4613786"/>
                  <a:pt x="5066134" y="4620665"/>
                  <a:pt x="5055935" y="4629441"/>
                </a:cubicBezTo>
                <a:cubicBezTo>
                  <a:pt x="5045735" y="4638217"/>
                  <a:pt x="5038145" y="4648772"/>
                  <a:pt x="5033164" y="4661106"/>
                </a:cubicBezTo>
                <a:cubicBezTo>
                  <a:pt x="5028183" y="4673440"/>
                  <a:pt x="5025692" y="4686486"/>
                  <a:pt x="5025692" y="4700243"/>
                </a:cubicBezTo>
                <a:cubicBezTo>
                  <a:pt x="5025692" y="4720642"/>
                  <a:pt x="5031266" y="4738313"/>
                  <a:pt x="5042414" y="4753256"/>
                </a:cubicBezTo>
                <a:cubicBezTo>
                  <a:pt x="5053563" y="4768200"/>
                  <a:pt x="5068506" y="4781483"/>
                  <a:pt x="5087244" y="4793105"/>
                </a:cubicBezTo>
                <a:cubicBezTo>
                  <a:pt x="5105983" y="4804728"/>
                  <a:pt x="5127211" y="4815639"/>
                  <a:pt x="5150931" y="4825838"/>
                </a:cubicBezTo>
                <a:cubicBezTo>
                  <a:pt x="5174651" y="4836037"/>
                  <a:pt x="5198844" y="4846830"/>
                  <a:pt x="5223512" y="4858215"/>
                </a:cubicBezTo>
                <a:cubicBezTo>
                  <a:pt x="5248181" y="4869600"/>
                  <a:pt x="5272375" y="4882528"/>
                  <a:pt x="5296094" y="4896996"/>
                </a:cubicBezTo>
                <a:cubicBezTo>
                  <a:pt x="5319814" y="4911466"/>
                  <a:pt x="5340924" y="4928781"/>
                  <a:pt x="5359425" y="4948942"/>
                </a:cubicBezTo>
                <a:cubicBezTo>
                  <a:pt x="5377926" y="4969104"/>
                  <a:pt x="5392870" y="4992823"/>
                  <a:pt x="5404255" y="5020101"/>
                </a:cubicBezTo>
                <a:cubicBezTo>
                  <a:pt x="5415640" y="5047378"/>
                  <a:pt x="5421333" y="5079518"/>
                  <a:pt x="5421333" y="5116520"/>
                </a:cubicBezTo>
                <a:cubicBezTo>
                  <a:pt x="5421333" y="5164908"/>
                  <a:pt x="5412320" y="5207366"/>
                  <a:pt x="5394293" y="5243894"/>
                </a:cubicBezTo>
                <a:cubicBezTo>
                  <a:pt x="5376266" y="5280422"/>
                  <a:pt x="5351835" y="5310901"/>
                  <a:pt x="5321000" y="5335332"/>
                </a:cubicBezTo>
                <a:cubicBezTo>
                  <a:pt x="5290164" y="5359764"/>
                  <a:pt x="5254111" y="5378146"/>
                  <a:pt x="5212839" y="5390480"/>
                </a:cubicBezTo>
                <a:cubicBezTo>
                  <a:pt x="5171567" y="5402814"/>
                  <a:pt x="5127449" y="5408981"/>
                  <a:pt x="5080484" y="5408981"/>
                </a:cubicBezTo>
                <a:cubicBezTo>
                  <a:pt x="5048701" y="5408981"/>
                  <a:pt x="5019169" y="5406372"/>
                  <a:pt x="4991892" y="5401154"/>
                </a:cubicBezTo>
                <a:cubicBezTo>
                  <a:pt x="4964614" y="5395936"/>
                  <a:pt x="4940539" y="5389650"/>
                  <a:pt x="4919667" y="5382297"/>
                </a:cubicBezTo>
                <a:cubicBezTo>
                  <a:pt x="4898793" y="5374944"/>
                  <a:pt x="4881359" y="5367235"/>
                  <a:pt x="4867364" y="5359171"/>
                </a:cubicBezTo>
                <a:cubicBezTo>
                  <a:pt x="4853370" y="5351106"/>
                  <a:pt x="4843289" y="5343990"/>
                  <a:pt x="4837122" y="5337823"/>
                </a:cubicBezTo>
                <a:cubicBezTo>
                  <a:pt x="4830955" y="5331656"/>
                  <a:pt x="4826567" y="5322761"/>
                  <a:pt x="4823958" y="5311139"/>
                </a:cubicBezTo>
                <a:cubicBezTo>
                  <a:pt x="4821349" y="5299516"/>
                  <a:pt x="4820044" y="5282794"/>
                  <a:pt x="4820044" y="5260972"/>
                </a:cubicBezTo>
                <a:cubicBezTo>
                  <a:pt x="4820044" y="5246266"/>
                  <a:pt x="4820518" y="5233932"/>
                  <a:pt x="4821468" y="5223969"/>
                </a:cubicBezTo>
                <a:cubicBezTo>
                  <a:pt x="4822416" y="5214007"/>
                  <a:pt x="4823958" y="5205943"/>
                  <a:pt x="4826093" y="5199776"/>
                </a:cubicBezTo>
                <a:cubicBezTo>
                  <a:pt x="4828228" y="5193609"/>
                  <a:pt x="4831073" y="5189220"/>
                  <a:pt x="4834631" y="5186611"/>
                </a:cubicBezTo>
                <a:cubicBezTo>
                  <a:pt x="4838190" y="5184002"/>
                  <a:pt x="4842340" y="5182698"/>
                  <a:pt x="4847085" y="5182698"/>
                </a:cubicBezTo>
                <a:cubicBezTo>
                  <a:pt x="4853726" y="5182698"/>
                  <a:pt x="4863096" y="5186611"/>
                  <a:pt x="4875192" y="5194439"/>
                </a:cubicBezTo>
                <a:cubicBezTo>
                  <a:pt x="4887289" y="5202266"/>
                  <a:pt x="4902825" y="5210924"/>
                  <a:pt x="4921801" y="5220412"/>
                </a:cubicBezTo>
                <a:cubicBezTo>
                  <a:pt x="4940777" y="5229899"/>
                  <a:pt x="4963428" y="5238557"/>
                  <a:pt x="4989757" y="5246384"/>
                </a:cubicBezTo>
                <a:cubicBezTo>
                  <a:pt x="5016086" y="5254212"/>
                  <a:pt x="5046565" y="5258126"/>
                  <a:pt x="5081196" y="5258126"/>
                </a:cubicBezTo>
                <a:cubicBezTo>
                  <a:pt x="5103966" y="5258126"/>
                  <a:pt x="5124365" y="5255398"/>
                  <a:pt x="5142392" y="5249942"/>
                </a:cubicBezTo>
                <a:cubicBezTo>
                  <a:pt x="5160419" y="5244487"/>
                  <a:pt x="5175718" y="5236778"/>
                  <a:pt x="5188289" y="5226816"/>
                </a:cubicBezTo>
                <a:cubicBezTo>
                  <a:pt x="5200860" y="5216854"/>
                  <a:pt x="5210467" y="5204520"/>
                  <a:pt x="5217108" y="5189813"/>
                </a:cubicBezTo>
                <a:cubicBezTo>
                  <a:pt x="5223750" y="5175107"/>
                  <a:pt x="5227071" y="5158741"/>
                  <a:pt x="5227071" y="5140714"/>
                </a:cubicBezTo>
                <a:cubicBezTo>
                  <a:pt x="5227071" y="5119841"/>
                  <a:pt x="5221378" y="5101933"/>
                  <a:pt x="5209992" y="5086989"/>
                </a:cubicBezTo>
                <a:cubicBezTo>
                  <a:pt x="5198607" y="5072046"/>
                  <a:pt x="5183782" y="5058763"/>
                  <a:pt x="5165518" y="5047141"/>
                </a:cubicBezTo>
                <a:cubicBezTo>
                  <a:pt x="5147254" y="5035518"/>
                  <a:pt x="5126500" y="5024607"/>
                  <a:pt x="5103255" y="5014408"/>
                </a:cubicBezTo>
                <a:cubicBezTo>
                  <a:pt x="5080010" y="5004208"/>
                  <a:pt x="5056053" y="4993416"/>
                  <a:pt x="5031385" y="4982031"/>
                </a:cubicBezTo>
                <a:cubicBezTo>
                  <a:pt x="5006716" y="4970645"/>
                  <a:pt x="4982760" y="4957718"/>
                  <a:pt x="4959515" y="4943249"/>
                </a:cubicBezTo>
                <a:cubicBezTo>
                  <a:pt x="4936270" y="4928781"/>
                  <a:pt x="4915516" y="4911466"/>
                  <a:pt x="4897251" y="4891304"/>
                </a:cubicBezTo>
                <a:cubicBezTo>
                  <a:pt x="4878987" y="4871142"/>
                  <a:pt x="4864162" y="4847304"/>
                  <a:pt x="4852777" y="4819790"/>
                </a:cubicBezTo>
                <a:cubicBezTo>
                  <a:pt x="4841391" y="4792275"/>
                  <a:pt x="4835699" y="4759305"/>
                  <a:pt x="4835699" y="4720879"/>
                </a:cubicBezTo>
                <a:cubicBezTo>
                  <a:pt x="4835699" y="4676761"/>
                  <a:pt x="4843882" y="4637980"/>
                  <a:pt x="4860248" y="4604535"/>
                </a:cubicBezTo>
                <a:cubicBezTo>
                  <a:pt x="4876615" y="4571091"/>
                  <a:pt x="4898675" y="4543339"/>
                  <a:pt x="4926427" y="4521280"/>
                </a:cubicBezTo>
                <a:cubicBezTo>
                  <a:pt x="4954178" y="4499221"/>
                  <a:pt x="4986911" y="4482736"/>
                  <a:pt x="5024625" y="4471825"/>
                </a:cubicBezTo>
                <a:cubicBezTo>
                  <a:pt x="5062339" y="4460914"/>
                  <a:pt x="5102306" y="4455458"/>
                  <a:pt x="5144527" y="4455458"/>
                </a:cubicBezTo>
                <a:close/>
                <a:moveTo>
                  <a:pt x="2805270" y="2863677"/>
                </a:moveTo>
                <a:lnTo>
                  <a:pt x="2805270" y="3176062"/>
                </a:lnTo>
                <a:lnTo>
                  <a:pt x="2889237" y="3176062"/>
                </a:lnTo>
                <a:cubicBezTo>
                  <a:pt x="2919123" y="3176062"/>
                  <a:pt x="2944147" y="3172030"/>
                  <a:pt x="2964309" y="3163965"/>
                </a:cubicBezTo>
                <a:cubicBezTo>
                  <a:pt x="2984471" y="3155901"/>
                  <a:pt x="3000955" y="3144634"/>
                  <a:pt x="3013764" y="3130165"/>
                </a:cubicBezTo>
                <a:cubicBezTo>
                  <a:pt x="3026573" y="3115696"/>
                  <a:pt x="3036298" y="3098381"/>
                  <a:pt x="3042939" y="3078219"/>
                </a:cubicBezTo>
                <a:cubicBezTo>
                  <a:pt x="3049581" y="3058058"/>
                  <a:pt x="3052901" y="3036117"/>
                  <a:pt x="3052901" y="3012398"/>
                </a:cubicBezTo>
                <a:cubicBezTo>
                  <a:pt x="3052901" y="2980139"/>
                  <a:pt x="3047209" y="2953574"/>
                  <a:pt x="3035823" y="2932701"/>
                </a:cubicBezTo>
                <a:cubicBezTo>
                  <a:pt x="3024438" y="2911827"/>
                  <a:pt x="3010444" y="2896409"/>
                  <a:pt x="2993840" y="2886447"/>
                </a:cubicBezTo>
                <a:cubicBezTo>
                  <a:pt x="2977236" y="2876485"/>
                  <a:pt x="2959803" y="2870199"/>
                  <a:pt x="2941539" y="2867591"/>
                </a:cubicBezTo>
                <a:cubicBezTo>
                  <a:pt x="2923275" y="2864981"/>
                  <a:pt x="2904417" y="2863677"/>
                  <a:pt x="2884967" y="2863677"/>
                </a:cubicBezTo>
                <a:close/>
                <a:moveTo>
                  <a:pt x="7758269" y="2862253"/>
                </a:moveTo>
                <a:lnTo>
                  <a:pt x="7758269" y="3123405"/>
                </a:lnTo>
                <a:lnTo>
                  <a:pt x="7853621" y="3123405"/>
                </a:lnTo>
                <a:cubicBezTo>
                  <a:pt x="7880188" y="3123405"/>
                  <a:pt x="7903432" y="3120203"/>
                  <a:pt x="7923357" y="3113799"/>
                </a:cubicBezTo>
                <a:cubicBezTo>
                  <a:pt x="7943281" y="3107394"/>
                  <a:pt x="7959885" y="3098381"/>
                  <a:pt x="7973168" y="3086758"/>
                </a:cubicBezTo>
                <a:cubicBezTo>
                  <a:pt x="7986451" y="3075136"/>
                  <a:pt x="7996413" y="3061260"/>
                  <a:pt x="8003054" y="3045131"/>
                </a:cubicBezTo>
                <a:cubicBezTo>
                  <a:pt x="8009696" y="3029002"/>
                  <a:pt x="8013016" y="3010975"/>
                  <a:pt x="8013016" y="2991050"/>
                </a:cubicBezTo>
                <a:cubicBezTo>
                  <a:pt x="8013016" y="2960690"/>
                  <a:pt x="8006138" y="2935072"/>
                  <a:pt x="7992380" y="2914199"/>
                </a:cubicBezTo>
                <a:cubicBezTo>
                  <a:pt x="7978624" y="2893326"/>
                  <a:pt x="7956090" y="2878620"/>
                  <a:pt x="7924780" y="2870081"/>
                </a:cubicBezTo>
                <a:cubicBezTo>
                  <a:pt x="7915293" y="2867709"/>
                  <a:pt x="7904500" y="2865811"/>
                  <a:pt x="7892403" y="2864388"/>
                </a:cubicBezTo>
                <a:cubicBezTo>
                  <a:pt x="7880306" y="2862965"/>
                  <a:pt x="7863584" y="2862253"/>
                  <a:pt x="7842236" y="2862253"/>
                </a:cubicBezTo>
                <a:close/>
                <a:moveTo>
                  <a:pt x="4557870" y="2862253"/>
                </a:moveTo>
                <a:lnTo>
                  <a:pt x="4557870" y="3123405"/>
                </a:lnTo>
                <a:lnTo>
                  <a:pt x="4653222" y="3123405"/>
                </a:lnTo>
                <a:cubicBezTo>
                  <a:pt x="4679787" y="3123405"/>
                  <a:pt x="4703033" y="3120203"/>
                  <a:pt x="4722958" y="3113799"/>
                </a:cubicBezTo>
                <a:cubicBezTo>
                  <a:pt x="4742881" y="3107394"/>
                  <a:pt x="4759485" y="3098381"/>
                  <a:pt x="4772769" y="3086758"/>
                </a:cubicBezTo>
                <a:cubicBezTo>
                  <a:pt x="4786052" y="3075136"/>
                  <a:pt x="4796014" y="3061260"/>
                  <a:pt x="4802655" y="3045131"/>
                </a:cubicBezTo>
                <a:cubicBezTo>
                  <a:pt x="4809296" y="3029002"/>
                  <a:pt x="4812616" y="3010975"/>
                  <a:pt x="4812616" y="2991050"/>
                </a:cubicBezTo>
                <a:cubicBezTo>
                  <a:pt x="4812616" y="2960690"/>
                  <a:pt x="4805738" y="2935072"/>
                  <a:pt x="4791981" y="2914199"/>
                </a:cubicBezTo>
                <a:cubicBezTo>
                  <a:pt x="4778224" y="2893326"/>
                  <a:pt x="4755690" y="2878620"/>
                  <a:pt x="4724380" y="2870081"/>
                </a:cubicBezTo>
                <a:cubicBezTo>
                  <a:pt x="4714892" y="2867709"/>
                  <a:pt x="4704100" y="2865811"/>
                  <a:pt x="4692003" y="2864388"/>
                </a:cubicBezTo>
                <a:cubicBezTo>
                  <a:pt x="4679906" y="2862965"/>
                  <a:pt x="4663184" y="2862253"/>
                  <a:pt x="4641837" y="2862253"/>
                </a:cubicBezTo>
                <a:close/>
                <a:moveTo>
                  <a:pt x="1271745" y="2862253"/>
                </a:moveTo>
                <a:lnTo>
                  <a:pt x="1271745" y="3123405"/>
                </a:lnTo>
                <a:lnTo>
                  <a:pt x="1367097" y="3123405"/>
                </a:lnTo>
                <a:cubicBezTo>
                  <a:pt x="1393663" y="3123405"/>
                  <a:pt x="1416908" y="3120203"/>
                  <a:pt x="1436833" y="3113799"/>
                </a:cubicBezTo>
                <a:cubicBezTo>
                  <a:pt x="1456757" y="3107394"/>
                  <a:pt x="1473360" y="3098381"/>
                  <a:pt x="1486643" y="3086758"/>
                </a:cubicBezTo>
                <a:cubicBezTo>
                  <a:pt x="1499926" y="3075136"/>
                  <a:pt x="1509889" y="3061260"/>
                  <a:pt x="1516530" y="3045131"/>
                </a:cubicBezTo>
                <a:cubicBezTo>
                  <a:pt x="1523171" y="3029002"/>
                  <a:pt x="1526492" y="3010975"/>
                  <a:pt x="1526492" y="2991050"/>
                </a:cubicBezTo>
                <a:cubicBezTo>
                  <a:pt x="1526492" y="2960690"/>
                  <a:pt x="1519613" y="2935072"/>
                  <a:pt x="1505856" y="2914199"/>
                </a:cubicBezTo>
                <a:cubicBezTo>
                  <a:pt x="1492099" y="2893326"/>
                  <a:pt x="1469565" y="2878620"/>
                  <a:pt x="1438256" y="2870081"/>
                </a:cubicBezTo>
                <a:cubicBezTo>
                  <a:pt x="1428768" y="2867709"/>
                  <a:pt x="1417975" y="2865811"/>
                  <a:pt x="1405878" y="2864388"/>
                </a:cubicBezTo>
                <a:cubicBezTo>
                  <a:pt x="1393782" y="2862965"/>
                  <a:pt x="1377059" y="2862253"/>
                  <a:pt x="1355712" y="2862253"/>
                </a:cubicBezTo>
                <a:close/>
                <a:moveTo>
                  <a:pt x="3784578" y="2856561"/>
                </a:moveTo>
                <a:cubicBezTo>
                  <a:pt x="3738562" y="2856561"/>
                  <a:pt x="3700136" y="2865218"/>
                  <a:pt x="3669301" y="2882534"/>
                </a:cubicBezTo>
                <a:cubicBezTo>
                  <a:pt x="3638466" y="2899849"/>
                  <a:pt x="3613560" y="2922975"/>
                  <a:pt x="3594585" y="2951913"/>
                </a:cubicBezTo>
                <a:cubicBezTo>
                  <a:pt x="3575609" y="2980851"/>
                  <a:pt x="3562208" y="3014651"/>
                  <a:pt x="3554380" y="3053314"/>
                </a:cubicBezTo>
                <a:cubicBezTo>
                  <a:pt x="3546553" y="3091977"/>
                  <a:pt x="3542639" y="3132893"/>
                  <a:pt x="3542639" y="3176062"/>
                </a:cubicBezTo>
                <a:cubicBezTo>
                  <a:pt x="3542639" y="3226347"/>
                  <a:pt x="3546434" y="3271533"/>
                  <a:pt x="3554024" y="3311619"/>
                </a:cubicBezTo>
                <a:cubicBezTo>
                  <a:pt x="3561615" y="3351705"/>
                  <a:pt x="3574423" y="3385980"/>
                  <a:pt x="3592450" y="3414443"/>
                </a:cubicBezTo>
                <a:cubicBezTo>
                  <a:pt x="3610477" y="3442906"/>
                  <a:pt x="3634671" y="3464610"/>
                  <a:pt x="3665031" y="3479553"/>
                </a:cubicBezTo>
                <a:cubicBezTo>
                  <a:pt x="3695392" y="3494496"/>
                  <a:pt x="3733581" y="3501968"/>
                  <a:pt x="3779597" y="3501968"/>
                </a:cubicBezTo>
                <a:cubicBezTo>
                  <a:pt x="3825612" y="3501968"/>
                  <a:pt x="3864038" y="3493429"/>
                  <a:pt x="3894874" y="3476351"/>
                </a:cubicBezTo>
                <a:cubicBezTo>
                  <a:pt x="3925709" y="3459273"/>
                  <a:pt x="3950614" y="3436028"/>
                  <a:pt x="3969589" y="3406616"/>
                </a:cubicBezTo>
                <a:cubicBezTo>
                  <a:pt x="3988565" y="3377204"/>
                  <a:pt x="4001966" y="3342929"/>
                  <a:pt x="4009794" y="3303792"/>
                </a:cubicBezTo>
                <a:cubicBezTo>
                  <a:pt x="4017621" y="3264654"/>
                  <a:pt x="4021535" y="3223027"/>
                  <a:pt x="4021535" y="3178909"/>
                </a:cubicBezTo>
                <a:cubicBezTo>
                  <a:pt x="4021535" y="3130521"/>
                  <a:pt x="4017740" y="3086521"/>
                  <a:pt x="4010150" y="3046910"/>
                </a:cubicBezTo>
                <a:cubicBezTo>
                  <a:pt x="4002560" y="3007298"/>
                  <a:pt x="3989633" y="2973379"/>
                  <a:pt x="3971369" y="2945153"/>
                </a:cubicBezTo>
                <a:cubicBezTo>
                  <a:pt x="3953105" y="2916927"/>
                  <a:pt x="3928792" y="2895105"/>
                  <a:pt x="3898431" y="2879688"/>
                </a:cubicBezTo>
                <a:cubicBezTo>
                  <a:pt x="3868070" y="2864270"/>
                  <a:pt x="3830119" y="2856561"/>
                  <a:pt x="3784578" y="2856561"/>
                </a:cubicBezTo>
                <a:close/>
                <a:moveTo>
                  <a:pt x="8716755" y="2719225"/>
                </a:moveTo>
                <a:lnTo>
                  <a:pt x="9365720" y="2719225"/>
                </a:lnTo>
                <a:cubicBezTo>
                  <a:pt x="9369990" y="2719225"/>
                  <a:pt x="9373903" y="2720530"/>
                  <a:pt x="9377461" y="2723139"/>
                </a:cubicBezTo>
                <a:cubicBezTo>
                  <a:pt x="9381019" y="2725748"/>
                  <a:pt x="9383984" y="2730017"/>
                  <a:pt x="9386356" y="2735947"/>
                </a:cubicBezTo>
                <a:cubicBezTo>
                  <a:pt x="9388728" y="2741877"/>
                  <a:pt x="9390507" y="2749823"/>
                  <a:pt x="9391693" y="2759785"/>
                </a:cubicBezTo>
                <a:cubicBezTo>
                  <a:pt x="9392879" y="2769748"/>
                  <a:pt x="9393472" y="2781844"/>
                  <a:pt x="9393472" y="2796076"/>
                </a:cubicBezTo>
                <a:cubicBezTo>
                  <a:pt x="9393472" y="2809833"/>
                  <a:pt x="9392879" y="2821575"/>
                  <a:pt x="9391693" y="2831299"/>
                </a:cubicBezTo>
                <a:cubicBezTo>
                  <a:pt x="9390507" y="2841024"/>
                  <a:pt x="9388728" y="2848852"/>
                  <a:pt x="9386356" y="2854782"/>
                </a:cubicBezTo>
                <a:cubicBezTo>
                  <a:pt x="9383984" y="2860712"/>
                  <a:pt x="9381019" y="2865100"/>
                  <a:pt x="9377461" y="2867946"/>
                </a:cubicBezTo>
                <a:cubicBezTo>
                  <a:pt x="9373903" y="2870793"/>
                  <a:pt x="9369990" y="2872216"/>
                  <a:pt x="9365720" y="2872216"/>
                </a:cubicBezTo>
                <a:lnTo>
                  <a:pt x="9135167" y="2872216"/>
                </a:lnTo>
                <a:lnTo>
                  <a:pt x="9135167" y="3614398"/>
                </a:lnTo>
                <a:cubicBezTo>
                  <a:pt x="9135167" y="3619142"/>
                  <a:pt x="9133625" y="3623412"/>
                  <a:pt x="9130541" y="3627207"/>
                </a:cubicBezTo>
                <a:cubicBezTo>
                  <a:pt x="9127458" y="3631002"/>
                  <a:pt x="9122358" y="3634085"/>
                  <a:pt x="9115243" y="3636457"/>
                </a:cubicBezTo>
                <a:cubicBezTo>
                  <a:pt x="9108127" y="3638829"/>
                  <a:pt x="9098520" y="3640727"/>
                  <a:pt x="9086423" y="3642150"/>
                </a:cubicBezTo>
                <a:cubicBezTo>
                  <a:pt x="9074327" y="3643573"/>
                  <a:pt x="9059265" y="3644285"/>
                  <a:pt x="9041237" y="3644285"/>
                </a:cubicBezTo>
                <a:cubicBezTo>
                  <a:pt x="9023211" y="3644285"/>
                  <a:pt x="9008149" y="3643573"/>
                  <a:pt x="8996052" y="3642150"/>
                </a:cubicBezTo>
                <a:cubicBezTo>
                  <a:pt x="8983955" y="3640727"/>
                  <a:pt x="8974349" y="3638829"/>
                  <a:pt x="8967233" y="3636457"/>
                </a:cubicBezTo>
                <a:cubicBezTo>
                  <a:pt x="8960117" y="3634085"/>
                  <a:pt x="8955017" y="3631002"/>
                  <a:pt x="8951934" y="3627207"/>
                </a:cubicBezTo>
                <a:cubicBezTo>
                  <a:pt x="8948850" y="3623412"/>
                  <a:pt x="8947309" y="3619142"/>
                  <a:pt x="8947309" y="3614398"/>
                </a:cubicBezTo>
                <a:lnTo>
                  <a:pt x="8947309" y="2872216"/>
                </a:lnTo>
                <a:lnTo>
                  <a:pt x="8716755" y="2872216"/>
                </a:lnTo>
                <a:cubicBezTo>
                  <a:pt x="8712011" y="2872216"/>
                  <a:pt x="8707979" y="2870793"/>
                  <a:pt x="8704658" y="2867946"/>
                </a:cubicBezTo>
                <a:cubicBezTo>
                  <a:pt x="8701337" y="2865100"/>
                  <a:pt x="8698491" y="2860712"/>
                  <a:pt x="8696119" y="2854782"/>
                </a:cubicBezTo>
                <a:cubicBezTo>
                  <a:pt x="8693747" y="2848852"/>
                  <a:pt x="8691968" y="2841024"/>
                  <a:pt x="8690782" y="2831299"/>
                </a:cubicBezTo>
                <a:cubicBezTo>
                  <a:pt x="8689597" y="2821575"/>
                  <a:pt x="8689003" y="2809833"/>
                  <a:pt x="8689003" y="2796076"/>
                </a:cubicBezTo>
                <a:cubicBezTo>
                  <a:pt x="8689003" y="2781844"/>
                  <a:pt x="8689597" y="2769748"/>
                  <a:pt x="8690782" y="2759785"/>
                </a:cubicBezTo>
                <a:cubicBezTo>
                  <a:pt x="8691968" y="2749823"/>
                  <a:pt x="8693747" y="2741877"/>
                  <a:pt x="8696119" y="2735947"/>
                </a:cubicBezTo>
                <a:cubicBezTo>
                  <a:pt x="8698491" y="2730017"/>
                  <a:pt x="8701337" y="2725748"/>
                  <a:pt x="8704658" y="2723139"/>
                </a:cubicBezTo>
                <a:cubicBezTo>
                  <a:pt x="8707979" y="2720530"/>
                  <a:pt x="8712011" y="2719225"/>
                  <a:pt x="8716755" y="2719225"/>
                </a:cubicBezTo>
                <a:close/>
                <a:moveTo>
                  <a:pt x="7626626" y="2719225"/>
                </a:moveTo>
                <a:lnTo>
                  <a:pt x="7865007" y="2719225"/>
                </a:lnTo>
                <a:cubicBezTo>
                  <a:pt x="7889201" y="2719225"/>
                  <a:pt x="7909125" y="2719699"/>
                  <a:pt x="7924780" y="2720648"/>
                </a:cubicBezTo>
                <a:cubicBezTo>
                  <a:pt x="7940435" y="2721597"/>
                  <a:pt x="7954666" y="2722783"/>
                  <a:pt x="7967475" y="2724206"/>
                </a:cubicBezTo>
                <a:cubicBezTo>
                  <a:pt x="8004477" y="2729424"/>
                  <a:pt x="8037804" y="2738438"/>
                  <a:pt x="8067453" y="2751246"/>
                </a:cubicBezTo>
                <a:cubicBezTo>
                  <a:pt x="8097102" y="2764055"/>
                  <a:pt x="8122245" y="2780777"/>
                  <a:pt x="8142880" y="2801413"/>
                </a:cubicBezTo>
                <a:cubicBezTo>
                  <a:pt x="8163516" y="2822049"/>
                  <a:pt x="8179290" y="2846480"/>
                  <a:pt x="8190201" y="2874706"/>
                </a:cubicBezTo>
                <a:cubicBezTo>
                  <a:pt x="8201112" y="2902932"/>
                  <a:pt x="8206567" y="2935309"/>
                  <a:pt x="8206567" y="2971838"/>
                </a:cubicBezTo>
                <a:cubicBezTo>
                  <a:pt x="8206567" y="3002673"/>
                  <a:pt x="8202654" y="3030780"/>
                  <a:pt x="8194826" y="3056160"/>
                </a:cubicBezTo>
                <a:cubicBezTo>
                  <a:pt x="8186999" y="3081540"/>
                  <a:pt x="8175495" y="3104192"/>
                  <a:pt x="8160314" y="3124117"/>
                </a:cubicBezTo>
                <a:cubicBezTo>
                  <a:pt x="8145134" y="3144041"/>
                  <a:pt x="8126396" y="3161356"/>
                  <a:pt x="8104099" y="3176062"/>
                </a:cubicBezTo>
                <a:cubicBezTo>
                  <a:pt x="8081803" y="3190768"/>
                  <a:pt x="8056423" y="3202628"/>
                  <a:pt x="8027960" y="3211641"/>
                </a:cubicBezTo>
                <a:cubicBezTo>
                  <a:pt x="8041717" y="3218283"/>
                  <a:pt x="8054644" y="3226347"/>
                  <a:pt x="8066741" y="3235835"/>
                </a:cubicBezTo>
                <a:cubicBezTo>
                  <a:pt x="8078838" y="3245323"/>
                  <a:pt x="8090223" y="3256827"/>
                  <a:pt x="8100897" y="3270348"/>
                </a:cubicBezTo>
                <a:cubicBezTo>
                  <a:pt x="8111571" y="3283867"/>
                  <a:pt x="8121652" y="3299285"/>
                  <a:pt x="8131139" y="3316600"/>
                </a:cubicBezTo>
                <a:cubicBezTo>
                  <a:pt x="8140628" y="3333915"/>
                  <a:pt x="8149878" y="3353484"/>
                  <a:pt x="8158891" y="3375306"/>
                </a:cubicBezTo>
                <a:lnTo>
                  <a:pt x="8236454" y="3556760"/>
                </a:lnTo>
                <a:cubicBezTo>
                  <a:pt x="8243570" y="3574787"/>
                  <a:pt x="8248314" y="3587951"/>
                  <a:pt x="8250686" y="3596253"/>
                </a:cubicBezTo>
                <a:cubicBezTo>
                  <a:pt x="8253058" y="3604555"/>
                  <a:pt x="8254243" y="3611077"/>
                  <a:pt x="8254243" y="3615821"/>
                </a:cubicBezTo>
                <a:cubicBezTo>
                  <a:pt x="8254243" y="3621040"/>
                  <a:pt x="8253295" y="3625428"/>
                  <a:pt x="8251397" y="3628986"/>
                </a:cubicBezTo>
                <a:cubicBezTo>
                  <a:pt x="8249500" y="3632544"/>
                  <a:pt x="8244993" y="3635509"/>
                  <a:pt x="8237877" y="3637880"/>
                </a:cubicBezTo>
                <a:cubicBezTo>
                  <a:pt x="8230761" y="3640252"/>
                  <a:pt x="8220325" y="3641913"/>
                  <a:pt x="8206567" y="3642862"/>
                </a:cubicBezTo>
                <a:cubicBezTo>
                  <a:pt x="8192811" y="3643810"/>
                  <a:pt x="8174072" y="3644285"/>
                  <a:pt x="8150352" y="3644285"/>
                </a:cubicBezTo>
                <a:cubicBezTo>
                  <a:pt x="8130428" y="3644285"/>
                  <a:pt x="8114536" y="3643810"/>
                  <a:pt x="8102676" y="3642862"/>
                </a:cubicBezTo>
                <a:cubicBezTo>
                  <a:pt x="8090817" y="3641913"/>
                  <a:pt x="8081448" y="3640134"/>
                  <a:pt x="8074568" y="3637525"/>
                </a:cubicBezTo>
                <a:cubicBezTo>
                  <a:pt x="8067690" y="3634916"/>
                  <a:pt x="8062827" y="3631595"/>
                  <a:pt x="8059981" y="3627562"/>
                </a:cubicBezTo>
                <a:cubicBezTo>
                  <a:pt x="8057135" y="3623530"/>
                  <a:pt x="8054763" y="3618668"/>
                  <a:pt x="8052865" y="3612975"/>
                </a:cubicBezTo>
                <a:lnTo>
                  <a:pt x="7970321" y="3407328"/>
                </a:lnTo>
                <a:cubicBezTo>
                  <a:pt x="7960359" y="3384082"/>
                  <a:pt x="7950635" y="3363447"/>
                  <a:pt x="7941146" y="3345420"/>
                </a:cubicBezTo>
                <a:cubicBezTo>
                  <a:pt x="7931659" y="3327393"/>
                  <a:pt x="7921104" y="3312331"/>
                  <a:pt x="7909481" y="3300234"/>
                </a:cubicBezTo>
                <a:cubicBezTo>
                  <a:pt x="7897859" y="3288137"/>
                  <a:pt x="7884457" y="3279005"/>
                  <a:pt x="7869276" y="3272838"/>
                </a:cubicBezTo>
                <a:cubicBezTo>
                  <a:pt x="7854096" y="3266671"/>
                  <a:pt x="7836543" y="3263587"/>
                  <a:pt x="7816619" y="3263587"/>
                </a:cubicBezTo>
                <a:lnTo>
                  <a:pt x="7758269" y="3263587"/>
                </a:lnTo>
                <a:lnTo>
                  <a:pt x="7758269" y="3614398"/>
                </a:lnTo>
                <a:cubicBezTo>
                  <a:pt x="7758269" y="3619142"/>
                  <a:pt x="7756728" y="3623412"/>
                  <a:pt x="7753644" y="3627207"/>
                </a:cubicBezTo>
                <a:cubicBezTo>
                  <a:pt x="7750561" y="3631002"/>
                  <a:pt x="7745461" y="3634085"/>
                  <a:pt x="7738345" y="3636457"/>
                </a:cubicBezTo>
                <a:cubicBezTo>
                  <a:pt x="7731229" y="3638829"/>
                  <a:pt x="7721742" y="3640727"/>
                  <a:pt x="7709881" y="3642150"/>
                </a:cubicBezTo>
                <a:cubicBezTo>
                  <a:pt x="7698022" y="3643573"/>
                  <a:pt x="7682841" y="3644285"/>
                  <a:pt x="7664340" y="3644285"/>
                </a:cubicBezTo>
                <a:cubicBezTo>
                  <a:pt x="7646314" y="3644285"/>
                  <a:pt x="7631251" y="3643573"/>
                  <a:pt x="7619154" y="3642150"/>
                </a:cubicBezTo>
                <a:cubicBezTo>
                  <a:pt x="7607057" y="3640727"/>
                  <a:pt x="7597451" y="3638829"/>
                  <a:pt x="7590335" y="3636457"/>
                </a:cubicBezTo>
                <a:cubicBezTo>
                  <a:pt x="7583219" y="3634085"/>
                  <a:pt x="7578238" y="3631002"/>
                  <a:pt x="7575392" y="3627207"/>
                </a:cubicBezTo>
                <a:cubicBezTo>
                  <a:pt x="7572546" y="3623412"/>
                  <a:pt x="7571122" y="3619142"/>
                  <a:pt x="7571122" y="3614398"/>
                </a:cubicBezTo>
                <a:lnTo>
                  <a:pt x="7571122" y="2778286"/>
                </a:lnTo>
                <a:cubicBezTo>
                  <a:pt x="7571122" y="2757413"/>
                  <a:pt x="7576459" y="2742352"/>
                  <a:pt x="7587133" y="2733101"/>
                </a:cubicBezTo>
                <a:cubicBezTo>
                  <a:pt x="7597807" y="2723850"/>
                  <a:pt x="7610971" y="2719225"/>
                  <a:pt x="7626626" y="2719225"/>
                </a:cubicBezTo>
                <a:close/>
                <a:moveTo>
                  <a:pt x="5116306" y="2719225"/>
                </a:moveTo>
                <a:lnTo>
                  <a:pt x="5765270" y="2719225"/>
                </a:lnTo>
                <a:cubicBezTo>
                  <a:pt x="5769540" y="2719225"/>
                  <a:pt x="5773454" y="2720530"/>
                  <a:pt x="5777012" y="2723139"/>
                </a:cubicBezTo>
                <a:cubicBezTo>
                  <a:pt x="5780570" y="2725748"/>
                  <a:pt x="5783535" y="2730017"/>
                  <a:pt x="5785906" y="2735947"/>
                </a:cubicBezTo>
                <a:cubicBezTo>
                  <a:pt x="5788278" y="2741877"/>
                  <a:pt x="5790057" y="2749823"/>
                  <a:pt x="5791244" y="2759785"/>
                </a:cubicBezTo>
                <a:cubicBezTo>
                  <a:pt x="5792429" y="2769748"/>
                  <a:pt x="5793023" y="2781844"/>
                  <a:pt x="5793023" y="2796076"/>
                </a:cubicBezTo>
                <a:cubicBezTo>
                  <a:pt x="5793023" y="2809833"/>
                  <a:pt x="5792429" y="2821575"/>
                  <a:pt x="5791244" y="2831299"/>
                </a:cubicBezTo>
                <a:cubicBezTo>
                  <a:pt x="5790057" y="2841024"/>
                  <a:pt x="5788278" y="2848852"/>
                  <a:pt x="5785906" y="2854782"/>
                </a:cubicBezTo>
                <a:cubicBezTo>
                  <a:pt x="5783535" y="2860712"/>
                  <a:pt x="5780570" y="2865100"/>
                  <a:pt x="5777012" y="2867946"/>
                </a:cubicBezTo>
                <a:cubicBezTo>
                  <a:pt x="5773454" y="2870793"/>
                  <a:pt x="5769540" y="2872216"/>
                  <a:pt x="5765270" y="2872216"/>
                </a:cubicBezTo>
                <a:lnTo>
                  <a:pt x="5534717" y="2872216"/>
                </a:lnTo>
                <a:lnTo>
                  <a:pt x="5534717" y="3614398"/>
                </a:lnTo>
                <a:cubicBezTo>
                  <a:pt x="5534717" y="3619142"/>
                  <a:pt x="5533175" y="3623412"/>
                  <a:pt x="5530092" y="3627207"/>
                </a:cubicBezTo>
                <a:cubicBezTo>
                  <a:pt x="5527008" y="3631002"/>
                  <a:pt x="5521909" y="3634085"/>
                  <a:pt x="5514793" y="3636457"/>
                </a:cubicBezTo>
                <a:cubicBezTo>
                  <a:pt x="5507677" y="3638829"/>
                  <a:pt x="5498070" y="3640727"/>
                  <a:pt x="5485973" y="3642150"/>
                </a:cubicBezTo>
                <a:cubicBezTo>
                  <a:pt x="5473876" y="3643573"/>
                  <a:pt x="5458814" y="3644285"/>
                  <a:pt x="5440788" y="3644285"/>
                </a:cubicBezTo>
                <a:cubicBezTo>
                  <a:pt x="5422761" y="3644285"/>
                  <a:pt x="5407699" y="3643573"/>
                  <a:pt x="5395602" y="3642150"/>
                </a:cubicBezTo>
                <a:cubicBezTo>
                  <a:pt x="5383506" y="3640727"/>
                  <a:pt x="5373899" y="3638829"/>
                  <a:pt x="5366784" y="3636457"/>
                </a:cubicBezTo>
                <a:cubicBezTo>
                  <a:pt x="5359667" y="3634085"/>
                  <a:pt x="5354568" y="3631002"/>
                  <a:pt x="5351484" y="3627207"/>
                </a:cubicBezTo>
                <a:cubicBezTo>
                  <a:pt x="5348401" y="3623412"/>
                  <a:pt x="5346858" y="3619142"/>
                  <a:pt x="5346858" y="3614398"/>
                </a:cubicBezTo>
                <a:lnTo>
                  <a:pt x="5346858" y="2872216"/>
                </a:lnTo>
                <a:lnTo>
                  <a:pt x="5116306" y="2872216"/>
                </a:lnTo>
                <a:cubicBezTo>
                  <a:pt x="5111561" y="2872216"/>
                  <a:pt x="5107530" y="2870793"/>
                  <a:pt x="5104209" y="2867946"/>
                </a:cubicBezTo>
                <a:cubicBezTo>
                  <a:pt x="5100888" y="2865100"/>
                  <a:pt x="5098042" y="2860712"/>
                  <a:pt x="5095669" y="2854782"/>
                </a:cubicBezTo>
                <a:cubicBezTo>
                  <a:pt x="5093297" y="2848852"/>
                  <a:pt x="5091519" y="2841024"/>
                  <a:pt x="5090332" y="2831299"/>
                </a:cubicBezTo>
                <a:cubicBezTo>
                  <a:pt x="5089147" y="2821575"/>
                  <a:pt x="5088555" y="2809833"/>
                  <a:pt x="5088555" y="2796076"/>
                </a:cubicBezTo>
                <a:cubicBezTo>
                  <a:pt x="5088555" y="2781844"/>
                  <a:pt x="5089147" y="2769748"/>
                  <a:pt x="5090332" y="2759785"/>
                </a:cubicBezTo>
                <a:cubicBezTo>
                  <a:pt x="5091519" y="2749823"/>
                  <a:pt x="5093297" y="2741877"/>
                  <a:pt x="5095669" y="2735947"/>
                </a:cubicBezTo>
                <a:cubicBezTo>
                  <a:pt x="5098042" y="2730017"/>
                  <a:pt x="5100888" y="2725748"/>
                  <a:pt x="5104209" y="2723139"/>
                </a:cubicBezTo>
                <a:cubicBezTo>
                  <a:pt x="5107530" y="2720530"/>
                  <a:pt x="5111561" y="2719225"/>
                  <a:pt x="5116306" y="2719225"/>
                </a:cubicBezTo>
                <a:close/>
                <a:moveTo>
                  <a:pt x="4426227" y="2719225"/>
                </a:moveTo>
                <a:lnTo>
                  <a:pt x="4664608" y="2719225"/>
                </a:lnTo>
                <a:cubicBezTo>
                  <a:pt x="4688801" y="2719225"/>
                  <a:pt x="4708725" y="2719699"/>
                  <a:pt x="4724380" y="2720648"/>
                </a:cubicBezTo>
                <a:cubicBezTo>
                  <a:pt x="4740036" y="2721597"/>
                  <a:pt x="4754267" y="2722783"/>
                  <a:pt x="4767075" y="2724206"/>
                </a:cubicBezTo>
                <a:cubicBezTo>
                  <a:pt x="4804077" y="2729424"/>
                  <a:pt x="4837404" y="2738438"/>
                  <a:pt x="4867053" y="2751246"/>
                </a:cubicBezTo>
                <a:cubicBezTo>
                  <a:pt x="4896703" y="2764055"/>
                  <a:pt x="4921845" y="2780777"/>
                  <a:pt x="4942481" y="2801413"/>
                </a:cubicBezTo>
                <a:cubicBezTo>
                  <a:pt x="4963118" y="2822049"/>
                  <a:pt x="4978890" y="2846480"/>
                  <a:pt x="4989801" y="2874706"/>
                </a:cubicBezTo>
                <a:cubicBezTo>
                  <a:pt x="5000712" y="2902932"/>
                  <a:pt x="5006168" y="2935309"/>
                  <a:pt x="5006168" y="2971838"/>
                </a:cubicBezTo>
                <a:cubicBezTo>
                  <a:pt x="5006168" y="3002673"/>
                  <a:pt x="5002254" y="3030780"/>
                  <a:pt x="4994427" y="3056160"/>
                </a:cubicBezTo>
                <a:cubicBezTo>
                  <a:pt x="4986600" y="3081540"/>
                  <a:pt x="4975095" y="3104192"/>
                  <a:pt x="4959915" y="3124117"/>
                </a:cubicBezTo>
                <a:cubicBezTo>
                  <a:pt x="4944734" y="3144041"/>
                  <a:pt x="4925996" y="3161356"/>
                  <a:pt x="4903699" y="3176062"/>
                </a:cubicBezTo>
                <a:cubicBezTo>
                  <a:pt x="4881403" y="3190768"/>
                  <a:pt x="4856023" y="3202628"/>
                  <a:pt x="4827560" y="3211641"/>
                </a:cubicBezTo>
                <a:cubicBezTo>
                  <a:pt x="4841317" y="3218283"/>
                  <a:pt x="4854244" y="3226347"/>
                  <a:pt x="4866341" y="3235835"/>
                </a:cubicBezTo>
                <a:cubicBezTo>
                  <a:pt x="4878438" y="3245323"/>
                  <a:pt x="4889824" y="3256827"/>
                  <a:pt x="4900498" y="3270348"/>
                </a:cubicBezTo>
                <a:cubicBezTo>
                  <a:pt x="4911172" y="3283867"/>
                  <a:pt x="4921252" y="3299285"/>
                  <a:pt x="4930740" y="3316600"/>
                </a:cubicBezTo>
                <a:cubicBezTo>
                  <a:pt x="4940228" y="3333915"/>
                  <a:pt x="4949478" y="3353484"/>
                  <a:pt x="4958492" y="3375306"/>
                </a:cubicBezTo>
                <a:lnTo>
                  <a:pt x="5036055" y="3556760"/>
                </a:lnTo>
                <a:cubicBezTo>
                  <a:pt x="5043170" y="3574787"/>
                  <a:pt x="5047914" y="3587951"/>
                  <a:pt x="5050286" y="3596253"/>
                </a:cubicBezTo>
                <a:cubicBezTo>
                  <a:pt x="5052659" y="3604555"/>
                  <a:pt x="5053844" y="3611077"/>
                  <a:pt x="5053844" y="3615821"/>
                </a:cubicBezTo>
                <a:cubicBezTo>
                  <a:pt x="5053844" y="3621040"/>
                  <a:pt x="5052895" y="3625428"/>
                  <a:pt x="5050998" y="3628986"/>
                </a:cubicBezTo>
                <a:cubicBezTo>
                  <a:pt x="5049100" y="3632544"/>
                  <a:pt x="5044593" y="3635509"/>
                  <a:pt x="5037477" y="3637880"/>
                </a:cubicBezTo>
                <a:cubicBezTo>
                  <a:pt x="5030362" y="3640252"/>
                  <a:pt x="5019926" y="3641913"/>
                  <a:pt x="5006168" y="3642862"/>
                </a:cubicBezTo>
                <a:cubicBezTo>
                  <a:pt x="4992411" y="3643810"/>
                  <a:pt x="4973673" y="3644285"/>
                  <a:pt x="4949954" y="3644285"/>
                </a:cubicBezTo>
                <a:cubicBezTo>
                  <a:pt x="4930029" y="3644285"/>
                  <a:pt x="4914136" y="3643810"/>
                  <a:pt x="4902277" y="3642862"/>
                </a:cubicBezTo>
                <a:cubicBezTo>
                  <a:pt x="4890417" y="3641913"/>
                  <a:pt x="4881047" y="3640134"/>
                  <a:pt x="4874169" y="3637525"/>
                </a:cubicBezTo>
                <a:cubicBezTo>
                  <a:pt x="4867291" y="3634916"/>
                  <a:pt x="4862427" y="3631595"/>
                  <a:pt x="4859581" y="3627562"/>
                </a:cubicBezTo>
                <a:cubicBezTo>
                  <a:pt x="4856736" y="3623530"/>
                  <a:pt x="4854364" y="3618668"/>
                  <a:pt x="4852465" y="3612975"/>
                </a:cubicBezTo>
                <a:lnTo>
                  <a:pt x="4769922" y="3407328"/>
                </a:lnTo>
                <a:cubicBezTo>
                  <a:pt x="4759961" y="3384082"/>
                  <a:pt x="4750235" y="3363447"/>
                  <a:pt x="4740747" y="3345420"/>
                </a:cubicBezTo>
                <a:cubicBezTo>
                  <a:pt x="4731260" y="3327393"/>
                  <a:pt x="4720704" y="3312331"/>
                  <a:pt x="4709081" y="3300234"/>
                </a:cubicBezTo>
                <a:cubicBezTo>
                  <a:pt x="4697458" y="3288137"/>
                  <a:pt x="4684057" y="3279005"/>
                  <a:pt x="4668877" y="3272838"/>
                </a:cubicBezTo>
                <a:cubicBezTo>
                  <a:pt x="4653696" y="3266671"/>
                  <a:pt x="4636144" y="3263587"/>
                  <a:pt x="4616220" y="3263587"/>
                </a:cubicBezTo>
                <a:lnTo>
                  <a:pt x="4557870" y="3263587"/>
                </a:lnTo>
                <a:lnTo>
                  <a:pt x="4557870" y="3614398"/>
                </a:lnTo>
                <a:cubicBezTo>
                  <a:pt x="4557870" y="3619142"/>
                  <a:pt x="4556328" y="3623412"/>
                  <a:pt x="4553244" y="3627207"/>
                </a:cubicBezTo>
                <a:cubicBezTo>
                  <a:pt x="4550161" y="3631002"/>
                  <a:pt x="4545062" y="3634085"/>
                  <a:pt x="4537945" y="3636457"/>
                </a:cubicBezTo>
                <a:cubicBezTo>
                  <a:pt x="4530829" y="3638829"/>
                  <a:pt x="4521342" y="3640727"/>
                  <a:pt x="4509483" y="3642150"/>
                </a:cubicBezTo>
                <a:cubicBezTo>
                  <a:pt x="4497622" y="3643573"/>
                  <a:pt x="4482442" y="3644285"/>
                  <a:pt x="4463941" y="3644285"/>
                </a:cubicBezTo>
                <a:cubicBezTo>
                  <a:pt x="4445914" y="3644285"/>
                  <a:pt x="4430852" y="3643573"/>
                  <a:pt x="4418754" y="3642150"/>
                </a:cubicBezTo>
                <a:cubicBezTo>
                  <a:pt x="4406658" y="3640727"/>
                  <a:pt x="4397052" y="3638829"/>
                  <a:pt x="4389936" y="3636457"/>
                </a:cubicBezTo>
                <a:cubicBezTo>
                  <a:pt x="4382820" y="3634085"/>
                  <a:pt x="4377839" y="3631002"/>
                  <a:pt x="4374992" y="3627207"/>
                </a:cubicBezTo>
                <a:cubicBezTo>
                  <a:pt x="4372147" y="3623412"/>
                  <a:pt x="4370724" y="3619142"/>
                  <a:pt x="4370724" y="3614398"/>
                </a:cubicBezTo>
                <a:lnTo>
                  <a:pt x="4370724" y="2778286"/>
                </a:lnTo>
                <a:cubicBezTo>
                  <a:pt x="4370724" y="2757413"/>
                  <a:pt x="4376060" y="2742352"/>
                  <a:pt x="4386734" y="2733101"/>
                </a:cubicBezTo>
                <a:cubicBezTo>
                  <a:pt x="4397408" y="2723850"/>
                  <a:pt x="4410572" y="2719225"/>
                  <a:pt x="4426227" y="2719225"/>
                </a:cubicBezTo>
                <a:close/>
                <a:moveTo>
                  <a:pt x="2681454" y="2719225"/>
                </a:moveTo>
                <a:lnTo>
                  <a:pt x="2898488" y="2719225"/>
                </a:lnTo>
                <a:cubicBezTo>
                  <a:pt x="2920310" y="2719225"/>
                  <a:pt x="2941064" y="2720055"/>
                  <a:pt x="2960751" y="2721716"/>
                </a:cubicBezTo>
                <a:cubicBezTo>
                  <a:pt x="2980439" y="2723376"/>
                  <a:pt x="3004039" y="2726934"/>
                  <a:pt x="3031554" y="2732389"/>
                </a:cubicBezTo>
                <a:cubicBezTo>
                  <a:pt x="3059068" y="2737845"/>
                  <a:pt x="3086939" y="2747925"/>
                  <a:pt x="3115165" y="2762632"/>
                </a:cubicBezTo>
                <a:cubicBezTo>
                  <a:pt x="3143391" y="2777338"/>
                  <a:pt x="3167466" y="2795958"/>
                  <a:pt x="3187391" y="2818491"/>
                </a:cubicBezTo>
                <a:cubicBezTo>
                  <a:pt x="3207315" y="2841024"/>
                  <a:pt x="3222496" y="2867353"/>
                  <a:pt x="3232932" y="2897477"/>
                </a:cubicBezTo>
                <a:cubicBezTo>
                  <a:pt x="3243369" y="2927601"/>
                  <a:pt x="3248587" y="2961401"/>
                  <a:pt x="3248587" y="2998878"/>
                </a:cubicBezTo>
                <a:cubicBezTo>
                  <a:pt x="3248587" y="3050586"/>
                  <a:pt x="3240523" y="3096365"/>
                  <a:pt x="3224393" y="3136214"/>
                </a:cubicBezTo>
                <a:cubicBezTo>
                  <a:pt x="3208264" y="3176062"/>
                  <a:pt x="3184782" y="3209625"/>
                  <a:pt x="3153946" y="3236903"/>
                </a:cubicBezTo>
                <a:cubicBezTo>
                  <a:pt x="3123111" y="3264180"/>
                  <a:pt x="3085279" y="3284935"/>
                  <a:pt x="3040449" y="3299167"/>
                </a:cubicBezTo>
                <a:cubicBezTo>
                  <a:pt x="2995619" y="3313398"/>
                  <a:pt x="2942843" y="3320514"/>
                  <a:pt x="2882121" y="3320514"/>
                </a:cubicBezTo>
                <a:lnTo>
                  <a:pt x="2805270" y="3320514"/>
                </a:lnTo>
                <a:lnTo>
                  <a:pt x="2805270" y="3614398"/>
                </a:lnTo>
                <a:cubicBezTo>
                  <a:pt x="2805270" y="3619142"/>
                  <a:pt x="2803728" y="3623412"/>
                  <a:pt x="2800645" y="3627207"/>
                </a:cubicBezTo>
                <a:cubicBezTo>
                  <a:pt x="2797561" y="3631002"/>
                  <a:pt x="2792461" y="3634085"/>
                  <a:pt x="2785346" y="3636457"/>
                </a:cubicBezTo>
                <a:cubicBezTo>
                  <a:pt x="2778230" y="3638829"/>
                  <a:pt x="2768742" y="3640727"/>
                  <a:pt x="2756882" y="3642150"/>
                </a:cubicBezTo>
                <a:cubicBezTo>
                  <a:pt x="2745022" y="3643573"/>
                  <a:pt x="2729842" y="3644285"/>
                  <a:pt x="2711341" y="3644285"/>
                </a:cubicBezTo>
                <a:cubicBezTo>
                  <a:pt x="2693314" y="3644285"/>
                  <a:pt x="2678252" y="3643573"/>
                  <a:pt x="2666155" y="3642150"/>
                </a:cubicBezTo>
                <a:cubicBezTo>
                  <a:pt x="2654058" y="3640727"/>
                  <a:pt x="2644452" y="3638829"/>
                  <a:pt x="2637336" y="3636457"/>
                </a:cubicBezTo>
                <a:cubicBezTo>
                  <a:pt x="2630220" y="3634085"/>
                  <a:pt x="2625239" y="3631002"/>
                  <a:pt x="2622393" y="3627207"/>
                </a:cubicBezTo>
                <a:cubicBezTo>
                  <a:pt x="2619546" y="3623412"/>
                  <a:pt x="2618123" y="3619142"/>
                  <a:pt x="2618123" y="3614398"/>
                </a:cubicBezTo>
                <a:lnTo>
                  <a:pt x="2618123" y="2786114"/>
                </a:lnTo>
                <a:cubicBezTo>
                  <a:pt x="2618123" y="2763817"/>
                  <a:pt x="2623935" y="2747095"/>
                  <a:pt x="2635557" y="2735947"/>
                </a:cubicBezTo>
                <a:cubicBezTo>
                  <a:pt x="2647180" y="2724799"/>
                  <a:pt x="2662479" y="2719225"/>
                  <a:pt x="2681454" y="2719225"/>
                </a:cubicBezTo>
                <a:close/>
                <a:moveTo>
                  <a:pt x="1959252" y="2719225"/>
                </a:moveTo>
                <a:lnTo>
                  <a:pt x="2418935" y="2719225"/>
                </a:lnTo>
                <a:cubicBezTo>
                  <a:pt x="2423205" y="2719225"/>
                  <a:pt x="2427000" y="2720411"/>
                  <a:pt x="2430321" y="2722783"/>
                </a:cubicBezTo>
                <a:cubicBezTo>
                  <a:pt x="2433641" y="2725155"/>
                  <a:pt x="2436488" y="2729306"/>
                  <a:pt x="2438860" y="2735235"/>
                </a:cubicBezTo>
                <a:cubicBezTo>
                  <a:pt x="2441232" y="2741165"/>
                  <a:pt x="2443011" y="2748756"/>
                  <a:pt x="2444197" y="2758006"/>
                </a:cubicBezTo>
                <a:cubicBezTo>
                  <a:pt x="2445383" y="2767257"/>
                  <a:pt x="2445976" y="2778998"/>
                  <a:pt x="2445976" y="2793230"/>
                </a:cubicBezTo>
                <a:cubicBezTo>
                  <a:pt x="2445976" y="2806513"/>
                  <a:pt x="2445383" y="2817779"/>
                  <a:pt x="2444197" y="2827030"/>
                </a:cubicBezTo>
                <a:cubicBezTo>
                  <a:pt x="2443011" y="2836281"/>
                  <a:pt x="2441232" y="2843752"/>
                  <a:pt x="2438860" y="2849445"/>
                </a:cubicBezTo>
                <a:cubicBezTo>
                  <a:pt x="2436488" y="2855138"/>
                  <a:pt x="2433641" y="2859288"/>
                  <a:pt x="2430321" y="2861898"/>
                </a:cubicBezTo>
                <a:cubicBezTo>
                  <a:pt x="2427000" y="2864507"/>
                  <a:pt x="2423205" y="2865811"/>
                  <a:pt x="2418935" y="2865811"/>
                </a:cubicBezTo>
                <a:lnTo>
                  <a:pt x="2090183" y="2865811"/>
                </a:lnTo>
                <a:lnTo>
                  <a:pt x="2090183" y="3090672"/>
                </a:lnTo>
                <a:lnTo>
                  <a:pt x="2368413" y="3090672"/>
                </a:lnTo>
                <a:cubicBezTo>
                  <a:pt x="2372683" y="3090672"/>
                  <a:pt x="2376596" y="3091977"/>
                  <a:pt x="2380154" y="3094586"/>
                </a:cubicBezTo>
                <a:cubicBezTo>
                  <a:pt x="2383712" y="3097195"/>
                  <a:pt x="2386677" y="3101227"/>
                  <a:pt x="2389049" y="3106683"/>
                </a:cubicBezTo>
                <a:cubicBezTo>
                  <a:pt x="2391421" y="3112139"/>
                  <a:pt x="2393200" y="3119491"/>
                  <a:pt x="2394385" y="3128742"/>
                </a:cubicBezTo>
                <a:cubicBezTo>
                  <a:pt x="2395572" y="3137993"/>
                  <a:pt x="2396165" y="3149259"/>
                  <a:pt x="2396165" y="3162542"/>
                </a:cubicBezTo>
                <a:cubicBezTo>
                  <a:pt x="2396165" y="3176299"/>
                  <a:pt x="2395572" y="3187685"/>
                  <a:pt x="2394385" y="3196698"/>
                </a:cubicBezTo>
                <a:cubicBezTo>
                  <a:pt x="2393200" y="3205711"/>
                  <a:pt x="2391421" y="3212946"/>
                  <a:pt x="2389049" y="3218401"/>
                </a:cubicBezTo>
                <a:cubicBezTo>
                  <a:pt x="2386677" y="3223857"/>
                  <a:pt x="2383712" y="3227771"/>
                  <a:pt x="2380154" y="3230143"/>
                </a:cubicBezTo>
                <a:cubicBezTo>
                  <a:pt x="2376596" y="3232514"/>
                  <a:pt x="2372683" y="3233700"/>
                  <a:pt x="2368413" y="3233700"/>
                </a:cubicBezTo>
                <a:lnTo>
                  <a:pt x="2090183" y="3233700"/>
                </a:lnTo>
                <a:lnTo>
                  <a:pt x="2090183" y="3493429"/>
                </a:lnTo>
                <a:lnTo>
                  <a:pt x="2421781" y="3493429"/>
                </a:lnTo>
                <a:cubicBezTo>
                  <a:pt x="2426051" y="3493429"/>
                  <a:pt x="2429965" y="3494733"/>
                  <a:pt x="2433523" y="3497343"/>
                </a:cubicBezTo>
                <a:cubicBezTo>
                  <a:pt x="2437081" y="3499952"/>
                  <a:pt x="2440046" y="3504103"/>
                  <a:pt x="2442418" y="3509795"/>
                </a:cubicBezTo>
                <a:cubicBezTo>
                  <a:pt x="2444790" y="3515488"/>
                  <a:pt x="2446569" y="3522960"/>
                  <a:pt x="2447755" y="3532210"/>
                </a:cubicBezTo>
                <a:cubicBezTo>
                  <a:pt x="2448941" y="3541461"/>
                  <a:pt x="2449534" y="3552965"/>
                  <a:pt x="2449534" y="3566722"/>
                </a:cubicBezTo>
                <a:cubicBezTo>
                  <a:pt x="2449534" y="3580479"/>
                  <a:pt x="2448941" y="3591983"/>
                  <a:pt x="2447755" y="3601234"/>
                </a:cubicBezTo>
                <a:cubicBezTo>
                  <a:pt x="2446569" y="3610484"/>
                  <a:pt x="2444790" y="3617956"/>
                  <a:pt x="2442418" y="3623649"/>
                </a:cubicBezTo>
                <a:cubicBezTo>
                  <a:pt x="2440046" y="3629341"/>
                  <a:pt x="2437081" y="3633492"/>
                  <a:pt x="2433523" y="3636102"/>
                </a:cubicBezTo>
                <a:cubicBezTo>
                  <a:pt x="2429965" y="3638711"/>
                  <a:pt x="2426051" y="3640015"/>
                  <a:pt x="2421781" y="3640015"/>
                </a:cubicBezTo>
                <a:lnTo>
                  <a:pt x="1959252" y="3640015"/>
                </a:lnTo>
                <a:cubicBezTo>
                  <a:pt x="1943597" y="3640015"/>
                  <a:pt x="1930433" y="3635390"/>
                  <a:pt x="1919759" y="3626139"/>
                </a:cubicBezTo>
                <a:cubicBezTo>
                  <a:pt x="1909085" y="3616889"/>
                  <a:pt x="1903748" y="3601827"/>
                  <a:pt x="1903748" y="3580954"/>
                </a:cubicBezTo>
                <a:lnTo>
                  <a:pt x="1903748" y="2778286"/>
                </a:lnTo>
                <a:cubicBezTo>
                  <a:pt x="1903748" y="2757413"/>
                  <a:pt x="1909085" y="2742352"/>
                  <a:pt x="1919759" y="2733101"/>
                </a:cubicBezTo>
                <a:cubicBezTo>
                  <a:pt x="1930433" y="2723850"/>
                  <a:pt x="1943597" y="2719225"/>
                  <a:pt x="1959252" y="2719225"/>
                </a:cubicBezTo>
                <a:close/>
                <a:moveTo>
                  <a:pt x="1140102" y="2719225"/>
                </a:moveTo>
                <a:lnTo>
                  <a:pt x="1378483" y="2719225"/>
                </a:lnTo>
                <a:cubicBezTo>
                  <a:pt x="1402676" y="2719225"/>
                  <a:pt x="1422601" y="2719699"/>
                  <a:pt x="1438256" y="2720648"/>
                </a:cubicBezTo>
                <a:cubicBezTo>
                  <a:pt x="1453911" y="2721597"/>
                  <a:pt x="1468142" y="2722783"/>
                  <a:pt x="1480951" y="2724206"/>
                </a:cubicBezTo>
                <a:cubicBezTo>
                  <a:pt x="1517953" y="2729424"/>
                  <a:pt x="1551279" y="2738438"/>
                  <a:pt x="1580928" y="2751246"/>
                </a:cubicBezTo>
                <a:cubicBezTo>
                  <a:pt x="1610578" y="2764055"/>
                  <a:pt x="1635720" y="2780777"/>
                  <a:pt x="1656356" y="2801413"/>
                </a:cubicBezTo>
                <a:cubicBezTo>
                  <a:pt x="1676992" y="2822049"/>
                  <a:pt x="1692765" y="2846480"/>
                  <a:pt x="1703676" y="2874706"/>
                </a:cubicBezTo>
                <a:cubicBezTo>
                  <a:pt x="1714588" y="2902932"/>
                  <a:pt x="1720043" y="2935309"/>
                  <a:pt x="1720043" y="2971838"/>
                </a:cubicBezTo>
                <a:cubicBezTo>
                  <a:pt x="1720043" y="3002673"/>
                  <a:pt x="1716129" y="3030780"/>
                  <a:pt x="1708302" y="3056160"/>
                </a:cubicBezTo>
                <a:cubicBezTo>
                  <a:pt x="1700474" y="3081540"/>
                  <a:pt x="1688971" y="3104192"/>
                  <a:pt x="1673790" y="3124117"/>
                </a:cubicBezTo>
                <a:cubicBezTo>
                  <a:pt x="1658610" y="3144041"/>
                  <a:pt x="1639871" y="3161356"/>
                  <a:pt x="1617575" y="3176062"/>
                </a:cubicBezTo>
                <a:cubicBezTo>
                  <a:pt x="1595279" y="3190768"/>
                  <a:pt x="1569899" y="3202628"/>
                  <a:pt x="1541435" y="3211641"/>
                </a:cubicBezTo>
                <a:cubicBezTo>
                  <a:pt x="1555193" y="3218283"/>
                  <a:pt x="1568120" y="3226347"/>
                  <a:pt x="1580217" y="3235835"/>
                </a:cubicBezTo>
                <a:cubicBezTo>
                  <a:pt x="1592313" y="3245323"/>
                  <a:pt x="1603699" y="3256827"/>
                  <a:pt x="1614373" y="3270348"/>
                </a:cubicBezTo>
                <a:cubicBezTo>
                  <a:pt x="1625047" y="3283867"/>
                  <a:pt x="1635127" y="3299285"/>
                  <a:pt x="1644615" y="3316600"/>
                </a:cubicBezTo>
                <a:cubicBezTo>
                  <a:pt x="1654103" y="3333915"/>
                  <a:pt x="1663353" y="3353484"/>
                  <a:pt x="1672367" y="3375306"/>
                </a:cubicBezTo>
                <a:lnTo>
                  <a:pt x="1749930" y="3556760"/>
                </a:lnTo>
                <a:cubicBezTo>
                  <a:pt x="1757045" y="3574787"/>
                  <a:pt x="1761789" y="3587951"/>
                  <a:pt x="1764161" y="3596253"/>
                </a:cubicBezTo>
                <a:cubicBezTo>
                  <a:pt x="1766533" y="3604555"/>
                  <a:pt x="1767719" y="3611077"/>
                  <a:pt x="1767719" y="3615821"/>
                </a:cubicBezTo>
                <a:cubicBezTo>
                  <a:pt x="1767719" y="3621040"/>
                  <a:pt x="1766770" y="3625428"/>
                  <a:pt x="1764873" y="3628986"/>
                </a:cubicBezTo>
                <a:cubicBezTo>
                  <a:pt x="1762975" y="3632544"/>
                  <a:pt x="1758469" y="3635509"/>
                  <a:pt x="1751353" y="3637880"/>
                </a:cubicBezTo>
                <a:cubicBezTo>
                  <a:pt x="1744237" y="3640252"/>
                  <a:pt x="1733800" y="3641913"/>
                  <a:pt x="1720043" y="3642862"/>
                </a:cubicBezTo>
                <a:cubicBezTo>
                  <a:pt x="1706286" y="3643810"/>
                  <a:pt x="1687547" y="3644285"/>
                  <a:pt x="1663828" y="3644285"/>
                </a:cubicBezTo>
                <a:cubicBezTo>
                  <a:pt x="1643904" y="3644285"/>
                  <a:pt x="1628012" y="3643810"/>
                  <a:pt x="1616152" y="3642862"/>
                </a:cubicBezTo>
                <a:cubicBezTo>
                  <a:pt x="1604292" y="3641913"/>
                  <a:pt x="1594923" y="3640134"/>
                  <a:pt x="1588044" y="3637525"/>
                </a:cubicBezTo>
                <a:cubicBezTo>
                  <a:pt x="1581165" y="3634916"/>
                  <a:pt x="1576303" y="3631595"/>
                  <a:pt x="1573456" y="3627562"/>
                </a:cubicBezTo>
                <a:cubicBezTo>
                  <a:pt x="1570610" y="3623530"/>
                  <a:pt x="1568238" y="3618668"/>
                  <a:pt x="1566341" y="3612975"/>
                </a:cubicBezTo>
                <a:lnTo>
                  <a:pt x="1483797" y="3407328"/>
                </a:lnTo>
                <a:cubicBezTo>
                  <a:pt x="1473835" y="3384082"/>
                  <a:pt x="1464110" y="3363447"/>
                  <a:pt x="1454622" y="3345420"/>
                </a:cubicBezTo>
                <a:cubicBezTo>
                  <a:pt x="1445134" y="3327393"/>
                  <a:pt x="1434579" y="3312331"/>
                  <a:pt x="1422956" y="3300234"/>
                </a:cubicBezTo>
                <a:cubicBezTo>
                  <a:pt x="1411334" y="3288137"/>
                  <a:pt x="1397932" y="3279005"/>
                  <a:pt x="1382752" y="3272838"/>
                </a:cubicBezTo>
                <a:cubicBezTo>
                  <a:pt x="1367572" y="3266671"/>
                  <a:pt x="1350019" y="3263587"/>
                  <a:pt x="1330095" y="3263587"/>
                </a:cubicBezTo>
                <a:lnTo>
                  <a:pt x="1271745" y="3263587"/>
                </a:lnTo>
                <a:lnTo>
                  <a:pt x="1271745" y="3614398"/>
                </a:lnTo>
                <a:cubicBezTo>
                  <a:pt x="1271745" y="3619142"/>
                  <a:pt x="1270203" y="3623412"/>
                  <a:pt x="1267119" y="3627207"/>
                </a:cubicBezTo>
                <a:cubicBezTo>
                  <a:pt x="1264036" y="3631002"/>
                  <a:pt x="1258936" y="3634085"/>
                  <a:pt x="1251820" y="3636457"/>
                </a:cubicBezTo>
                <a:cubicBezTo>
                  <a:pt x="1244705" y="3638829"/>
                  <a:pt x="1235217" y="3640727"/>
                  <a:pt x="1223357" y="3642150"/>
                </a:cubicBezTo>
                <a:cubicBezTo>
                  <a:pt x="1211497" y="3643573"/>
                  <a:pt x="1196317" y="3644285"/>
                  <a:pt x="1177816" y="3644285"/>
                </a:cubicBezTo>
                <a:cubicBezTo>
                  <a:pt x="1159789" y="3644285"/>
                  <a:pt x="1144727" y="3643573"/>
                  <a:pt x="1132630" y="3642150"/>
                </a:cubicBezTo>
                <a:cubicBezTo>
                  <a:pt x="1120533" y="3640727"/>
                  <a:pt x="1110927" y="3638829"/>
                  <a:pt x="1103811" y="3636457"/>
                </a:cubicBezTo>
                <a:cubicBezTo>
                  <a:pt x="1096695" y="3634085"/>
                  <a:pt x="1091714" y="3631002"/>
                  <a:pt x="1088868" y="3627207"/>
                </a:cubicBezTo>
                <a:cubicBezTo>
                  <a:pt x="1086021" y="3623412"/>
                  <a:pt x="1084598" y="3619142"/>
                  <a:pt x="1084598" y="3614398"/>
                </a:cubicBezTo>
                <a:lnTo>
                  <a:pt x="1084598" y="2778286"/>
                </a:lnTo>
                <a:cubicBezTo>
                  <a:pt x="1084598" y="2757413"/>
                  <a:pt x="1089935" y="2742352"/>
                  <a:pt x="1100609" y="2733101"/>
                </a:cubicBezTo>
                <a:cubicBezTo>
                  <a:pt x="1111283" y="2723850"/>
                  <a:pt x="1124447" y="2719225"/>
                  <a:pt x="1140102" y="2719225"/>
                </a:cubicBezTo>
                <a:close/>
                <a:moveTo>
                  <a:pt x="10572651" y="2716379"/>
                </a:moveTo>
                <a:cubicBezTo>
                  <a:pt x="10588780" y="2716379"/>
                  <a:pt x="10602300" y="2716971"/>
                  <a:pt x="10613211" y="2718158"/>
                </a:cubicBezTo>
                <a:cubicBezTo>
                  <a:pt x="10624123" y="2719343"/>
                  <a:pt x="10632542" y="2721360"/>
                  <a:pt x="10638472" y="2724206"/>
                </a:cubicBezTo>
                <a:cubicBezTo>
                  <a:pt x="10644403" y="2727052"/>
                  <a:pt x="10648553" y="2730373"/>
                  <a:pt x="10650925" y="2734168"/>
                </a:cubicBezTo>
                <a:cubicBezTo>
                  <a:pt x="10653298" y="2737963"/>
                  <a:pt x="10654483" y="2742233"/>
                  <a:pt x="10654483" y="2746977"/>
                </a:cubicBezTo>
                <a:lnTo>
                  <a:pt x="10654483" y="3574549"/>
                </a:lnTo>
                <a:cubicBezTo>
                  <a:pt x="10654483" y="3585460"/>
                  <a:pt x="10652586" y="3595185"/>
                  <a:pt x="10648790" y="3603724"/>
                </a:cubicBezTo>
                <a:cubicBezTo>
                  <a:pt x="10644995" y="3612263"/>
                  <a:pt x="10639895" y="3619379"/>
                  <a:pt x="10633491" y="3625072"/>
                </a:cubicBezTo>
                <a:cubicBezTo>
                  <a:pt x="10627087" y="3630765"/>
                  <a:pt x="10619498" y="3634916"/>
                  <a:pt x="10610720" y="3637525"/>
                </a:cubicBezTo>
                <a:cubicBezTo>
                  <a:pt x="10601944" y="3640134"/>
                  <a:pt x="10593049" y="3641438"/>
                  <a:pt x="10584036" y="3641438"/>
                </a:cubicBezTo>
                <a:lnTo>
                  <a:pt x="10504338" y="3641438"/>
                </a:lnTo>
                <a:cubicBezTo>
                  <a:pt x="10487735" y="3641438"/>
                  <a:pt x="10473385" y="3639778"/>
                  <a:pt x="10461288" y="3636457"/>
                </a:cubicBezTo>
                <a:cubicBezTo>
                  <a:pt x="10449191" y="3633137"/>
                  <a:pt x="10438042" y="3627088"/>
                  <a:pt x="10427844" y="3618312"/>
                </a:cubicBezTo>
                <a:cubicBezTo>
                  <a:pt x="10417644" y="3609536"/>
                  <a:pt x="10407800" y="3597676"/>
                  <a:pt x="10398313" y="3582733"/>
                </a:cubicBezTo>
                <a:cubicBezTo>
                  <a:pt x="10388825" y="3567789"/>
                  <a:pt x="10378151" y="3548458"/>
                  <a:pt x="10366292" y="3524739"/>
                </a:cubicBezTo>
                <a:lnTo>
                  <a:pt x="10137161" y="3094230"/>
                </a:lnTo>
                <a:cubicBezTo>
                  <a:pt x="10123878" y="3068613"/>
                  <a:pt x="10110358" y="3040980"/>
                  <a:pt x="10096601" y="3011330"/>
                </a:cubicBezTo>
                <a:cubicBezTo>
                  <a:pt x="10082844" y="2981681"/>
                  <a:pt x="10070509" y="2952862"/>
                  <a:pt x="10059599" y="2924873"/>
                </a:cubicBezTo>
                <a:lnTo>
                  <a:pt x="10058176" y="2924873"/>
                </a:lnTo>
                <a:cubicBezTo>
                  <a:pt x="10060073" y="2959029"/>
                  <a:pt x="10061496" y="2993066"/>
                  <a:pt x="10062445" y="3026985"/>
                </a:cubicBezTo>
                <a:cubicBezTo>
                  <a:pt x="10063393" y="3060904"/>
                  <a:pt x="10063868" y="3095890"/>
                  <a:pt x="10063868" y="3131944"/>
                </a:cubicBezTo>
                <a:lnTo>
                  <a:pt x="10063868" y="3613687"/>
                </a:lnTo>
                <a:cubicBezTo>
                  <a:pt x="10063868" y="3618430"/>
                  <a:pt x="10062564" y="3622700"/>
                  <a:pt x="10059954" y="3626495"/>
                </a:cubicBezTo>
                <a:cubicBezTo>
                  <a:pt x="10057345" y="3630290"/>
                  <a:pt x="10052839" y="3633492"/>
                  <a:pt x="10046434" y="3636102"/>
                </a:cubicBezTo>
                <a:cubicBezTo>
                  <a:pt x="10040030" y="3638711"/>
                  <a:pt x="10031372" y="3640727"/>
                  <a:pt x="10020462" y="3642150"/>
                </a:cubicBezTo>
                <a:cubicBezTo>
                  <a:pt x="10009551" y="3643573"/>
                  <a:pt x="9995556" y="3644285"/>
                  <a:pt x="9978478" y="3644285"/>
                </a:cubicBezTo>
                <a:cubicBezTo>
                  <a:pt x="9961874" y="3644285"/>
                  <a:pt x="9948117" y="3643573"/>
                  <a:pt x="9937206" y="3642150"/>
                </a:cubicBezTo>
                <a:cubicBezTo>
                  <a:pt x="9926295" y="3640727"/>
                  <a:pt x="9917756" y="3638711"/>
                  <a:pt x="9911589" y="3636102"/>
                </a:cubicBezTo>
                <a:cubicBezTo>
                  <a:pt x="9905421" y="3633492"/>
                  <a:pt x="9901152" y="3630290"/>
                  <a:pt x="9898781" y="3626495"/>
                </a:cubicBezTo>
                <a:cubicBezTo>
                  <a:pt x="9896409" y="3622700"/>
                  <a:pt x="9895223" y="3618430"/>
                  <a:pt x="9895223" y="3613687"/>
                </a:cubicBezTo>
                <a:lnTo>
                  <a:pt x="9895223" y="2786114"/>
                </a:lnTo>
                <a:cubicBezTo>
                  <a:pt x="9895223" y="2763817"/>
                  <a:pt x="9901746" y="2747095"/>
                  <a:pt x="9914791" y="2735947"/>
                </a:cubicBezTo>
                <a:cubicBezTo>
                  <a:pt x="9927836" y="2724799"/>
                  <a:pt x="9943847" y="2719225"/>
                  <a:pt x="9962823" y="2719225"/>
                </a:cubicBezTo>
                <a:lnTo>
                  <a:pt x="10063157" y="2719225"/>
                </a:lnTo>
                <a:cubicBezTo>
                  <a:pt x="10081183" y="2719225"/>
                  <a:pt x="10096364" y="2720767"/>
                  <a:pt x="10108698" y="2723850"/>
                </a:cubicBezTo>
                <a:cubicBezTo>
                  <a:pt x="10121032" y="2726934"/>
                  <a:pt x="10132061" y="2732033"/>
                  <a:pt x="10141787" y="2739149"/>
                </a:cubicBezTo>
                <a:cubicBezTo>
                  <a:pt x="10151512" y="2746265"/>
                  <a:pt x="10160644" y="2756109"/>
                  <a:pt x="10169183" y="2768680"/>
                </a:cubicBezTo>
                <a:cubicBezTo>
                  <a:pt x="10177722" y="2781251"/>
                  <a:pt x="10186497" y="2796788"/>
                  <a:pt x="10195511" y="2815289"/>
                </a:cubicBezTo>
                <a:lnTo>
                  <a:pt x="10374831" y="3151868"/>
                </a:lnTo>
                <a:cubicBezTo>
                  <a:pt x="10385267" y="3172267"/>
                  <a:pt x="10395585" y="3192310"/>
                  <a:pt x="10405785" y="3211998"/>
                </a:cubicBezTo>
                <a:cubicBezTo>
                  <a:pt x="10415983" y="3231684"/>
                  <a:pt x="10425828" y="3251371"/>
                  <a:pt x="10435315" y="3271059"/>
                </a:cubicBezTo>
                <a:cubicBezTo>
                  <a:pt x="10444803" y="3290746"/>
                  <a:pt x="10454053" y="3310077"/>
                  <a:pt x="10463067" y="3329053"/>
                </a:cubicBezTo>
                <a:cubicBezTo>
                  <a:pt x="10472080" y="3348029"/>
                  <a:pt x="10480857" y="3367004"/>
                  <a:pt x="10489396" y="3385980"/>
                </a:cubicBezTo>
                <a:lnTo>
                  <a:pt x="10490107" y="3385980"/>
                </a:lnTo>
                <a:cubicBezTo>
                  <a:pt x="10488684" y="3352772"/>
                  <a:pt x="10487617" y="3318142"/>
                  <a:pt x="10486905" y="3282088"/>
                </a:cubicBezTo>
                <a:cubicBezTo>
                  <a:pt x="10486194" y="3246035"/>
                  <a:pt x="10485838" y="3211641"/>
                  <a:pt x="10485838" y="3178909"/>
                </a:cubicBezTo>
                <a:lnTo>
                  <a:pt x="10485838" y="2746977"/>
                </a:lnTo>
                <a:cubicBezTo>
                  <a:pt x="10485838" y="2742233"/>
                  <a:pt x="10487261" y="2737963"/>
                  <a:pt x="10490107" y="2734168"/>
                </a:cubicBezTo>
                <a:cubicBezTo>
                  <a:pt x="10492954" y="2730373"/>
                  <a:pt x="10497697" y="2727052"/>
                  <a:pt x="10504338" y="2724206"/>
                </a:cubicBezTo>
                <a:cubicBezTo>
                  <a:pt x="10510980" y="2721360"/>
                  <a:pt x="10519756" y="2719343"/>
                  <a:pt x="10530667" y="2718158"/>
                </a:cubicBezTo>
                <a:cubicBezTo>
                  <a:pt x="10541579" y="2716971"/>
                  <a:pt x="10555572" y="2716379"/>
                  <a:pt x="10572651" y="2716379"/>
                </a:cubicBezTo>
                <a:close/>
                <a:moveTo>
                  <a:pt x="9598627" y="2714955"/>
                </a:moveTo>
                <a:cubicBezTo>
                  <a:pt x="9617128" y="2714955"/>
                  <a:pt x="9632309" y="2715667"/>
                  <a:pt x="9644168" y="2717090"/>
                </a:cubicBezTo>
                <a:cubicBezTo>
                  <a:pt x="9656028" y="2718514"/>
                  <a:pt x="9665516" y="2720411"/>
                  <a:pt x="9672632" y="2722783"/>
                </a:cubicBezTo>
                <a:cubicBezTo>
                  <a:pt x="9679747" y="2725155"/>
                  <a:pt x="9684847" y="2728238"/>
                  <a:pt x="9687931" y="2732033"/>
                </a:cubicBezTo>
                <a:cubicBezTo>
                  <a:pt x="9691015" y="2735828"/>
                  <a:pt x="9692556" y="2740098"/>
                  <a:pt x="9692556" y="2744842"/>
                </a:cubicBezTo>
                <a:lnTo>
                  <a:pt x="9692556" y="3614398"/>
                </a:lnTo>
                <a:cubicBezTo>
                  <a:pt x="9692556" y="3619142"/>
                  <a:pt x="9691015" y="3623412"/>
                  <a:pt x="9687931" y="3627207"/>
                </a:cubicBezTo>
                <a:cubicBezTo>
                  <a:pt x="9684847" y="3631002"/>
                  <a:pt x="9679747" y="3634085"/>
                  <a:pt x="9672632" y="3636457"/>
                </a:cubicBezTo>
                <a:cubicBezTo>
                  <a:pt x="9665516" y="3638829"/>
                  <a:pt x="9656028" y="3640727"/>
                  <a:pt x="9644168" y="3642150"/>
                </a:cubicBezTo>
                <a:cubicBezTo>
                  <a:pt x="9632309" y="3643573"/>
                  <a:pt x="9617128" y="3644285"/>
                  <a:pt x="9598627" y="3644285"/>
                </a:cubicBezTo>
                <a:cubicBezTo>
                  <a:pt x="9580600" y="3644285"/>
                  <a:pt x="9565538" y="3643573"/>
                  <a:pt x="9553441" y="3642150"/>
                </a:cubicBezTo>
                <a:cubicBezTo>
                  <a:pt x="9541344" y="3640727"/>
                  <a:pt x="9531738" y="3638829"/>
                  <a:pt x="9524622" y="3636457"/>
                </a:cubicBezTo>
                <a:cubicBezTo>
                  <a:pt x="9517506" y="3634085"/>
                  <a:pt x="9512407" y="3631002"/>
                  <a:pt x="9509323" y="3627207"/>
                </a:cubicBezTo>
                <a:cubicBezTo>
                  <a:pt x="9506239" y="3623412"/>
                  <a:pt x="9504698" y="3619142"/>
                  <a:pt x="9504698" y="3614398"/>
                </a:cubicBezTo>
                <a:lnTo>
                  <a:pt x="9504698" y="2744842"/>
                </a:lnTo>
                <a:cubicBezTo>
                  <a:pt x="9504698" y="2740098"/>
                  <a:pt x="9506239" y="2735828"/>
                  <a:pt x="9509323" y="2732033"/>
                </a:cubicBezTo>
                <a:cubicBezTo>
                  <a:pt x="9512407" y="2728238"/>
                  <a:pt x="9517625" y="2725155"/>
                  <a:pt x="9524978" y="2722783"/>
                </a:cubicBezTo>
                <a:cubicBezTo>
                  <a:pt x="9532331" y="2720411"/>
                  <a:pt x="9541938" y="2718514"/>
                  <a:pt x="9553797" y="2717090"/>
                </a:cubicBezTo>
                <a:cubicBezTo>
                  <a:pt x="9565657" y="2715667"/>
                  <a:pt x="9580600" y="2714955"/>
                  <a:pt x="9598627" y="2714955"/>
                </a:cubicBezTo>
                <a:close/>
                <a:moveTo>
                  <a:pt x="8484202" y="2714955"/>
                </a:moveTo>
                <a:cubicBezTo>
                  <a:pt x="8502703" y="2714955"/>
                  <a:pt x="8517884" y="2715667"/>
                  <a:pt x="8529743" y="2717090"/>
                </a:cubicBezTo>
                <a:cubicBezTo>
                  <a:pt x="8541603" y="2718514"/>
                  <a:pt x="8551091" y="2720411"/>
                  <a:pt x="8558207" y="2722783"/>
                </a:cubicBezTo>
                <a:cubicBezTo>
                  <a:pt x="8565323" y="2725155"/>
                  <a:pt x="8570422" y="2728238"/>
                  <a:pt x="8573506" y="2732033"/>
                </a:cubicBezTo>
                <a:cubicBezTo>
                  <a:pt x="8576589" y="2735828"/>
                  <a:pt x="8578131" y="2740098"/>
                  <a:pt x="8578131" y="2744842"/>
                </a:cubicBezTo>
                <a:lnTo>
                  <a:pt x="8578131" y="3614398"/>
                </a:lnTo>
                <a:cubicBezTo>
                  <a:pt x="8578131" y="3619142"/>
                  <a:pt x="8576589" y="3623412"/>
                  <a:pt x="8573506" y="3627207"/>
                </a:cubicBezTo>
                <a:cubicBezTo>
                  <a:pt x="8570422" y="3631002"/>
                  <a:pt x="8565323" y="3634085"/>
                  <a:pt x="8558207" y="3636457"/>
                </a:cubicBezTo>
                <a:cubicBezTo>
                  <a:pt x="8551091" y="3638829"/>
                  <a:pt x="8541603" y="3640727"/>
                  <a:pt x="8529743" y="3642150"/>
                </a:cubicBezTo>
                <a:cubicBezTo>
                  <a:pt x="8517884" y="3643573"/>
                  <a:pt x="8502703" y="3644285"/>
                  <a:pt x="8484202" y="3644285"/>
                </a:cubicBezTo>
                <a:cubicBezTo>
                  <a:pt x="8466175" y="3644285"/>
                  <a:pt x="8451113" y="3643573"/>
                  <a:pt x="8439016" y="3642150"/>
                </a:cubicBezTo>
                <a:cubicBezTo>
                  <a:pt x="8426920" y="3640727"/>
                  <a:pt x="8417313" y="3638829"/>
                  <a:pt x="8410197" y="3636457"/>
                </a:cubicBezTo>
                <a:cubicBezTo>
                  <a:pt x="8403081" y="3634085"/>
                  <a:pt x="8397982" y="3631002"/>
                  <a:pt x="8394898" y="3627207"/>
                </a:cubicBezTo>
                <a:cubicBezTo>
                  <a:pt x="8391815" y="3623412"/>
                  <a:pt x="8390273" y="3619142"/>
                  <a:pt x="8390273" y="3614398"/>
                </a:cubicBezTo>
                <a:lnTo>
                  <a:pt x="8390273" y="2744842"/>
                </a:lnTo>
                <a:cubicBezTo>
                  <a:pt x="8390273" y="2740098"/>
                  <a:pt x="8391815" y="2735828"/>
                  <a:pt x="8394898" y="2732033"/>
                </a:cubicBezTo>
                <a:cubicBezTo>
                  <a:pt x="8397982" y="2728238"/>
                  <a:pt x="8403200" y="2725155"/>
                  <a:pt x="8410553" y="2722783"/>
                </a:cubicBezTo>
                <a:cubicBezTo>
                  <a:pt x="8417906" y="2720411"/>
                  <a:pt x="8427513" y="2718514"/>
                  <a:pt x="8439372" y="2717090"/>
                </a:cubicBezTo>
                <a:cubicBezTo>
                  <a:pt x="8451232" y="2715667"/>
                  <a:pt x="8466175" y="2714955"/>
                  <a:pt x="8484202" y="2714955"/>
                </a:cubicBezTo>
                <a:close/>
                <a:moveTo>
                  <a:pt x="6272053" y="2714955"/>
                </a:moveTo>
                <a:cubicBezTo>
                  <a:pt x="6294350" y="2714955"/>
                  <a:pt x="6312021" y="2715311"/>
                  <a:pt x="6325066" y="2716023"/>
                </a:cubicBezTo>
                <a:cubicBezTo>
                  <a:pt x="6338112" y="2716734"/>
                  <a:pt x="6347956" y="2718395"/>
                  <a:pt x="6354597" y="2721004"/>
                </a:cubicBezTo>
                <a:cubicBezTo>
                  <a:pt x="6361239" y="2723613"/>
                  <a:pt x="6365745" y="2727408"/>
                  <a:pt x="6368117" y="2732389"/>
                </a:cubicBezTo>
                <a:cubicBezTo>
                  <a:pt x="6370489" y="2737370"/>
                  <a:pt x="6372387" y="2744368"/>
                  <a:pt x="6373810" y="2753381"/>
                </a:cubicBezTo>
                <a:lnTo>
                  <a:pt x="6535340" y="3458561"/>
                </a:lnTo>
                <a:lnTo>
                  <a:pt x="6536051" y="3458561"/>
                </a:lnTo>
                <a:lnTo>
                  <a:pt x="6703985" y="2758362"/>
                </a:lnTo>
                <a:cubicBezTo>
                  <a:pt x="6705883" y="2749349"/>
                  <a:pt x="6708373" y="2741996"/>
                  <a:pt x="6711457" y="2736303"/>
                </a:cubicBezTo>
                <a:cubicBezTo>
                  <a:pt x="6714540" y="2730611"/>
                  <a:pt x="6719759" y="2726222"/>
                  <a:pt x="6727112" y="2723139"/>
                </a:cubicBezTo>
                <a:cubicBezTo>
                  <a:pt x="6734465" y="2720055"/>
                  <a:pt x="6744545" y="2717920"/>
                  <a:pt x="6757354" y="2716734"/>
                </a:cubicBezTo>
                <a:cubicBezTo>
                  <a:pt x="6770163" y="2715549"/>
                  <a:pt x="6787241" y="2714955"/>
                  <a:pt x="6808588" y="2714955"/>
                </a:cubicBezTo>
                <a:cubicBezTo>
                  <a:pt x="6831359" y="2714955"/>
                  <a:pt x="6849504" y="2715430"/>
                  <a:pt x="6863024" y="2716379"/>
                </a:cubicBezTo>
                <a:cubicBezTo>
                  <a:pt x="6876544" y="2717327"/>
                  <a:pt x="6886981" y="2719343"/>
                  <a:pt x="6894334" y="2722427"/>
                </a:cubicBezTo>
                <a:cubicBezTo>
                  <a:pt x="6901687" y="2725511"/>
                  <a:pt x="6907024" y="2729899"/>
                  <a:pt x="6910345" y="2735591"/>
                </a:cubicBezTo>
                <a:cubicBezTo>
                  <a:pt x="6913665" y="2741284"/>
                  <a:pt x="6916275" y="2748874"/>
                  <a:pt x="6918172" y="2758362"/>
                </a:cubicBezTo>
                <a:lnTo>
                  <a:pt x="7091799" y="3458561"/>
                </a:lnTo>
                <a:lnTo>
                  <a:pt x="7093222" y="3458561"/>
                </a:lnTo>
                <a:lnTo>
                  <a:pt x="7254752" y="2755516"/>
                </a:lnTo>
                <a:cubicBezTo>
                  <a:pt x="7256175" y="2747925"/>
                  <a:pt x="7258072" y="2741403"/>
                  <a:pt x="7260444" y="2735947"/>
                </a:cubicBezTo>
                <a:cubicBezTo>
                  <a:pt x="7262816" y="2730492"/>
                  <a:pt x="7267323" y="2726222"/>
                  <a:pt x="7273964" y="2723139"/>
                </a:cubicBezTo>
                <a:cubicBezTo>
                  <a:pt x="7280606" y="2720055"/>
                  <a:pt x="7290094" y="2717920"/>
                  <a:pt x="7302428" y="2716734"/>
                </a:cubicBezTo>
                <a:cubicBezTo>
                  <a:pt x="7314762" y="2715549"/>
                  <a:pt x="7332077" y="2714955"/>
                  <a:pt x="7354373" y="2714955"/>
                </a:cubicBezTo>
                <a:cubicBezTo>
                  <a:pt x="7375247" y="2714955"/>
                  <a:pt x="7391494" y="2715549"/>
                  <a:pt x="7403117" y="2716734"/>
                </a:cubicBezTo>
                <a:cubicBezTo>
                  <a:pt x="7414739" y="2717920"/>
                  <a:pt x="7423160" y="2721122"/>
                  <a:pt x="7428378" y="2726341"/>
                </a:cubicBezTo>
                <a:cubicBezTo>
                  <a:pt x="7433596" y="2731559"/>
                  <a:pt x="7435850" y="2739268"/>
                  <a:pt x="7435138" y="2749467"/>
                </a:cubicBezTo>
                <a:cubicBezTo>
                  <a:pt x="7434427" y="2759667"/>
                  <a:pt x="7431936" y="2773543"/>
                  <a:pt x="7427667" y="2791095"/>
                </a:cubicBezTo>
                <a:lnTo>
                  <a:pt x="7216326" y="3592339"/>
                </a:lnTo>
                <a:cubicBezTo>
                  <a:pt x="7213480" y="3603724"/>
                  <a:pt x="7209566" y="3612856"/>
                  <a:pt x="7204585" y="3619735"/>
                </a:cubicBezTo>
                <a:cubicBezTo>
                  <a:pt x="7199604" y="3626614"/>
                  <a:pt x="7192132" y="3631832"/>
                  <a:pt x="7182170" y="3635390"/>
                </a:cubicBezTo>
                <a:cubicBezTo>
                  <a:pt x="7172208" y="3638948"/>
                  <a:pt x="7159399" y="3641320"/>
                  <a:pt x="7143744" y="3642506"/>
                </a:cubicBezTo>
                <a:cubicBezTo>
                  <a:pt x="7128090" y="3643692"/>
                  <a:pt x="7108165" y="3644285"/>
                  <a:pt x="7083971" y="3644285"/>
                </a:cubicBezTo>
                <a:cubicBezTo>
                  <a:pt x="7056931" y="3644285"/>
                  <a:pt x="7035228" y="3643692"/>
                  <a:pt x="7018861" y="3642506"/>
                </a:cubicBezTo>
                <a:cubicBezTo>
                  <a:pt x="7002495" y="3641320"/>
                  <a:pt x="6989568" y="3638948"/>
                  <a:pt x="6980080" y="3635390"/>
                </a:cubicBezTo>
                <a:cubicBezTo>
                  <a:pt x="6970592" y="3631832"/>
                  <a:pt x="6963713" y="3626614"/>
                  <a:pt x="6959444" y="3619735"/>
                </a:cubicBezTo>
                <a:cubicBezTo>
                  <a:pt x="6955174" y="3612856"/>
                  <a:pt x="6951854" y="3603724"/>
                  <a:pt x="6949482" y="3592339"/>
                </a:cubicBezTo>
                <a:lnTo>
                  <a:pt x="6802184" y="3008840"/>
                </a:lnTo>
                <a:lnTo>
                  <a:pt x="6800761" y="3008840"/>
                </a:lnTo>
                <a:lnTo>
                  <a:pt x="6661290" y="3592339"/>
                </a:lnTo>
                <a:cubicBezTo>
                  <a:pt x="6658918" y="3603250"/>
                  <a:pt x="6655597" y="3612145"/>
                  <a:pt x="6651328" y="3619023"/>
                </a:cubicBezTo>
                <a:cubicBezTo>
                  <a:pt x="6647058" y="3625902"/>
                  <a:pt x="6640298" y="3631239"/>
                  <a:pt x="6631048" y="3635034"/>
                </a:cubicBezTo>
                <a:cubicBezTo>
                  <a:pt x="6621797" y="3638829"/>
                  <a:pt x="6609226" y="3641320"/>
                  <a:pt x="6593334" y="3642506"/>
                </a:cubicBezTo>
                <a:cubicBezTo>
                  <a:pt x="6577442" y="3643692"/>
                  <a:pt x="6556450" y="3644285"/>
                  <a:pt x="6530359" y="3644285"/>
                </a:cubicBezTo>
                <a:cubicBezTo>
                  <a:pt x="6502844" y="3644285"/>
                  <a:pt x="6480903" y="3643692"/>
                  <a:pt x="6464537" y="3642506"/>
                </a:cubicBezTo>
                <a:cubicBezTo>
                  <a:pt x="6448171" y="3641320"/>
                  <a:pt x="6435243" y="3638948"/>
                  <a:pt x="6425756" y="3635390"/>
                </a:cubicBezTo>
                <a:cubicBezTo>
                  <a:pt x="6416268" y="3631832"/>
                  <a:pt x="6409389" y="3626614"/>
                  <a:pt x="6405120" y="3619735"/>
                </a:cubicBezTo>
                <a:cubicBezTo>
                  <a:pt x="6400850" y="3612856"/>
                  <a:pt x="6397292" y="3603724"/>
                  <a:pt x="6394446" y="3592339"/>
                </a:cubicBezTo>
                <a:lnTo>
                  <a:pt x="6185240" y="2788960"/>
                </a:lnTo>
                <a:cubicBezTo>
                  <a:pt x="6180971" y="2771882"/>
                  <a:pt x="6178599" y="2758481"/>
                  <a:pt x="6178124" y="2748756"/>
                </a:cubicBezTo>
                <a:cubicBezTo>
                  <a:pt x="6177650" y="2739031"/>
                  <a:pt x="6180378" y="2731559"/>
                  <a:pt x="6186307" y="2726341"/>
                </a:cubicBezTo>
                <a:cubicBezTo>
                  <a:pt x="6192238" y="2721122"/>
                  <a:pt x="6201962" y="2717920"/>
                  <a:pt x="6215482" y="2716734"/>
                </a:cubicBezTo>
                <a:cubicBezTo>
                  <a:pt x="6229003" y="2715549"/>
                  <a:pt x="6247860" y="2714955"/>
                  <a:pt x="6272053" y="2714955"/>
                </a:cubicBezTo>
                <a:close/>
                <a:moveTo>
                  <a:pt x="11288467" y="2703570"/>
                </a:moveTo>
                <a:cubicBezTo>
                  <a:pt x="11328316" y="2703570"/>
                  <a:pt x="11364607" y="2706298"/>
                  <a:pt x="11397340" y="2711753"/>
                </a:cubicBezTo>
                <a:cubicBezTo>
                  <a:pt x="11430073" y="2717209"/>
                  <a:pt x="11458655" y="2723850"/>
                  <a:pt x="11483086" y="2731678"/>
                </a:cubicBezTo>
                <a:cubicBezTo>
                  <a:pt x="11507517" y="2739505"/>
                  <a:pt x="11527797" y="2747925"/>
                  <a:pt x="11543926" y="2756939"/>
                </a:cubicBezTo>
                <a:cubicBezTo>
                  <a:pt x="11560055" y="2765952"/>
                  <a:pt x="11571322" y="2773780"/>
                  <a:pt x="11577726" y="2780421"/>
                </a:cubicBezTo>
                <a:cubicBezTo>
                  <a:pt x="11584131" y="2787063"/>
                  <a:pt x="11588756" y="2796432"/>
                  <a:pt x="11591602" y="2808529"/>
                </a:cubicBezTo>
                <a:cubicBezTo>
                  <a:pt x="11594449" y="2820626"/>
                  <a:pt x="11595872" y="2838534"/>
                  <a:pt x="11595872" y="2862253"/>
                </a:cubicBezTo>
                <a:cubicBezTo>
                  <a:pt x="11595872" y="2876011"/>
                  <a:pt x="11595279" y="2887871"/>
                  <a:pt x="11594093" y="2897833"/>
                </a:cubicBezTo>
                <a:cubicBezTo>
                  <a:pt x="11592907" y="2907795"/>
                  <a:pt x="11591246" y="2915741"/>
                  <a:pt x="11589112" y="2921671"/>
                </a:cubicBezTo>
                <a:cubicBezTo>
                  <a:pt x="11586977" y="2927601"/>
                  <a:pt x="11584368" y="2931752"/>
                  <a:pt x="11581284" y="2934123"/>
                </a:cubicBezTo>
                <a:cubicBezTo>
                  <a:pt x="11578201" y="2936495"/>
                  <a:pt x="11574524" y="2937681"/>
                  <a:pt x="11570255" y="2937681"/>
                </a:cubicBezTo>
                <a:cubicBezTo>
                  <a:pt x="11564088" y="2937681"/>
                  <a:pt x="11554125" y="2933412"/>
                  <a:pt x="11540368" y="2924873"/>
                </a:cubicBezTo>
                <a:cubicBezTo>
                  <a:pt x="11526611" y="2916334"/>
                  <a:pt x="11508347" y="2907083"/>
                  <a:pt x="11485576" y="2897121"/>
                </a:cubicBezTo>
                <a:cubicBezTo>
                  <a:pt x="11462805" y="2887159"/>
                  <a:pt x="11435647" y="2877908"/>
                  <a:pt x="11404100" y="2869369"/>
                </a:cubicBezTo>
                <a:cubicBezTo>
                  <a:pt x="11372553" y="2860831"/>
                  <a:pt x="11335906" y="2856561"/>
                  <a:pt x="11294160" y="2856561"/>
                </a:cubicBezTo>
                <a:cubicBezTo>
                  <a:pt x="11249567" y="2856561"/>
                  <a:pt x="11209244" y="2864270"/>
                  <a:pt x="11173191" y="2879688"/>
                </a:cubicBezTo>
                <a:cubicBezTo>
                  <a:pt x="11137137" y="2895105"/>
                  <a:pt x="11106302" y="2916927"/>
                  <a:pt x="11080685" y="2945153"/>
                </a:cubicBezTo>
                <a:cubicBezTo>
                  <a:pt x="11055068" y="2973379"/>
                  <a:pt x="11035380" y="3007298"/>
                  <a:pt x="11021623" y="3046910"/>
                </a:cubicBezTo>
                <a:cubicBezTo>
                  <a:pt x="11007866" y="3086521"/>
                  <a:pt x="11000987" y="3130284"/>
                  <a:pt x="11000987" y="3178197"/>
                </a:cubicBezTo>
                <a:cubicBezTo>
                  <a:pt x="11000987" y="3230854"/>
                  <a:pt x="11007984" y="3277226"/>
                  <a:pt x="11021979" y="3317312"/>
                </a:cubicBezTo>
                <a:cubicBezTo>
                  <a:pt x="11035973" y="3357398"/>
                  <a:pt x="11055542" y="3390961"/>
                  <a:pt x="11080685" y="3418001"/>
                </a:cubicBezTo>
                <a:cubicBezTo>
                  <a:pt x="11105827" y="3445041"/>
                  <a:pt x="11136070" y="3465440"/>
                  <a:pt x="11171412" y="3479197"/>
                </a:cubicBezTo>
                <a:cubicBezTo>
                  <a:pt x="11206754" y="3492954"/>
                  <a:pt x="11245772" y="3499833"/>
                  <a:pt x="11288467" y="3499833"/>
                </a:cubicBezTo>
                <a:cubicBezTo>
                  <a:pt x="11309340" y="3499833"/>
                  <a:pt x="11329976" y="3497461"/>
                  <a:pt x="11350375" y="3492717"/>
                </a:cubicBezTo>
                <a:cubicBezTo>
                  <a:pt x="11370774" y="3487973"/>
                  <a:pt x="11389749" y="3480857"/>
                  <a:pt x="11407302" y="3471370"/>
                </a:cubicBezTo>
                <a:lnTo>
                  <a:pt x="11407302" y="3257895"/>
                </a:lnTo>
                <a:lnTo>
                  <a:pt x="11232964" y="3257895"/>
                </a:lnTo>
                <a:cubicBezTo>
                  <a:pt x="11224425" y="3257895"/>
                  <a:pt x="11217783" y="3252557"/>
                  <a:pt x="11213039" y="3241884"/>
                </a:cubicBezTo>
                <a:cubicBezTo>
                  <a:pt x="11208295" y="3231210"/>
                  <a:pt x="11205923" y="3213065"/>
                  <a:pt x="11205923" y="3187447"/>
                </a:cubicBezTo>
                <a:cubicBezTo>
                  <a:pt x="11205923" y="3174165"/>
                  <a:pt x="11206516" y="3163017"/>
                  <a:pt x="11207702" y="3154003"/>
                </a:cubicBezTo>
                <a:cubicBezTo>
                  <a:pt x="11208888" y="3144990"/>
                  <a:pt x="11210667" y="3137755"/>
                  <a:pt x="11213039" y="3132300"/>
                </a:cubicBezTo>
                <a:cubicBezTo>
                  <a:pt x="11215411" y="3126844"/>
                  <a:pt x="11218258" y="3122812"/>
                  <a:pt x="11221578" y="3120203"/>
                </a:cubicBezTo>
                <a:cubicBezTo>
                  <a:pt x="11224899" y="3117594"/>
                  <a:pt x="11228694" y="3116289"/>
                  <a:pt x="11232964" y="3116289"/>
                </a:cubicBezTo>
                <a:lnTo>
                  <a:pt x="11543926" y="3116289"/>
                </a:lnTo>
                <a:cubicBezTo>
                  <a:pt x="11551516" y="3116289"/>
                  <a:pt x="11558276" y="3117594"/>
                  <a:pt x="11564206" y="3120203"/>
                </a:cubicBezTo>
                <a:cubicBezTo>
                  <a:pt x="11570136" y="3122812"/>
                  <a:pt x="11575354" y="3126726"/>
                  <a:pt x="11579861" y="3131944"/>
                </a:cubicBezTo>
                <a:cubicBezTo>
                  <a:pt x="11584368" y="3137163"/>
                  <a:pt x="11587807" y="3143448"/>
                  <a:pt x="11590179" y="3150801"/>
                </a:cubicBezTo>
                <a:cubicBezTo>
                  <a:pt x="11592551" y="3158154"/>
                  <a:pt x="11593737" y="3166574"/>
                  <a:pt x="11593737" y="3176062"/>
                </a:cubicBezTo>
                <a:lnTo>
                  <a:pt x="11593737" y="3542528"/>
                </a:lnTo>
                <a:cubicBezTo>
                  <a:pt x="11593737" y="3556760"/>
                  <a:pt x="11591246" y="3569213"/>
                  <a:pt x="11586265" y="3579886"/>
                </a:cubicBezTo>
                <a:cubicBezTo>
                  <a:pt x="11581284" y="3590560"/>
                  <a:pt x="11571085" y="3598981"/>
                  <a:pt x="11555667" y="3605148"/>
                </a:cubicBezTo>
                <a:cubicBezTo>
                  <a:pt x="11540250" y="3611315"/>
                  <a:pt x="11521155" y="3617719"/>
                  <a:pt x="11498385" y="3624360"/>
                </a:cubicBezTo>
                <a:cubicBezTo>
                  <a:pt x="11475614" y="3631002"/>
                  <a:pt x="11452013" y="3636694"/>
                  <a:pt x="11427582" y="3641438"/>
                </a:cubicBezTo>
                <a:cubicBezTo>
                  <a:pt x="11403151" y="3646182"/>
                  <a:pt x="11378483" y="3649740"/>
                  <a:pt x="11353577" y="3652112"/>
                </a:cubicBezTo>
                <a:cubicBezTo>
                  <a:pt x="11328672" y="3654484"/>
                  <a:pt x="11303648" y="3655670"/>
                  <a:pt x="11278505" y="3655670"/>
                </a:cubicBezTo>
                <a:cubicBezTo>
                  <a:pt x="11204975" y="3655670"/>
                  <a:pt x="11139153" y="3645115"/>
                  <a:pt x="11081040" y="3624005"/>
                </a:cubicBezTo>
                <a:cubicBezTo>
                  <a:pt x="11022928" y="3602894"/>
                  <a:pt x="10973710" y="3572296"/>
                  <a:pt x="10933387" y="3532210"/>
                </a:cubicBezTo>
                <a:cubicBezTo>
                  <a:pt x="10893064" y="3492124"/>
                  <a:pt x="10862228" y="3443262"/>
                  <a:pt x="10840881" y="3385624"/>
                </a:cubicBezTo>
                <a:cubicBezTo>
                  <a:pt x="10819533" y="3327986"/>
                  <a:pt x="10808859" y="3262638"/>
                  <a:pt x="10808859" y="3189582"/>
                </a:cubicBezTo>
                <a:cubicBezTo>
                  <a:pt x="10808859" y="3114154"/>
                  <a:pt x="10820245" y="3046435"/>
                  <a:pt x="10843015" y="2986425"/>
                </a:cubicBezTo>
                <a:cubicBezTo>
                  <a:pt x="10865786" y="2926415"/>
                  <a:pt x="10898045" y="2875418"/>
                  <a:pt x="10939791" y="2833434"/>
                </a:cubicBezTo>
                <a:cubicBezTo>
                  <a:pt x="10981537" y="2791451"/>
                  <a:pt x="11031941" y="2759311"/>
                  <a:pt x="11091003" y="2737014"/>
                </a:cubicBezTo>
                <a:cubicBezTo>
                  <a:pt x="11150064" y="2714718"/>
                  <a:pt x="11215886" y="2703570"/>
                  <a:pt x="11288467" y="2703570"/>
                </a:cubicBezTo>
                <a:close/>
                <a:moveTo>
                  <a:pt x="3790982" y="2702859"/>
                </a:moveTo>
                <a:cubicBezTo>
                  <a:pt x="3860717" y="2702859"/>
                  <a:pt x="3922269" y="2712109"/>
                  <a:pt x="3975638" y="2730611"/>
                </a:cubicBezTo>
                <a:cubicBezTo>
                  <a:pt x="4029007" y="2749111"/>
                  <a:pt x="4073600" y="2777575"/>
                  <a:pt x="4109416" y="2816000"/>
                </a:cubicBezTo>
                <a:cubicBezTo>
                  <a:pt x="4145233" y="2854426"/>
                  <a:pt x="4172273" y="2902932"/>
                  <a:pt x="4190537" y="2961519"/>
                </a:cubicBezTo>
                <a:cubicBezTo>
                  <a:pt x="4208800" y="3020107"/>
                  <a:pt x="4217932" y="3089249"/>
                  <a:pt x="4217932" y="3168947"/>
                </a:cubicBezTo>
                <a:cubicBezTo>
                  <a:pt x="4217932" y="3245323"/>
                  <a:pt x="4208445" y="3313635"/>
                  <a:pt x="4189469" y="3373883"/>
                </a:cubicBezTo>
                <a:cubicBezTo>
                  <a:pt x="4170494" y="3434130"/>
                  <a:pt x="4142267" y="3485246"/>
                  <a:pt x="4104791" y="3527229"/>
                </a:cubicBezTo>
                <a:cubicBezTo>
                  <a:pt x="4067314" y="3569213"/>
                  <a:pt x="4020942" y="3601234"/>
                  <a:pt x="3965676" y="3623293"/>
                </a:cubicBezTo>
                <a:cubicBezTo>
                  <a:pt x="3910410" y="3645352"/>
                  <a:pt x="3846485" y="3656382"/>
                  <a:pt x="3773904" y="3656382"/>
                </a:cubicBezTo>
                <a:cubicBezTo>
                  <a:pt x="3702271" y="3656382"/>
                  <a:pt x="3639771" y="3647012"/>
                  <a:pt x="3586401" y="3628274"/>
                </a:cubicBezTo>
                <a:cubicBezTo>
                  <a:pt x="3533032" y="3609536"/>
                  <a:pt x="3488559" y="3580954"/>
                  <a:pt x="3452980" y="3542528"/>
                </a:cubicBezTo>
                <a:cubicBezTo>
                  <a:pt x="3417400" y="3504103"/>
                  <a:pt x="3390716" y="3455240"/>
                  <a:pt x="3372926" y="3395942"/>
                </a:cubicBezTo>
                <a:cubicBezTo>
                  <a:pt x="3355137" y="3336643"/>
                  <a:pt x="3346242" y="3266433"/>
                  <a:pt x="3346242" y="3185313"/>
                </a:cubicBezTo>
                <a:cubicBezTo>
                  <a:pt x="3346242" y="3110834"/>
                  <a:pt x="3355729" y="3043826"/>
                  <a:pt x="3374705" y="2984290"/>
                </a:cubicBezTo>
                <a:cubicBezTo>
                  <a:pt x="3393680" y="2924754"/>
                  <a:pt x="3421907" y="2874113"/>
                  <a:pt x="3459383" y="2832367"/>
                </a:cubicBezTo>
                <a:cubicBezTo>
                  <a:pt x="3496861" y="2790621"/>
                  <a:pt x="3543232" y="2758600"/>
                  <a:pt x="3598498" y="2736303"/>
                </a:cubicBezTo>
                <a:cubicBezTo>
                  <a:pt x="3653765" y="2714007"/>
                  <a:pt x="3717926" y="2702859"/>
                  <a:pt x="3790982" y="2702859"/>
                </a:cubicBezTo>
                <a:close/>
                <a:moveTo>
                  <a:pt x="12191999" y="0"/>
                </a:moveTo>
                <a:lnTo>
                  <a:pt x="12411455" y="0"/>
                </a:lnTo>
                <a:lnTo>
                  <a:pt x="12411455" y="6858000"/>
                </a:lnTo>
                <a:lnTo>
                  <a:pt x="12191999" y="6858000"/>
                </a:lnTo>
                <a:close/>
                <a:moveTo>
                  <a:pt x="0" y="0"/>
                </a:moveTo>
                <a:lnTo>
                  <a:pt x="219456" y="0"/>
                </a:lnTo>
                <a:lnTo>
                  <a:pt x="21945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" y="72888"/>
            <a:ext cx="5009321" cy="678511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9130749" y="596348"/>
            <a:ext cx="2146852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Lecture 3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3868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073500435"/>
              </p:ext>
            </p:extLst>
          </p:nvPr>
        </p:nvGraphicFramePr>
        <p:xfrm>
          <a:off x="0" y="175363"/>
          <a:ext cx="12191999" cy="6576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359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07736"/>
          </a:xfrm>
        </p:spPr>
        <p:txBody>
          <a:bodyPr/>
          <a:lstStyle/>
          <a:p>
            <a:r>
              <a:rPr lang="en-US" dirty="0" smtClean="0"/>
              <a:t>What is a report?</a:t>
            </a:r>
            <a:br>
              <a:rPr lang="en-US" dirty="0" smtClean="0"/>
            </a:br>
            <a:r>
              <a:rPr lang="en-US" sz="3200" dirty="0" smtClean="0"/>
              <a:t>A report is a </a:t>
            </a:r>
            <a:r>
              <a:rPr lang="en-US" sz="3200" dirty="0" smtClean="0">
                <a:solidFill>
                  <a:srgbClr val="FF0000"/>
                </a:solidFill>
              </a:rPr>
              <a:t>structured form </a:t>
            </a:r>
            <a:r>
              <a:rPr lang="en-US" sz="3200" dirty="0" smtClean="0"/>
              <a:t>of writing.  </a:t>
            </a:r>
            <a:endParaRPr lang="en-US" sz="3200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711742"/>
              </p:ext>
            </p:extLst>
          </p:nvPr>
        </p:nvGraphicFramePr>
        <p:xfrm>
          <a:off x="5473874" y="2672861"/>
          <a:ext cx="5879925" cy="3504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1089764" y="2672861"/>
            <a:ext cx="4346532" cy="3540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762" y="2672861"/>
            <a:ext cx="4346533" cy="354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6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F3D685-04D8-4F12-830E-25C0B8416F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2EF3D685-04D8-4F12-830E-25C0B8416F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02353B-1887-48C6-9877-BC53CA9185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>
                                            <p:graphicEl>
                                              <a:dgm id="{E202353B-1887-48C6-9877-BC53CA9185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176173-70C3-4747-99BE-F3B8E6A195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>
                                            <p:graphicEl>
                                              <a:dgm id="{10176173-70C3-4747-99BE-F3B8E6A195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331285"/>
              </p:ext>
            </p:extLst>
          </p:nvPr>
        </p:nvGraphicFramePr>
        <p:xfrm>
          <a:off x="838200" y="1322363"/>
          <a:ext cx="10515600" cy="485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700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Expectations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9168"/>
            <a:ext cx="10515600" cy="4351338"/>
          </a:xfrm>
        </p:spPr>
        <p:txBody>
          <a:bodyPr/>
          <a:lstStyle/>
          <a:p>
            <a:r>
              <a:rPr lang="en-US" dirty="0" smtClean="0"/>
              <a:t>First, a report is based on a </a:t>
            </a:r>
            <a:r>
              <a:rPr lang="en-US" dirty="0" smtClean="0">
                <a:solidFill>
                  <a:srgbClr val="00FF99"/>
                </a:solidFill>
              </a:rPr>
              <a:t>problem or hypothesis </a:t>
            </a:r>
            <a:r>
              <a:rPr lang="en-US" dirty="0" smtClean="0"/>
              <a:t>for which a solution has to be provided. This has to be highlighted as the topic of a report.</a:t>
            </a:r>
          </a:p>
          <a:p>
            <a:r>
              <a:rPr lang="en-US" dirty="0" smtClean="0"/>
              <a:t>Second, a report has a </a:t>
            </a:r>
            <a:r>
              <a:rPr lang="en-US" dirty="0" smtClean="0">
                <a:solidFill>
                  <a:srgbClr val="9966FF"/>
                </a:solidFill>
              </a:rPr>
              <a:t>clearly defined audience </a:t>
            </a:r>
            <a:r>
              <a:rPr lang="en-US" dirty="0" smtClean="0"/>
              <a:t>(client, manager, </a:t>
            </a:r>
            <a:r>
              <a:rPr lang="en-US" dirty="0" err="1" smtClean="0"/>
              <a:t>etc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Third, a report is given a </a:t>
            </a:r>
            <a:r>
              <a:rPr lang="en-US" dirty="0" smtClean="0">
                <a:solidFill>
                  <a:srgbClr val="00B050"/>
                </a:solidFill>
              </a:rPr>
              <a:t>proper structure and format </a:t>
            </a:r>
            <a:r>
              <a:rPr lang="en-US" dirty="0" smtClean="0"/>
              <a:t>with the use of headings and subheadings.</a:t>
            </a:r>
          </a:p>
          <a:p>
            <a:r>
              <a:rPr lang="en-US" dirty="0" smtClean="0"/>
              <a:t>Fourth, a good report is based on </a:t>
            </a:r>
            <a:r>
              <a:rPr lang="en-US" dirty="0" smtClean="0">
                <a:solidFill>
                  <a:srgbClr val="00B050"/>
                </a:solidFill>
              </a:rPr>
              <a:t>good research and analysis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46287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1601"/>
            <a:ext cx="12192000" cy="1589088"/>
          </a:xfrm>
          <a:solidFill>
            <a:srgbClr val="99CCFF"/>
          </a:solidFill>
        </p:spPr>
        <p:txBody>
          <a:bodyPr/>
          <a:lstStyle/>
          <a:p>
            <a:pPr algn="ctr"/>
            <a:r>
              <a:rPr lang="en-US" dirty="0"/>
              <a:t>4</a:t>
            </a:r>
            <a:r>
              <a:rPr lang="en-US" dirty="0" smtClean="0"/>
              <a:t>C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661658"/>
              </p:ext>
            </p:extLst>
          </p:nvPr>
        </p:nvGraphicFramePr>
        <p:xfrm>
          <a:off x="0" y="1825625"/>
          <a:ext cx="12076113" cy="4879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932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2158584"/>
            <a:ext cx="12192000" cy="734518"/>
          </a:xfrm>
        </p:spPr>
        <p:txBody>
          <a:bodyPr>
            <a:noAutofit/>
          </a:bodyPr>
          <a:lstStyle/>
          <a:p>
            <a:pPr marL="0" indent="0">
              <a:lnSpc>
                <a:spcPts val="4100"/>
              </a:lnSpc>
            </a:pPr>
            <a:r>
              <a:rPr lang="en-US" sz="36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Structuring Your Report: Key Sections Explained</a:t>
            </a:r>
            <a:endParaRPr lang="en-US" sz="36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" y="2893102"/>
            <a:ext cx="12192000" cy="3994877"/>
          </a:xfrm>
          <a:noFill/>
        </p:spPr>
        <p:txBody>
          <a:bodyPr>
            <a:noAutofit/>
          </a:bodyPr>
          <a:lstStyle/>
          <a:p>
            <a:r>
              <a:rPr lang="en-US" sz="2800" dirty="0"/>
              <a:t>A good title is informative</a:t>
            </a:r>
            <a:r>
              <a:rPr lang="en-US" sz="2800" dirty="0">
                <a:solidFill>
                  <a:srgbClr val="FF0000"/>
                </a:solidFill>
              </a:rPr>
              <a:t> without being cumbersome</a:t>
            </a:r>
          </a:p>
          <a:p>
            <a:r>
              <a:rPr lang="en-US" sz="2800" dirty="0" smtClean="0">
                <a:solidFill>
                  <a:srgbClr val="00B050"/>
                </a:solidFill>
              </a:rPr>
              <a:t>Table </a:t>
            </a:r>
            <a:r>
              <a:rPr lang="en-US" sz="2800" dirty="0">
                <a:solidFill>
                  <a:srgbClr val="00B050"/>
                </a:solidFill>
              </a:rPr>
              <a:t>of </a:t>
            </a:r>
            <a:r>
              <a:rPr lang="en-US" sz="2800" dirty="0" smtClean="0">
                <a:solidFill>
                  <a:srgbClr val="00B050"/>
                </a:solidFill>
              </a:rPr>
              <a:t>contents</a:t>
            </a:r>
            <a:endParaRPr lang="en-US" sz="2800" dirty="0">
              <a:solidFill>
                <a:srgbClr val="00B050"/>
              </a:solidFill>
            </a:endParaRPr>
          </a:p>
          <a:p>
            <a:r>
              <a:rPr lang="en-US" sz="2800" dirty="0">
                <a:solidFill>
                  <a:srgbClr val="0070C0"/>
                </a:solidFill>
              </a:rPr>
              <a:t>Executive </a:t>
            </a:r>
            <a:r>
              <a:rPr lang="en-US" sz="2800" dirty="0" smtClean="0">
                <a:solidFill>
                  <a:srgbClr val="0070C0"/>
                </a:solidFill>
              </a:rPr>
              <a:t>summary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US" sz="2800" dirty="0" smtClean="0"/>
              <a:t>Introduction</a:t>
            </a:r>
            <a:endParaRPr lang="en-US" sz="2800" dirty="0"/>
          </a:p>
          <a:p>
            <a:r>
              <a:rPr lang="en-US" sz="2800" dirty="0" smtClean="0">
                <a:solidFill>
                  <a:srgbClr val="00B0F0"/>
                </a:solidFill>
              </a:rPr>
              <a:t>Discussion</a:t>
            </a:r>
            <a:endParaRPr lang="en-US" sz="2800" dirty="0">
              <a:solidFill>
                <a:srgbClr val="00B0F0"/>
              </a:solidFill>
            </a:endParaRPr>
          </a:p>
          <a:p>
            <a:r>
              <a:rPr lang="en-US" sz="2800" dirty="0"/>
              <a:t>The </a:t>
            </a:r>
            <a:r>
              <a:rPr lang="en-US" sz="2800" dirty="0" smtClean="0"/>
              <a:t>ending</a:t>
            </a:r>
            <a:endParaRPr lang="en-US" sz="2800" dirty="0"/>
          </a:p>
          <a:p>
            <a:r>
              <a:rPr lang="en-US" sz="2800" dirty="0" smtClean="0"/>
              <a:t>Recommendations</a:t>
            </a:r>
            <a:endParaRPr lang="en-US" sz="2800" dirty="0"/>
          </a:p>
          <a:p>
            <a:r>
              <a:rPr lang="en-US" sz="2800" dirty="0" smtClean="0">
                <a:solidFill>
                  <a:srgbClr val="002060"/>
                </a:solidFill>
              </a:rPr>
              <a:t>Bibliography or References </a:t>
            </a:r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182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34648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Purpose of Writing a Report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A report is used to provide </a:t>
            </a:r>
            <a:r>
              <a:rPr lang="en-US" dirty="0" smtClean="0">
                <a:solidFill>
                  <a:srgbClr val="FF0000"/>
                </a:solidFill>
              </a:rPr>
              <a:t>impartial and authentic information </a:t>
            </a:r>
            <a:r>
              <a:rPr lang="en-US" dirty="0" smtClean="0"/>
              <a:t>about an event, problem or project.</a:t>
            </a:r>
          </a:p>
          <a:p>
            <a:pPr algn="just">
              <a:lnSpc>
                <a:spcPct val="110000"/>
              </a:lnSpc>
            </a:pPr>
            <a:r>
              <a:rPr lang="en-US" dirty="0" smtClean="0"/>
              <a:t>A report analyzes data and presents findings to support a specific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 smtClean="0"/>
              <a:t>position/hypothesis so that the audience is </a:t>
            </a:r>
            <a:r>
              <a:rPr lang="en-US" dirty="0" smtClean="0">
                <a:solidFill>
                  <a:srgbClr val="00B0F0"/>
                </a:solidFill>
              </a:rPr>
              <a:t>persuaded to </a:t>
            </a:r>
            <a:r>
              <a:rPr lang="en-US" dirty="0" smtClean="0"/>
              <a:t>believe in that.</a:t>
            </a:r>
          </a:p>
          <a:p>
            <a:pPr algn="just"/>
            <a:r>
              <a:rPr lang="en-US" dirty="0" smtClean="0"/>
              <a:t>A persuasive report </a:t>
            </a:r>
            <a:r>
              <a:rPr lang="en-US" dirty="0" smtClean="0">
                <a:solidFill>
                  <a:srgbClr val="00B0F0"/>
                </a:solidFill>
              </a:rPr>
              <a:t>influences</a:t>
            </a:r>
            <a:r>
              <a:rPr lang="en-US" dirty="0" smtClean="0"/>
              <a:t> the audience to take some action based on the findings and recommendations.</a:t>
            </a:r>
          </a:p>
          <a:p>
            <a:pPr algn="just"/>
            <a:r>
              <a:rPr lang="en-US" dirty="0" smtClean="0"/>
              <a:t>When the audience takes the action recommended by the report, a perspective and behavior shift is </a:t>
            </a:r>
            <a:r>
              <a:rPr lang="en-US" dirty="0" smtClean="0">
                <a:solidFill>
                  <a:srgbClr val="92D050"/>
                </a:solidFill>
              </a:rPr>
              <a:t>initiated</a:t>
            </a:r>
            <a:r>
              <a:rPr lang="en-US" dirty="0" smtClean="0"/>
              <a:t> which becomes the harbinger of change in the society.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68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31" y="104931"/>
            <a:ext cx="12087069" cy="1585758"/>
          </a:xfrm>
        </p:spPr>
        <p:txBody>
          <a:bodyPr/>
          <a:lstStyle/>
          <a:p>
            <a:pPr algn="ctr"/>
            <a:r>
              <a:rPr lang="en-US" b="1" dirty="0"/>
              <a:t>How to write a report in 7 steps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310" y="1825624"/>
            <a:ext cx="6570690" cy="5032375"/>
          </a:xfrm>
          <a:solidFill>
            <a:srgbClr val="99CCFF"/>
          </a:solidFill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you </a:t>
            </a:r>
            <a:r>
              <a:rPr lang="en-US" sz="3200" dirty="0"/>
              <a:t>need to pick the topic of your </a:t>
            </a:r>
            <a:r>
              <a:rPr lang="en-US" sz="3200" dirty="0" smtClean="0"/>
              <a:t>report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Conduct research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Write </a:t>
            </a:r>
            <a:r>
              <a:rPr lang="en-US" sz="3200" dirty="0"/>
              <a:t>a thesis </a:t>
            </a:r>
            <a:r>
              <a:rPr lang="en-US" sz="3200" dirty="0" smtClean="0"/>
              <a:t>statement</a:t>
            </a:r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Prepare </a:t>
            </a:r>
            <a:r>
              <a:rPr lang="en-US" sz="3200" dirty="0"/>
              <a:t>an </a:t>
            </a:r>
            <a:r>
              <a:rPr lang="en-US" sz="3200" dirty="0" smtClean="0"/>
              <a:t>outline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Write </a:t>
            </a:r>
            <a:r>
              <a:rPr lang="en-US" sz="3200" dirty="0"/>
              <a:t>a rough </a:t>
            </a:r>
            <a:r>
              <a:rPr lang="en-US" sz="3200" dirty="0" smtClean="0"/>
              <a:t>draft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Revise and edit your report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 smtClean="0"/>
              <a:t>Proofread </a:t>
            </a:r>
            <a:r>
              <a:rPr lang="en-US" sz="3200" dirty="0"/>
              <a:t>and check for </a:t>
            </a:r>
            <a:r>
              <a:rPr lang="en-US" sz="3200" dirty="0" smtClean="0"/>
              <a:t>mistakes</a:t>
            </a:r>
            <a:endParaRPr lang="en-US" sz="3200" dirty="0"/>
          </a:p>
        </p:txBody>
      </p:sp>
      <p:pic>
        <p:nvPicPr>
          <p:cNvPr id="1026" name="Picture 2" descr="How to Write a Report: A Guide to Report Formats with ...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825625"/>
            <a:ext cx="5621311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729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Significance of a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 smtClean="0"/>
              <a:t>A report is used to </a:t>
            </a:r>
            <a:r>
              <a:rPr lang="en-US" sz="4000" dirty="0" smtClean="0">
                <a:solidFill>
                  <a:srgbClr val="9966FF"/>
                </a:solidFill>
              </a:rPr>
              <a:t>maintain a written account </a:t>
            </a:r>
            <a:r>
              <a:rPr lang="en-US" sz="4000" dirty="0" smtClean="0"/>
              <a:t>of all the tasks and activities being performed within an organization.</a:t>
            </a:r>
          </a:p>
          <a:p>
            <a:pPr algn="just"/>
            <a:r>
              <a:rPr lang="en-US" sz="4000" dirty="0" smtClean="0"/>
              <a:t>Furthermore, a report also acts as </a:t>
            </a:r>
            <a:r>
              <a:rPr lang="en-US" sz="4000" dirty="0" smtClean="0">
                <a:solidFill>
                  <a:srgbClr val="FF0000"/>
                </a:solidFill>
              </a:rPr>
              <a:t>a source of written communication</a:t>
            </a:r>
            <a:r>
              <a:rPr lang="en-US" sz="4000" dirty="0" smtClean="0"/>
              <a:t> within an organization in a </a:t>
            </a:r>
            <a:r>
              <a:rPr lang="en-US" sz="4000" dirty="0" smtClean="0">
                <a:solidFill>
                  <a:srgbClr val="C00000"/>
                </a:solidFill>
              </a:rPr>
              <a:t>hierarchical manner </a:t>
            </a:r>
            <a:r>
              <a:rPr lang="en-US" sz="4000" dirty="0" smtClean="0"/>
              <a:t>( up ward and down ward communication).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1569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Relevance of a Report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200" dirty="0" smtClean="0"/>
              <a:t>A report acts as a </a:t>
            </a:r>
            <a:r>
              <a:rPr lang="en-US" sz="3200" dirty="0" smtClean="0">
                <a:solidFill>
                  <a:srgbClr val="C00000"/>
                </a:solidFill>
              </a:rPr>
              <a:t>mean of internal communication </a:t>
            </a:r>
            <a:r>
              <a:rPr lang="en-US" sz="3200" dirty="0" smtClean="0"/>
              <a:t>within an organization.</a:t>
            </a:r>
          </a:p>
          <a:p>
            <a:pPr algn="just"/>
            <a:r>
              <a:rPr lang="en-US" sz="3200" dirty="0" smtClean="0"/>
              <a:t>It facilitates </a:t>
            </a:r>
            <a:r>
              <a:rPr lang="en-US" sz="3200" dirty="0" smtClean="0">
                <a:solidFill>
                  <a:srgbClr val="92D050"/>
                </a:solidFill>
              </a:rPr>
              <a:t>project planning </a:t>
            </a:r>
            <a:r>
              <a:rPr lang="en-US" sz="3200" dirty="0" smtClean="0"/>
              <a:t>and </a:t>
            </a:r>
            <a:r>
              <a:rPr lang="en-US" sz="3200" dirty="0" smtClean="0">
                <a:solidFill>
                  <a:schemeClr val="accent5">
                    <a:lumMod val="75000"/>
                  </a:schemeClr>
                </a:solidFill>
              </a:rPr>
              <a:t>decision-making</a:t>
            </a:r>
            <a:r>
              <a:rPr lang="en-US" sz="3200" dirty="0" smtClean="0"/>
              <a:t> process by disclosing new information through the analysis of authentic data.</a:t>
            </a:r>
          </a:p>
          <a:p>
            <a:pPr algn="just"/>
            <a:r>
              <a:rPr lang="en-US" sz="3200" dirty="0" smtClean="0"/>
              <a:t>Thus, it adds information in the </a:t>
            </a:r>
            <a:r>
              <a:rPr lang="en-US" sz="3200" dirty="0" smtClean="0">
                <a:solidFill>
                  <a:srgbClr val="FF0000"/>
                </a:solidFill>
              </a:rPr>
              <a:t>existing body of knowledge </a:t>
            </a:r>
            <a:r>
              <a:rPr lang="en-US" sz="3200" dirty="0" smtClean="0"/>
              <a:t>and becomes a channel of </a:t>
            </a:r>
            <a:r>
              <a:rPr lang="en-US" sz="3200" dirty="0" smtClean="0">
                <a:solidFill>
                  <a:srgbClr val="FF0000"/>
                </a:solidFill>
              </a:rPr>
              <a:t>disseminating information </a:t>
            </a:r>
            <a:r>
              <a:rPr lang="en-US" sz="3200" dirty="0" smtClean="0"/>
              <a:t>among all the employees of an organization.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663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 Attributes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70" y="1921565"/>
            <a:ext cx="12072730" cy="48252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 smtClean="0"/>
              <a:t>• A report is a methodical, </a:t>
            </a:r>
            <a:r>
              <a:rPr lang="en-US" sz="3600" dirty="0" smtClean="0">
                <a:solidFill>
                  <a:srgbClr val="FF0000"/>
                </a:solidFill>
              </a:rPr>
              <a:t>well-planned document </a:t>
            </a:r>
            <a:r>
              <a:rPr lang="en-US" sz="3600" dirty="0" smtClean="0"/>
              <a:t>which outlines and evaluates a subject or problem. </a:t>
            </a:r>
          </a:p>
          <a:p>
            <a:pPr marL="0" indent="0">
              <a:buNone/>
            </a:pPr>
            <a:r>
              <a:rPr lang="en-US" sz="3600" dirty="0" smtClean="0"/>
              <a:t>• Essentially</a:t>
            </a:r>
            <a:r>
              <a:rPr lang="en-US" sz="3600" dirty="0" smtClean="0">
                <a:solidFill>
                  <a:srgbClr val="00B0F0"/>
                </a:solidFill>
              </a:rPr>
              <a:t>, a report is a short, sharp and concise document </a:t>
            </a:r>
            <a:r>
              <a:rPr lang="en-US" sz="3600" dirty="0" smtClean="0"/>
              <a:t>which is written for a particular purpose and audience. </a:t>
            </a:r>
          </a:p>
          <a:p>
            <a:pPr marL="0" indent="0">
              <a:buNone/>
            </a:pPr>
            <a:r>
              <a:rPr lang="en-US" sz="3600" dirty="0" smtClean="0"/>
              <a:t>• It basically </a:t>
            </a:r>
            <a:r>
              <a:rPr lang="en-US" sz="3600" dirty="0" smtClean="0">
                <a:solidFill>
                  <a:srgbClr val="FFC000"/>
                </a:solidFill>
              </a:rPr>
              <a:t>analyzes a situation or problem</a:t>
            </a:r>
            <a:r>
              <a:rPr lang="en-US" sz="3600" dirty="0" smtClean="0"/>
              <a:t>, often making recommendations for future actions. </a:t>
            </a:r>
          </a:p>
          <a:p>
            <a:pPr marL="0" indent="0">
              <a:buNone/>
            </a:pPr>
            <a:r>
              <a:rPr lang="en-US" sz="3600" dirty="0" smtClean="0"/>
              <a:t>• It is a </a:t>
            </a:r>
            <a:r>
              <a:rPr lang="en-US" sz="3600" dirty="0" smtClean="0">
                <a:solidFill>
                  <a:srgbClr val="FF0000"/>
                </a:solidFill>
              </a:rPr>
              <a:t>factual paper </a:t>
            </a:r>
            <a:r>
              <a:rPr lang="en-US" sz="3600" dirty="0" smtClean="0"/>
              <a:t>and needs to be clear and </a:t>
            </a:r>
            <a:r>
              <a:rPr lang="en-US" sz="3600" dirty="0" smtClean="0">
                <a:solidFill>
                  <a:srgbClr val="FF0000"/>
                </a:solidFill>
              </a:rPr>
              <a:t>well-structured</a:t>
            </a:r>
            <a:r>
              <a:rPr lang="en-US" sz="3600" dirty="0" smtClean="0"/>
              <a:t>.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9133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208" y="118924"/>
            <a:ext cx="10515600" cy="1325563"/>
          </a:xfrm>
          <a:solidFill>
            <a:srgbClr val="FFC000"/>
          </a:solidFill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 of a Well-Written Report 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035" y="1444487"/>
            <a:ext cx="11873947" cy="5049078"/>
          </a:xfrm>
        </p:spPr>
        <p:txBody>
          <a:bodyPr>
            <a:noAutofit/>
          </a:bodyPr>
          <a:lstStyle/>
          <a:p>
            <a:pPr algn="just"/>
            <a:r>
              <a:rPr lang="en-US" sz="3600" dirty="0" smtClean="0"/>
              <a:t>A report </a:t>
            </a:r>
            <a:r>
              <a:rPr lang="en-US" sz="3600" dirty="0" smtClean="0">
                <a:solidFill>
                  <a:schemeClr val="accent2">
                    <a:lumMod val="75000"/>
                  </a:schemeClr>
                </a:solidFill>
              </a:rPr>
              <a:t>reflects your clarity of thought</a:t>
            </a:r>
            <a:r>
              <a:rPr lang="en-US" sz="3600" dirty="0" smtClean="0"/>
              <a:t>. It elaborates the fact that your </a:t>
            </a:r>
            <a:r>
              <a:rPr lang="en-US" sz="3600" dirty="0" smtClean="0">
                <a:solidFill>
                  <a:srgbClr val="00B0F0"/>
                </a:solidFill>
              </a:rPr>
              <a:t>knowledge is comprehensive </a:t>
            </a:r>
            <a:r>
              <a:rPr lang="en-US" sz="3600" dirty="0" smtClean="0"/>
              <a:t>and you have provided information in a manner which is   </a:t>
            </a:r>
            <a:r>
              <a:rPr lang="en-US" sz="3600" dirty="0" smtClean="0">
                <a:solidFill>
                  <a:srgbClr val="92D050"/>
                </a:solidFill>
              </a:rPr>
              <a:t>self-explanatory</a:t>
            </a:r>
            <a:r>
              <a:rPr lang="en-US" sz="3600" dirty="0" smtClean="0"/>
              <a:t>. </a:t>
            </a:r>
          </a:p>
          <a:p>
            <a:pPr algn="just"/>
            <a:r>
              <a:rPr lang="en-US" sz="3600" dirty="0" smtClean="0"/>
              <a:t>The information should not only be </a:t>
            </a:r>
            <a:r>
              <a:rPr lang="en-US" sz="3600" dirty="0" smtClean="0">
                <a:solidFill>
                  <a:srgbClr val="92D050"/>
                </a:solidFill>
              </a:rPr>
              <a:t>comprehensive but also brief</a:t>
            </a:r>
            <a:r>
              <a:rPr lang="en-US" sz="3600" dirty="0" smtClean="0"/>
              <a:t>.</a:t>
            </a:r>
          </a:p>
          <a:p>
            <a:pPr algn="just"/>
            <a:r>
              <a:rPr lang="en-US" sz="3600" dirty="0" smtClean="0"/>
              <a:t> In other words, </a:t>
            </a:r>
            <a:r>
              <a:rPr lang="en-US" sz="3600" dirty="0" smtClean="0">
                <a:solidFill>
                  <a:srgbClr val="FF0000"/>
                </a:solidFill>
              </a:rPr>
              <a:t>maximum information </a:t>
            </a:r>
            <a:r>
              <a:rPr lang="en-US" sz="3600" dirty="0" smtClean="0"/>
              <a:t>is provided with </a:t>
            </a:r>
            <a:r>
              <a:rPr lang="en-US" sz="3600" dirty="0" smtClean="0">
                <a:solidFill>
                  <a:srgbClr val="7030A0"/>
                </a:solidFill>
              </a:rPr>
              <a:t>a minimum use of words</a:t>
            </a:r>
            <a:r>
              <a:rPr lang="en-US" sz="3600" dirty="0" smtClean="0"/>
              <a:t>. The overall structure of a well-written report is presentable and legible.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73481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 report can be compared with an essay as these two formats of writing have certain similarities and differences.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3938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3495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Similarities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An introductory section </a:t>
            </a:r>
          </a:p>
          <a:p>
            <a:r>
              <a:rPr lang="en-US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A detailed body </a:t>
            </a:r>
          </a:p>
          <a:p>
            <a:r>
              <a:rPr lang="en-US" sz="3600" dirty="0" smtClean="0"/>
              <a:t> </a:t>
            </a:r>
            <a:r>
              <a:rPr lang="en-US" sz="3600" dirty="0" smtClean="0">
                <a:solidFill>
                  <a:srgbClr val="92D050"/>
                </a:solidFill>
              </a:rPr>
              <a:t>A conclusive section</a:t>
            </a:r>
          </a:p>
          <a:p>
            <a:r>
              <a:rPr lang="en-US" sz="3600" dirty="0" smtClean="0">
                <a:solidFill>
                  <a:srgbClr val="00B0F0"/>
                </a:solidFill>
              </a:rPr>
              <a:t>Analytical thinking </a:t>
            </a:r>
          </a:p>
          <a:p>
            <a:r>
              <a:rPr lang="en-US" sz="3600" dirty="0" smtClean="0"/>
              <a:t> </a:t>
            </a:r>
            <a:r>
              <a:rPr lang="en-US" sz="3600" dirty="0" smtClean="0">
                <a:solidFill>
                  <a:srgbClr val="FF0000"/>
                </a:solidFill>
              </a:rPr>
              <a:t>Formal style; </a:t>
            </a:r>
          </a:p>
          <a:p>
            <a:r>
              <a:rPr lang="en-US" sz="3600" dirty="0" smtClean="0"/>
              <a:t>Careful proofreading, and </a:t>
            </a:r>
          </a:p>
          <a:p>
            <a:r>
              <a:rPr lang="en-US" sz="3600" dirty="0" smtClean="0"/>
              <a:t>Neat presentation.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9384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Differences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115315"/>
              </p:ext>
            </p:extLst>
          </p:nvPr>
        </p:nvGraphicFramePr>
        <p:xfrm>
          <a:off x="175364" y="1816274"/>
          <a:ext cx="11874674" cy="491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74042110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2181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Differences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758078"/>
              </p:ext>
            </p:extLst>
          </p:nvPr>
        </p:nvGraphicFramePr>
        <p:xfrm>
          <a:off x="175364" y="1816274"/>
          <a:ext cx="11874674" cy="491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2837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Differences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313755"/>
              </p:ext>
            </p:extLst>
          </p:nvPr>
        </p:nvGraphicFramePr>
        <p:xfrm>
          <a:off x="175364" y="1816274"/>
          <a:ext cx="11874674" cy="491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77792272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13756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Differences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860535"/>
              </p:ext>
            </p:extLst>
          </p:nvPr>
        </p:nvGraphicFramePr>
        <p:xfrm>
          <a:off x="175364" y="1816274"/>
          <a:ext cx="11874674" cy="491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3921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Differences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6291481"/>
              </p:ext>
            </p:extLst>
          </p:nvPr>
        </p:nvGraphicFramePr>
        <p:xfrm>
          <a:off x="175364" y="1816274"/>
          <a:ext cx="11874674" cy="4910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1852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5160"/>
          </a:xfrm>
        </p:spPr>
        <p:txBody>
          <a:bodyPr/>
          <a:lstStyle/>
          <a:p>
            <a:pPr algn="ctr"/>
            <a:r>
              <a:rPr lang="en-US" dirty="0" smtClean="0"/>
              <a:t>Qualities of Good </a:t>
            </a:r>
            <a:r>
              <a:rPr lang="en-US" dirty="0"/>
              <a:t>R</a:t>
            </a:r>
            <a:r>
              <a:rPr lang="en-US" dirty="0" smtClean="0"/>
              <a:t>eport 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511340"/>
              </p:ext>
            </p:extLst>
          </p:nvPr>
        </p:nvGraphicFramePr>
        <p:xfrm>
          <a:off x="838200" y="1339850"/>
          <a:ext cx="10515600" cy="4837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56249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Qualities of Good Report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12842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881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Candara" pitchFamily="34" charset="0"/>
                <a:cs typeface="Arial" pitchFamily="34" charset="0"/>
              </a:rPr>
              <a:t>Conclusions</a:t>
            </a:r>
            <a:br>
              <a:rPr lang="en-US" b="1" dirty="0">
                <a:solidFill>
                  <a:schemeClr val="tx2"/>
                </a:solidFill>
                <a:latin typeface="Candara" pitchFamily="34" charset="0"/>
                <a:cs typeface="Arial" pitchFamily="34" charset="0"/>
              </a:rPr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205014"/>
              </p:ext>
            </p:extLst>
          </p:nvPr>
        </p:nvGraphicFramePr>
        <p:xfrm>
          <a:off x="175364" y="1177446"/>
          <a:ext cx="11862147" cy="5386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426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404</TotalTime>
  <Words>814</Words>
  <Application>Microsoft Office PowerPoint</Application>
  <PresentationFormat>Widescreen</PresentationFormat>
  <Paragraphs>107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Candara</vt:lpstr>
      <vt:lpstr>Red Hat Text</vt:lpstr>
      <vt:lpstr>Office Theme</vt:lpstr>
      <vt:lpstr>PowerPoint Presentation</vt:lpstr>
      <vt:lpstr>PowerPoint Presentation</vt:lpstr>
      <vt:lpstr>What is a report? A report is a structured form of writing.  </vt:lpstr>
      <vt:lpstr>Characteristics </vt:lpstr>
      <vt:lpstr>Expectations</vt:lpstr>
      <vt:lpstr>4C </vt:lpstr>
      <vt:lpstr>Structuring Your Report: Key Sections Explained</vt:lpstr>
      <vt:lpstr>General Purpose of Writing a Report </vt:lpstr>
      <vt:lpstr>How to write a report in 7 steps</vt:lpstr>
      <vt:lpstr>Significance of a Report</vt:lpstr>
      <vt:lpstr>Relevance of a Report </vt:lpstr>
      <vt:lpstr> Report Attributes</vt:lpstr>
      <vt:lpstr>Features of a Well-Written Report </vt:lpstr>
      <vt:lpstr>A report can be compared with an essay as these two formats of writing have certain similarities and differences.</vt:lpstr>
      <vt:lpstr>Similarities</vt:lpstr>
      <vt:lpstr>Differences </vt:lpstr>
      <vt:lpstr>Differences </vt:lpstr>
      <vt:lpstr>Differences </vt:lpstr>
      <vt:lpstr>Differences </vt:lpstr>
      <vt:lpstr>Differences </vt:lpstr>
      <vt:lpstr>Qualities of Good Report </vt:lpstr>
      <vt:lpstr>Qualities of Good Report </vt:lpstr>
      <vt:lpstr>Conclusions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Writing skills </dc:title>
  <dc:creator>Tab &amp; Tech</dc:creator>
  <cp:lastModifiedBy>Tab &amp; Tech</cp:lastModifiedBy>
  <cp:revision>49</cp:revision>
  <dcterms:created xsi:type="dcterms:W3CDTF">2025-02-14T15:58:53Z</dcterms:created>
  <dcterms:modified xsi:type="dcterms:W3CDTF">2025-09-09T16:04:36Z</dcterms:modified>
</cp:coreProperties>
</file>