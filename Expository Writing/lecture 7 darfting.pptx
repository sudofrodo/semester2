
<file path=[Content_Types].xml><?xml version="1.0" encoding="utf-8"?>
<Types xmlns="http://schemas.openxmlformats.org/package/2006/content-types">
  <Default Extension="xml" ContentType="application/xml"/>
  <Default Extension="jpg" ContentType="image/jpeg"/>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41.xml" ContentType="application/vnd.openxmlformats-officedocument.presentationml.notesSlide+xml"/>
  <Override PartName="/ppt/notesSlides/notesSlide45.xml" ContentType="application/vnd.openxmlformats-officedocument.presentationml.notesSlide+xml"/>
  <Override PartName="/ppt/notesSlides/notesSlide39.xml" ContentType="application/vnd.openxmlformats-officedocument.presentationml.notesSlide+xml"/>
  <Override PartName="/ppt/notesSlides/notesSlide38.xml" ContentType="application/vnd.openxmlformats-officedocument.presentationml.notesSlide+xml"/>
  <Override PartName="/ppt/notesSlides/notesSlide36.xml" ContentType="application/vnd.openxmlformats-officedocument.presentationml.notesSlide+xml"/>
  <Override PartName="/ppt/notesSlides/notesSlide35.xml" ContentType="application/vnd.openxmlformats-officedocument.presentationml.notesSlide+xml"/>
  <Override PartName="/ppt/notesSlides/notesSlide34.xml" ContentType="application/vnd.openxmlformats-officedocument.presentationml.notesSlide+xml"/>
  <Override PartName="/ppt/notesSlides/notesSlide32.xml" ContentType="application/vnd.openxmlformats-officedocument.presentationml.notesSlide+xml"/>
  <Override PartName="/ppt/notesSlides/notesSlide31.xml" ContentType="application/vnd.openxmlformats-officedocument.presentationml.notesSlide+xml"/>
  <Override PartName="/ppt/notesSlides/notesSlide29.xml" ContentType="application/vnd.openxmlformats-officedocument.presentationml.notesSlide+xml"/>
  <Override PartName="/ppt/notesSlides/notesSlide26.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3.xml" ContentType="application/vnd.openxmlformats-officedocument.presentationml.notesSlide+xml"/>
  <Override PartName="/ppt/notesSlides/notesSlide22.xml" ContentType="application/vnd.openxmlformats-officedocument.presentationml.notesSlide+xml"/>
  <Override PartName="/ppt/notesSlides/notesSlide21.xml" ContentType="application/vnd.openxmlformats-officedocument.presentationml.notesSlide+xml"/>
  <Override PartName="/ppt/notesSlides/notesSlide20.xml" ContentType="application/vnd.openxmlformats-officedocument.presentationml.notesSlide+xml"/>
  <Override PartName="/ppt/notesSlides/notesSlide19.xml" ContentType="application/vnd.openxmlformats-officedocument.presentationml.notesSlide+xml"/>
  <Override PartName="/ppt/notesSlides/notesSlide18.xml" ContentType="application/vnd.openxmlformats-officedocument.presentationml.notesSlide+xml"/>
  <Override PartName="/ppt/notesSlides/notesSlide17.xml" ContentType="application/vnd.openxmlformats-officedocument.presentationml.notesSlide+xml"/>
  <Override PartName="/ppt/notesSlides/notesSlide16.xml" ContentType="application/vnd.openxmlformats-officedocument.presentationml.notesSlide+xml"/>
  <Override PartName="/ppt/notesSlides/notesSlide42.xml" ContentType="application/vnd.openxmlformats-officedocument.presentationml.notesSlide+xml"/>
  <Override PartName="/ppt/notesSlides/notesSlide14.xml" ContentType="application/vnd.openxmlformats-officedocument.presentationml.notesSlide+xml"/>
  <Override PartName="/ppt/slides/slide43.xml" ContentType="application/vnd.openxmlformats-officedocument.presentationml.slide+xml"/>
  <Override PartName="/ppt/notesSlides/notesSlide6.xml" ContentType="application/vnd.openxmlformats-officedocument.presentationml.notesSlide+xml"/>
  <Override PartName="/ppt/slides/slide5.xml" ContentType="application/vnd.openxmlformats-officedocument.presentationml.slide+xml"/>
  <Override PartName="/ppt/notesSlides/notesSlide3.xml" ContentType="application/vnd.openxmlformats-officedocument.presentationml.notesSlide+xml"/>
  <Override PartName="/ppt/slides/slide6.xml" ContentType="application/vnd.openxmlformats-officedocument.presentationml.slide+xml"/>
  <Override PartName="/ppt/notesMasters/notesMaster1.xml" ContentType="application/vnd.openxmlformats-officedocument.presentationml.notesMaster+xml"/>
  <Override PartName="/ppt/notesSlides/notesSlide28.xml" ContentType="application/vnd.openxmlformats-officedocument.presentationml.notesSlide+xml"/>
  <Override PartName="/ppt/slideLayouts/slideLayout7.xml" ContentType="application/vnd.openxmlformats-officedocument.presentationml.slideLayout+xml"/>
  <Override PartName="/ppt/slides/slide15.xml" ContentType="application/vnd.openxmlformats-officedocument.presentationml.slide+xml"/>
  <Override PartName="/ppt/slides/slide29.xml" ContentType="application/vnd.openxmlformats-officedocument.presentationml.slide+xml"/>
  <Override PartName="/ppt/slides/slide7.xml" ContentType="application/vnd.openxmlformats-officedocument.presentationml.slide+xml"/>
  <Override PartName="/ppt/slides/slide41.xml" ContentType="application/vnd.openxmlformats-officedocument.presentationml.slide+xml"/>
  <Override PartName="/ppt/slideLayouts/slideLayout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diagrams/colors2.xml" ContentType="application/vnd.openxmlformats-officedocument.drawingml.diagramColors+xml"/>
  <Override PartName="/ppt/slideLayouts/slideLayout6.xml" ContentType="application/vnd.openxmlformats-officedocument.presentationml.slideLayout+xml"/>
  <Override PartName="/ppt/slideLayouts/slideLayout2.xml" ContentType="application/vnd.openxmlformats-officedocument.presentationml.slideLayout+xml"/>
  <Override PartName="/ppt/diagrams/drawing3.xml" ContentType="application/vnd.openxmlformats-officedocument.drawingml.diagramDrawing+xml"/>
  <Override PartName="/ppt/slides/slide32.xml" ContentType="application/vnd.openxmlformats-officedocument.presentationml.slide+xml"/>
  <Override PartName="/ppt/notesSlides/notesSlide40.xml" ContentType="application/vnd.openxmlformats-officedocument.presentationml.notesSlide+xml"/>
  <Override PartName="/ppt/diagrams/drawing1.xml" ContentType="application/vnd.openxmlformats-officedocument.drawingml.diagramDrawing+xml"/>
  <Override PartName="/ppt/notesSlides/notesSlide13.xml" ContentType="application/vnd.openxmlformats-officedocument.presentationml.notesSlide+xml"/>
  <Override PartName="/ppt/diagrams/layout2.xml" ContentType="application/vnd.openxmlformats-officedocument.drawingml.diagramLayout+xml"/>
  <Override PartName="/ppt/slides/slide2.xml" ContentType="application/vnd.openxmlformats-officedocument.presentationml.slide+xml"/>
  <Override PartName="/ppt/notesSlides/notesSlide46.xml" ContentType="application/vnd.openxmlformats-officedocument.presentationml.notesSlide+xml"/>
  <Override PartName="/ppt/slides/slide4.xml" ContentType="application/vnd.openxmlformats-officedocument.presentationml.slide+xml"/>
  <Override PartName="/ppt/slides/slide19.xml" ContentType="application/vnd.openxmlformats-officedocument.presentationml.slide+xml"/>
  <Override PartName="/ppt/notesSlides/notesSlide30.xml" ContentType="application/vnd.openxmlformats-officedocument.presentationml.notesSlide+xml"/>
  <Override PartName="/ppt/slides/slide22.xml" ContentType="application/vnd.openxmlformats-officedocument.presentationml.slide+xml"/>
  <Override PartName="/ppt/slideLayouts/slideLayout8.xml" ContentType="application/vnd.openxmlformats-officedocument.presentationml.slideLayout+xml"/>
  <Override PartName="/docProps/core.xml" ContentType="application/vnd.openxmlformats-package.core-properties+xml"/>
  <Override PartName="/ppt/diagrams/layout1.xml" ContentType="application/vnd.openxmlformats-officedocument.drawingml.diagramLayout+xml"/>
  <Override PartName="/ppt/slideLayouts/slideLayout10.xml" ContentType="application/vnd.openxmlformats-officedocument.presentationml.slideLayout+xml"/>
  <Override PartName="/ppt/diagrams/layout3.xml" ContentType="application/vnd.openxmlformats-officedocument.drawingml.diagramLayout+xml"/>
  <Override PartName="/ppt/slides/slide3.xml" ContentType="application/vnd.openxmlformats-officedocument.presentationml.slide+xml"/>
  <Override PartName="/ppt/slideLayouts/slideLayout11.xml" ContentType="application/vnd.openxmlformats-officedocument.presentationml.slideLayout+xml"/>
  <Override PartName="/ppt/diagrams/quickStyle1.xml" ContentType="application/vnd.openxmlformats-officedocument.drawingml.diagramQuickStyle+xml"/>
  <Override PartName="/ppt/slides/slide35.xml" ContentType="application/vnd.openxmlformats-officedocument.presentationml.slide+xml"/>
  <Override PartName="/ppt/notesSlides/notesSlide33.xml" ContentType="application/vnd.openxmlformats-officedocument.presentationml.notesSlide+xml"/>
  <Override PartName="/ppt/notesSlides/notesSlide8.xml" ContentType="application/vnd.openxmlformats-officedocument.presentationml.notesSlide+xml"/>
  <Override PartName="/ppt/diagrams/quickStyle3.xml" ContentType="application/vnd.openxmlformats-officedocument.drawingml.diagramQuickStyle+xml"/>
  <Override PartName="/ppt/slideLayouts/slideLayout1.xml" ContentType="application/vnd.openxmlformats-officedocument.presentationml.slideLayout+xml"/>
  <Override PartName="/ppt/diagrams/colors1.xml" ContentType="application/vnd.openxmlformats-officedocument.drawingml.diagramColors+xml"/>
  <Override PartName="/ppt/notesSlides/notesSlide1.xml" ContentType="application/vnd.openxmlformats-officedocument.presentationml.notesSlide+xml"/>
  <Override PartName="/ppt/diagrams/colors3.xml" ContentType="application/vnd.openxmlformats-officedocument.drawingml.diagramColors+xml"/>
  <Override PartName="/ppt/diagrams/data1.xml" ContentType="application/vnd.openxmlformats-officedocument.drawingml.diagramData+xml"/>
  <Override PartName="/ppt/slides/slide8.xml" ContentType="application/vnd.openxmlformats-officedocument.presentationml.slide+xml"/>
  <Override PartName="/ppt/notesSlides/notesSlide43.xml" ContentType="application/vnd.openxmlformats-officedocument.presentationml.notesSlide+xml"/>
  <Override PartName="/ppt/diagrams/quickStyle2.xml" ContentType="application/vnd.openxmlformats-officedocument.drawingml.diagramQuickStyle+xml"/>
  <Override PartName="/ppt/notesSlides/notesSlide37.xml" ContentType="application/vnd.openxmlformats-officedocument.presentationml.notesSlide+xml"/>
  <Override PartName="/ppt/notesSlides/notesSlide7.xml" ContentType="application/vnd.openxmlformats-officedocument.presentationml.notesSlide+xml"/>
  <Override PartName="/ppt/viewProps.xml" ContentType="application/vnd.openxmlformats-officedocument.presentationml.viewProps+xml"/>
  <Override PartName="/ppt/tableStyles.xml" ContentType="application/vnd.openxmlformats-officedocument.presentationml.tableStyles+xml"/>
  <Override PartName="/ppt/notesSlides/notesSlide4.xml" ContentType="application/vnd.openxmlformats-officedocument.presentationml.notesSlide+xml"/>
  <Override PartName="/docProps/app.xml" ContentType="application/vnd.openxmlformats-officedocument.extended-properties+xml"/>
  <Override PartName="/ppt/slideLayouts/slideLayout9.xml" ContentType="application/vnd.openxmlformats-officedocument.presentationml.slideLayout+xml"/>
  <Override PartName="/ppt/slides/slide30.xml" ContentType="application/vnd.openxmlformats-officedocument.presentationml.slide+xml"/>
  <Override PartName="/ppt/theme/theme2.xml" ContentType="application/vnd.openxmlformats-officedocument.theme+xml"/>
  <Override PartName="/ppt/notesSlides/notesSlide15.xml" ContentType="application/vnd.openxmlformats-officedocument.presentationml.notesSlide+xml"/>
  <Override PartName="/ppt/diagrams/data3.xml" ContentType="application/vnd.openxmlformats-officedocument.drawingml.diagramData+xml"/>
  <Override PartName="/ppt/slides/slide13.xml" ContentType="application/vnd.openxmlformats-officedocument.presentationml.slide+xml"/>
  <Override PartName="/ppt/theme/theme1.xml" ContentType="application/vnd.openxmlformats-officedocument.theme+xml"/>
  <Override PartName="/ppt/slides/slide10.xml" ContentType="application/vnd.openxmlformats-officedocument.presentationml.slide+xml"/>
  <Override PartName="/ppt/notesSlides/notesSlide11.xml" ContentType="application/vnd.openxmlformats-officedocument.presentationml.notesSlide+xml"/>
  <Override PartName="/ppt/slides/slide38.xml" ContentType="application/vnd.openxmlformats-officedocument.presentationml.slide+xml"/>
  <Override PartName="/ppt/slides/slide12.xml" ContentType="application/vnd.openxmlformats-officedocument.presentationml.slide+xml"/>
  <Override PartName="/ppt/slideMasters/slideMaster1.xml" ContentType="application/vnd.openxmlformats-officedocument.presentationml.slideMaster+xml"/>
  <Override PartName="/ppt/slides/slide14.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diagrams/data2.xml" ContentType="application/vnd.openxmlformats-officedocument.drawingml.diagramData+xml"/>
  <Override PartName="/ppt/slides/slide18.xml" ContentType="application/vnd.openxmlformats-officedocument.presentationml.slide+xml"/>
  <Override PartName="/ppt/slides/slide27.xml" ContentType="application/vnd.openxmlformats-officedocument.presentationml.slide+xml"/>
  <Override PartName="/ppt/slides/slide20.xml" ContentType="application/vnd.openxmlformats-officedocument.presentationml.slide+xml"/>
  <Override PartName="/ppt/slides/slide28.xml" ContentType="application/vnd.openxmlformats-officedocument.presentationml.slide+xml"/>
  <Override PartName="/ppt/notesSlides/notesSlide27.xml" ContentType="application/vnd.openxmlformats-officedocument.presentationml.notesSlide+xml"/>
  <Override PartName="/ppt/presProps.xml" ContentType="application/vnd.openxmlformats-officedocument.presentationml.presProps+xml"/>
  <Override PartName="/ppt/slides/slide21.xml" ContentType="application/vnd.openxmlformats-officedocument.presentationml.slide+xml"/>
  <Override PartName="/ppt/notesSlides/notesSlide10.xml" ContentType="application/vnd.openxmlformats-officedocument.presentationml.notesSlide+xml"/>
  <Override PartName="/ppt/slides/slide23.xml" ContentType="application/vnd.openxmlformats-officedocument.presentationml.slide+xml"/>
  <Override PartName="/ppt/slides/slide1.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1.xml" ContentType="application/vnd.openxmlformats-officedocument.presentationml.slide+xml"/>
  <Override PartName="/ppt/slides/slide33.xml" ContentType="application/vnd.openxmlformats-officedocument.presentationml.slide+xml"/>
  <Override PartName="/ppt/slides/slide24.xml" ContentType="application/vnd.openxmlformats-officedocument.presentationml.slide+xml"/>
  <Override PartName="/ppt/slides/slide40.xml" ContentType="application/vnd.openxmlformats-officedocument.presentationml.slide+xml"/>
  <Override PartName="/ppt/slides/slide34.xml" ContentType="application/vnd.openxmlformats-officedocument.presentationml.slide+xml"/>
  <Override PartName="/ppt/slides/slide36.xml" ContentType="application/vnd.openxmlformats-officedocument.presentationml.slide+xml"/>
  <Override PartName="/ppt/notesSlides/notesSlide44.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notesSlides/notesSlide2.xml" ContentType="application/vnd.openxmlformats-officedocument.presentationml.notesSlide+xml"/>
  <Override PartName="/ppt/slides/slide37.xml" ContentType="application/vnd.openxmlformats-officedocument.presentationml.slide+xml"/>
  <Override PartName="/ppt/slides/slide39.xml" ContentType="application/vnd.openxmlformats-officedocument.presentationml.slide+xml"/>
  <Override PartName="/ppt/presentation.xml" ContentType="application/vnd.openxmlformats-officedocument.presentationml.presentation.main+xml"/>
  <Override PartName="/ppt/slides/slide42.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Layouts/slideLayout12.xml" ContentType="application/vnd.openxmlformats-officedocument.presentationml.slideLayout+xml"/>
  <Override PartName="/ppt/slides/slide11.xml" ContentType="application/vnd.openxmlformats-officedocument.presentationml.slide+xml"/>
  <Override PartName="/ppt/notesSlides/notesSlide12.xml" ContentType="application/vnd.openxmlformats-officedocument.presentationml.notesSlide+xml"/>
  <Override PartName="/ppt/slides/slide46.xml" ContentType="application/vnd.openxmlformats-officedocument.presentationml.slide+xml"/>
  <Override PartName="/ppt/diagrams/drawing2.xml" ContentType="application/vnd.openxmlformats-officedocument.drawingml.diagramDrawing+xml"/>
  <Override PartName="/ppt/notesSlides/notesSlide5.xml" ContentType="application/vnd.openxmlformats-officedocument.presentationml.notes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aveSubsetFonts="1">
  <p:sldMasterIdLst>
    <p:sldMasterId id="2147483648" r:id="rId1"/>
  </p:sldMasterIdLst>
  <p:notesMasterIdLst>
    <p:notesMasterId r:id="rId50"/>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Lst>
  <p:sldSz cx="12192000" cy="6858000"/>
  <p:notesSz cx="6858000" cy="9144000"/>
  <p:defaultText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62" d="100"/>
          <a:sy n="62" d="100"/>
        </p:scale>
        <p:origin x="1032" y="66"/>
      </p:cViewPr>
      <p:guideLst>
        <p:guide pos="3840"/>
        <p:guide pos="2160" orient="horz"/>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notesMaster" Target="notesMasters/notesMaster1.xml"/><Relationship Id="rId51" Type="http://schemas.openxmlformats.org/officeDocument/2006/relationships/presProps" Target="presProps.xml" /><Relationship Id="rId52" Type="http://schemas.openxmlformats.org/officeDocument/2006/relationships/tableStyles" Target="tableStyles.xml" /><Relationship Id="rId53" Type="http://schemas.openxmlformats.org/officeDocument/2006/relationships/viewProps" Target="viewProps.xml" /></Relationships>
</file>

<file path=ppt/diagrams/_rels/data1.xml.rels><?xml version="1.0" encoding="UTF-8" standalone="yes"?><Relationships xmlns="http://schemas.openxmlformats.org/package/2006/relationships"></Relationships>
</file>

<file path=ppt/diagrams/_rels/data2.xml.rels><?xml version="1.0" encoding="UTF-8" standalone="yes"?><Relationships xmlns="http://schemas.openxmlformats.org/package/2006/relationships"></Relationships>
</file>

<file path=ppt/diagrams/_rels/data3.xml.rels><?xml version="1.0" encoding="UTF-8" standalone="yes"?><Relationships xmlns="http://schemas.openxmlformats.org/package/2006/relationships"></Relationships>
</file>

<file path=ppt/diagrams/_rels/drawing1.xml.rels><?xml version="1.0" encoding="UTF-8" standalone="yes"?><Relationships xmlns="http://schemas.openxmlformats.org/package/2006/relationships"></Relationships>
</file>

<file path=ppt/diagrams/_rels/drawing2.xml.rels><?xml version="1.0" encoding="UTF-8" standalone="yes"?><Relationships xmlns="http://schemas.openxmlformats.org/package/2006/relationships"></Relationships>
</file>

<file path=ppt/diagrams/_rels/drawing3.xml.rels><?xml version="1.0" encoding="UTF-8" standalone="yes"?><Relationships xmlns="http://schemas.openxmlformats.org/package/2006/relationships"></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hueDir="cw" meth="repeat">
      <a:schemeClr val="accent1"/>
    </dgm:fillClrLst>
    <dgm:linClrLst hueDir="cw" meth="repeat">
      <a:schemeClr val="lt1"/>
    </dgm:linClrLst>
    <dgm:effectClrLst hueDir="cw" meth="span"/>
    <dgm:txLinClrLst hueDir="cw" meth="span"/>
    <dgm:txFillClrLst hueDir="cw" meth="span"/>
    <dgm:txEffectClrLst hueDir="cw" meth="span"/>
  </dgm:styleLbl>
  <dgm:styleLbl name="alignNode1">
    <dgm:fillClrLst hueDir="cw" meth="repeat">
      <a:schemeClr val="accent1"/>
    </dgm:fillClrLst>
    <dgm:linClrLst hueDir="cw" meth="repeat">
      <a:schemeClr val="accent1"/>
    </dgm:linClrLst>
    <dgm:effectClrLst hueDir="cw" meth="span"/>
    <dgm:txLinClrLst hueDir="cw" meth="span"/>
    <dgm:txFillClrLst hueDir="cw" meth="span"/>
    <dgm:txEffectClrLst hueDir="cw" meth="span"/>
  </dgm:styleLbl>
  <dgm:styleLbl name="node1">
    <dgm:fillClrLst hueDir="cw" meth="repeat">
      <a:schemeClr val="accent1"/>
    </dgm:fillClrLst>
    <dgm:linClrLst hueDir="cw" meth="repeat">
      <a:schemeClr val="lt1"/>
    </dgm:linClrLst>
    <dgm:effectClrLst hueDir="cw" meth="span"/>
    <dgm:txLinClrLst hueDir="cw" meth="span"/>
    <dgm:txFillClrLst hueDir="cw" meth="span"/>
    <dgm:txEffectClrLst hueDir="cw" meth="span"/>
  </dgm:styleLbl>
  <dgm:styleLbl name="lnNode1">
    <dgm:fillClrLst hueDir="cw" meth="repeat">
      <a:schemeClr val="accent1"/>
    </dgm:fillClrLst>
    <dgm:linClrLst hueDir="cw" meth="repeat">
      <a:schemeClr val="lt1"/>
    </dgm:linClrLst>
    <dgm:effectClrLst hueDir="cw" meth="span"/>
    <dgm:txLinClrLst hueDir="cw" meth="span"/>
    <dgm:txFillClrLst hueDir="cw" meth="span"/>
    <dgm:txEffectClrLst hueDir="cw" meth="span"/>
  </dgm:styleLbl>
  <dgm:styleLbl name="vennNode1">
    <dgm:fillClrLst hueDir="cw" meth="repeat">
      <a:schemeClr val="accent1">
        <a:alpha val="50000"/>
      </a:schemeClr>
    </dgm:fillClrLst>
    <dgm:linClrLst hueDir="cw" meth="repeat">
      <a:schemeClr val="lt1"/>
    </dgm:linClrLst>
    <dgm:effectClrLst hueDir="cw" meth="span"/>
    <dgm:txLinClrLst hueDir="cw" meth="span"/>
    <dgm:txFillClrLst hueDir="cw" meth="span"/>
    <dgm:txEffectClrLst hueDir="cw" meth="span"/>
  </dgm:styleLbl>
  <dgm:styleLbl name="node2">
    <dgm:fillClrLst hueDir="cw" meth="repeat">
      <a:schemeClr val="accent1"/>
    </dgm:fillClrLst>
    <dgm:linClrLst hueDir="cw" meth="repeat">
      <a:schemeClr val="lt1"/>
    </dgm:linClrLst>
    <dgm:effectClrLst hueDir="cw" meth="span"/>
    <dgm:txLinClrLst hueDir="cw" meth="span"/>
    <dgm:txFillClrLst hueDir="cw" meth="span"/>
    <dgm:txEffectClrLst hueDir="cw" meth="span"/>
  </dgm:styleLbl>
  <dgm:styleLbl name="node3">
    <dgm:fillClrLst hueDir="cw" meth="repeat">
      <a:schemeClr val="accent1"/>
    </dgm:fillClrLst>
    <dgm:linClrLst hueDir="cw" meth="repeat">
      <a:schemeClr val="lt1"/>
    </dgm:linClrLst>
    <dgm:effectClrLst hueDir="cw" meth="span"/>
    <dgm:txLinClrLst hueDir="cw" meth="span"/>
    <dgm:txFillClrLst hueDir="cw" meth="span"/>
    <dgm:txEffectClrLst hueDir="cw" meth="span"/>
  </dgm:styleLbl>
  <dgm:styleLbl name="node4">
    <dgm:fillClrLst hueDir="cw" meth="repeat">
      <a:schemeClr val="accent1"/>
    </dgm:fillClrLst>
    <dgm:linClrLst hueDir="cw" meth="repeat">
      <a:schemeClr val="lt1"/>
    </dgm:linClrLst>
    <dgm:effectClrLst hueDir="cw" meth="span"/>
    <dgm:txLinClrLst hueDir="cw" meth="span"/>
    <dgm:txFillClrLst hueDir="cw" meth="span"/>
    <dgm:txEffectClrLst hueDir="cw" meth="span"/>
  </dgm:styleLbl>
  <dgm:styleLbl name="fgImgPlace1">
    <dgm:fillClrLst hueDir="cw" meth="repeat">
      <a:schemeClr val="accent1">
        <a:tint val="50000"/>
      </a:schemeClr>
    </dgm:fillClrLst>
    <dgm:linClrLst hueDir="cw" meth="repeat">
      <a:schemeClr val="lt1"/>
    </dgm:linClrLst>
    <dgm:effectClrLst hueDir="cw" meth="span"/>
    <dgm:txLinClrLst hueDir="cw" meth="span"/>
    <dgm:txFillClrLst hueDir="cw" meth="repeat">
      <a:schemeClr val="lt1"/>
    </dgm:txFillClrLst>
    <dgm:txEffectClrLst hueDir="cw" meth="span"/>
  </dgm:styleLbl>
  <dgm:styleLbl name="alignImgPlace1">
    <dgm:fillClrLst hueDir="cw" meth="repeat">
      <a:schemeClr val="accent1">
        <a:tint val="50000"/>
      </a:schemeClr>
    </dgm:fillClrLst>
    <dgm:linClrLst hueDir="cw" meth="repeat">
      <a:schemeClr val="lt1"/>
    </dgm:linClrLst>
    <dgm:effectClrLst hueDir="cw" meth="span"/>
    <dgm:txLinClrLst hueDir="cw" meth="span"/>
    <dgm:txFillClrLst hueDir="cw" meth="repeat">
      <a:schemeClr val="lt1"/>
    </dgm:txFillClrLst>
    <dgm:txEffectClrLst hueDir="cw" meth="span"/>
  </dgm:styleLbl>
  <dgm:styleLbl name="bgImgPlace1">
    <dgm:fillClrLst hueDir="cw" meth="repeat">
      <a:schemeClr val="accent1">
        <a:tint val="50000"/>
      </a:schemeClr>
    </dgm:fillClrLst>
    <dgm:linClrLst hueDir="cw" meth="repeat">
      <a:schemeClr val="lt1"/>
    </dgm:linClrLst>
    <dgm:effectClrLst hueDir="cw" meth="span"/>
    <dgm:txLinClrLst hueDir="cw" meth="span"/>
    <dgm:txFillClrLst hueDir="cw" meth="repeat">
      <a:schemeClr val="lt1"/>
    </dgm:txFillClrLst>
    <dgm:txEffectClrLst hueDir="cw" meth="span"/>
  </dgm:styleLbl>
  <dgm:styleLbl name="sibTrans2D1">
    <dgm:fillClrLst hueDir="cw" meth="repeat">
      <a:schemeClr val="accent1">
        <a:tint val="60000"/>
      </a:schemeClr>
    </dgm:fillClrLst>
    <dgm:linClrLst hueDir="cw" meth="repeat">
      <a:schemeClr val="accent1">
        <a:tint val="60000"/>
      </a:schemeClr>
    </dgm:linClrLst>
    <dgm:effectClrLst hueDir="cw" meth="span"/>
    <dgm:txLinClrLst hueDir="cw" meth="span"/>
    <dgm:txFillClrLst hueDir="cw" meth="span"/>
    <dgm:txEffectClrLst hueDir="cw" meth="span"/>
  </dgm:styleLbl>
  <dgm:styleLbl name="fgSibTrans2D1">
    <dgm:fillClrLst hueDir="cw" meth="repeat">
      <a:schemeClr val="accent1">
        <a:tint val="60000"/>
      </a:schemeClr>
    </dgm:fillClrLst>
    <dgm:linClrLst hueDir="cw" meth="repeat">
      <a:schemeClr val="accent1">
        <a:tint val="60000"/>
      </a:schemeClr>
    </dgm:linClrLst>
    <dgm:effectClrLst hueDir="cw" meth="span"/>
    <dgm:txLinClrLst hueDir="cw" meth="span"/>
    <dgm:txFillClrLst hueDir="cw" meth="span"/>
    <dgm:txEffectClrLst hueDir="cw" meth="span"/>
  </dgm:styleLbl>
  <dgm:styleLbl name="bgSibTrans2D1">
    <dgm:fillClrLst hueDir="cw" meth="repeat">
      <a:schemeClr val="accent1">
        <a:tint val="60000"/>
      </a:schemeClr>
    </dgm:fillClrLst>
    <dgm:linClrLst hueDir="cw" meth="repeat">
      <a:schemeClr val="accent1">
        <a:tint val="60000"/>
      </a:schemeClr>
    </dgm:linClrLst>
    <dgm:effectClrLst hueDir="cw" meth="span"/>
    <dgm:txLinClrLst hueDir="cw" meth="span"/>
    <dgm:txFillClrLst hueDir="cw" meth="span"/>
    <dgm:txEffectClrLst hueDir="cw" meth="span"/>
  </dgm:styleLbl>
  <dgm:styleLbl name="sibTrans1D1">
    <dgm:fillClrLst hueDir="cw" meth="repeat">
      <a:schemeClr val="accent1"/>
    </dgm:fillClrLst>
    <dgm:linClrLst hueDir="cw" meth="repeat">
      <a:schemeClr val="accent1"/>
    </dgm:linClrLst>
    <dgm:effectClrLst hueDir="cw" meth="span"/>
    <dgm:txLinClrLst hueDir="cw" meth="span"/>
    <dgm:txFillClrLst hueDir="cw" meth="repeat">
      <a:schemeClr val="tx1"/>
    </dgm:txFillClrLst>
    <dgm:txEffectClrLst hueDir="cw" meth="span"/>
  </dgm:styleLbl>
  <dgm:styleLbl name="callout">
    <dgm:fillClrLst hueDir="cw" meth="repeat">
      <a:schemeClr val="accent1"/>
    </dgm:fillClrLst>
    <dgm:linClrLst hueDir="cw" meth="repeat">
      <a:schemeClr val="accent1">
        <a:tint val="50000"/>
      </a:schemeClr>
    </dgm:linClrLst>
    <dgm:effectClrLst hueDir="cw" meth="span"/>
    <dgm:txLinClrLst hueDir="cw" meth="span"/>
    <dgm:txFillClrLst hueDir="cw" meth="repeat">
      <a:schemeClr val="tx1"/>
    </dgm:txFillClrLst>
    <dgm:txEffectClrLst hueDir="cw" meth="span"/>
  </dgm:styleLbl>
  <dgm:styleLbl name="asst0">
    <dgm:fillClrLst hueDir="cw" meth="repeat">
      <a:schemeClr val="accent1"/>
    </dgm:fillClrLst>
    <dgm:linClrLst hueDir="cw" meth="repeat">
      <a:schemeClr val="lt1"/>
    </dgm:linClrLst>
    <dgm:effectClrLst hueDir="cw" meth="span"/>
    <dgm:txLinClrLst hueDir="cw" meth="span"/>
    <dgm:txFillClrLst hueDir="cw" meth="span"/>
    <dgm:txEffectClrLst hueDir="cw" meth="span"/>
  </dgm:styleLbl>
  <dgm:styleLbl name="asst1">
    <dgm:fillClrLst hueDir="cw" meth="repeat">
      <a:schemeClr val="accent1"/>
    </dgm:fillClrLst>
    <dgm:linClrLst hueDir="cw" meth="repeat">
      <a:schemeClr val="lt1"/>
    </dgm:linClrLst>
    <dgm:effectClrLst hueDir="cw" meth="span"/>
    <dgm:txLinClrLst hueDir="cw" meth="span"/>
    <dgm:txFillClrLst hueDir="cw" meth="span"/>
    <dgm:txEffectClrLst hueDir="cw" meth="span"/>
  </dgm:styleLbl>
  <dgm:styleLbl name="asst2">
    <dgm:fillClrLst hueDir="cw" meth="repeat">
      <a:schemeClr val="accent1"/>
    </dgm:fillClrLst>
    <dgm:linClrLst hueDir="cw" meth="repeat">
      <a:schemeClr val="lt1"/>
    </dgm:linClrLst>
    <dgm:effectClrLst hueDir="cw" meth="span"/>
    <dgm:txLinClrLst hueDir="cw" meth="span"/>
    <dgm:txFillClrLst hueDir="cw" meth="span"/>
    <dgm:txEffectClrLst hueDir="cw" meth="span"/>
  </dgm:styleLbl>
  <dgm:styleLbl name="asst3">
    <dgm:fillClrLst hueDir="cw" meth="repeat">
      <a:schemeClr val="accent1"/>
    </dgm:fillClrLst>
    <dgm:linClrLst hueDir="cw" meth="repeat">
      <a:schemeClr val="lt1"/>
    </dgm:linClrLst>
    <dgm:effectClrLst hueDir="cw" meth="span"/>
    <dgm:txLinClrLst hueDir="cw" meth="span"/>
    <dgm:txFillClrLst hueDir="cw" meth="span"/>
    <dgm:txEffectClrLst hueDir="cw" meth="span"/>
  </dgm:styleLbl>
  <dgm:styleLbl name="asst4">
    <dgm:fillClrLst hueDir="cw" meth="repeat">
      <a:schemeClr val="accent1"/>
    </dgm:fillClrLst>
    <dgm:linClrLst hueDir="cw" meth="repeat">
      <a:schemeClr val="lt1"/>
    </dgm:linClrLst>
    <dgm:effectClrLst hueDir="cw" meth="span"/>
    <dgm:txLinClrLst hueDir="cw" meth="span"/>
    <dgm:txFillClrLst hueDir="cw" meth="span"/>
    <dgm:txEffectClrLst hueDir="cw" meth="span"/>
  </dgm:styleLbl>
  <dgm:styleLbl name="parChTrans2D1">
    <dgm:fillClrLst hueDir="cw" meth="repeat">
      <a:schemeClr val="accent1">
        <a:tint val="60000"/>
      </a:schemeClr>
    </dgm:fillClrLst>
    <dgm:linClrLst hueDir="cw" meth="repeat">
      <a:schemeClr val="accent1">
        <a:tint val="60000"/>
      </a:schemeClr>
    </dgm:linClrLst>
    <dgm:effectClrLst hueDir="cw" meth="span"/>
    <dgm:txLinClrLst hueDir="cw" meth="span"/>
    <dgm:txFillClrLst hueDir="cw" meth="repeat">
      <a:schemeClr val="lt1"/>
    </dgm:txFillClrLst>
    <dgm:txEffectClrLst hueDir="cw" meth="span"/>
  </dgm:styleLbl>
  <dgm:styleLbl name="parChTrans2D2">
    <dgm:fillClrLst hueDir="cw" meth="repeat">
      <a:schemeClr val="accent1"/>
    </dgm:fillClrLst>
    <dgm:linClrLst hueDir="cw" meth="repeat">
      <a:schemeClr val="accent1"/>
    </dgm:linClrLst>
    <dgm:effectClrLst hueDir="cw" meth="span"/>
    <dgm:txLinClrLst hueDir="cw" meth="span"/>
    <dgm:txFillClrLst hueDir="cw" meth="repeat">
      <a:schemeClr val="lt1"/>
    </dgm:txFillClrLst>
    <dgm:txEffectClrLst hueDir="cw" meth="span"/>
  </dgm:styleLbl>
  <dgm:styleLbl name="parChTrans2D3">
    <dgm:fillClrLst hueDir="cw" meth="repeat">
      <a:schemeClr val="accent1"/>
    </dgm:fillClrLst>
    <dgm:linClrLst hueDir="cw" meth="repeat">
      <a:schemeClr val="accent1"/>
    </dgm:linClrLst>
    <dgm:effectClrLst hueDir="cw" meth="span"/>
    <dgm:txLinClrLst hueDir="cw" meth="span"/>
    <dgm:txFillClrLst hueDir="cw" meth="repeat">
      <a:schemeClr val="lt1"/>
    </dgm:txFillClrLst>
    <dgm:txEffectClrLst hueDir="cw" meth="span"/>
  </dgm:styleLbl>
  <dgm:styleLbl name="parChTrans2D4">
    <dgm:fillClrLst hueDir="cw" meth="repeat">
      <a:schemeClr val="accent1"/>
    </dgm:fillClrLst>
    <dgm:linClrLst hueDir="cw" meth="repeat">
      <a:schemeClr val="accent1"/>
    </dgm:linClrLst>
    <dgm:effectClrLst hueDir="cw" meth="span"/>
    <dgm:txLinClrLst hueDir="cw" meth="span"/>
    <dgm:txFillClrLst hueDir="cw" meth="repeat">
      <a:schemeClr val="lt1"/>
    </dgm:txFillClrLst>
    <dgm:txEffectClrLst hueDir="cw" meth="span"/>
  </dgm:styleLbl>
  <dgm:styleLbl name="parChTrans1D1">
    <dgm:fillClrLst hueDir="cw" meth="repeat">
      <a:schemeClr val="accent1"/>
    </dgm:fillClrLst>
    <dgm:linClrLst hueDir="cw" meth="repeat">
      <a:schemeClr val="accent1">
        <a:shade val="60000"/>
      </a:schemeClr>
    </dgm:linClrLst>
    <dgm:effectClrLst hueDir="cw" meth="span"/>
    <dgm:txLinClrLst hueDir="cw" meth="span"/>
    <dgm:txFillClrLst hueDir="cw" meth="repeat">
      <a:schemeClr val="tx1"/>
    </dgm:txFillClrLst>
    <dgm:txEffectClrLst hueDir="cw" meth="span"/>
  </dgm:styleLbl>
  <dgm:styleLbl name="parChTrans1D2">
    <dgm:fillClrLst hueDir="cw" meth="repeat">
      <a:schemeClr val="accent1"/>
    </dgm:fillClrLst>
    <dgm:linClrLst hueDir="cw" meth="repeat">
      <a:schemeClr val="accent1">
        <a:shade val="60000"/>
      </a:schemeClr>
    </dgm:linClrLst>
    <dgm:effectClrLst hueDir="cw" meth="span"/>
    <dgm:txLinClrLst hueDir="cw" meth="span"/>
    <dgm:txFillClrLst hueDir="cw" meth="repeat">
      <a:schemeClr val="tx1"/>
    </dgm:txFillClrLst>
    <dgm:txEffectClrLst hueDir="cw" meth="span"/>
  </dgm:styleLbl>
  <dgm:styleLbl name="parChTrans1D3">
    <dgm:fillClrLst hueDir="cw" meth="repeat">
      <a:schemeClr val="accent1"/>
    </dgm:fillClrLst>
    <dgm:linClrLst hueDir="cw" meth="repeat">
      <a:schemeClr val="accent1">
        <a:shade val="80000"/>
      </a:schemeClr>
    </dgm:linClrLst>
    <dgm:effectClrLst hueDir="cw" meth="span"/>
    <dgm:txLinClrLst hueDir="cw" meth="span"/>
    <dgm:txFillClrLst hueDir="cw" meth="repeat">
      <a:schemeClr val="tx1"/>
    </dgm:txFillClrLst>
    <dgm:txEffectClrLst hueDir="cw" meth="span"/>
  </dgm:styleLbl>
  <dgm:styleLbl name="parChTrans1D4">
    <dgm:fillClrLst hueDir="cw" meth="repeat">
      <a:schemeClr val="accent1"/>
    </dgm:fillClrLst>
    <dgm:linClrLst hueDir="cw" meth="repeat">
      <a:schemeClr val="accent1">
        <a:shade val="80000"/>
      </a:schemeClr>
    </dgm:linClrLst>
    <dgm:effectClrLst hueDir="cw" meth="span"/>
    <dgm:txLinClrLst hueDir="cw" meth="span"/>
    <dgm:txFillClrLst hueDir="cw" meth="repeat">
      <a:schemeClr val="tx1"/>
    </dgm:txFillClrLst>
    <dgm:txEffectClrLst hueDir="cw" meth="span"/>
  </dgm:styleLbl>
  <dgm:styleLbl name="fgAcc1">
    <dgm:fillClrLst hueDir="cw" meth="repeat">
      <a:schemeClr val="lt1">
        <a:alpha val="90000"/>
      </a:schemeClr>
    </dgm:fillClrLst>
    <dgm:linClrLst hueDir="cw" meth="repeat">
      <a:schemeClr val="accent1"/>
    </dgm:linClrLst>
    <dgm:effectClrLst hueDir="cw" meth="span"/>
    <dgm:txLinClrLst hueDir="cw" meth="span"/>
    <dgm:txFillClrLst hueDir="cw" meth="repeat">
      <a:schemeClr val="dk1"/>
    </dgm:txFillClrLst>
    <dgm:txEffectClrLst hueDir="cw" meth="span"/>
  </dgm:styleLbl>
  <dgm:styleLbl name="conFgAcc1">
    <dgm:fillClrLst hueDir="cw" meth="repeat">
      <a:schemeClr val="lt1">
        <a:alpha val="90000"/>
      </a:schemeClr>
    </dgm:fillClrLst>
    <dgm:linClrLst hueDir="cw" meth="repeat">
      <a:schemeClr val="accent1"/>
    </dgm:linClrLst>
    <dgm:effectClrLst hueDir="cw" meth="span"/>
    <dgm:txLinClrLst hueDir="cw" meth="span"/>
    <dgm:txFillClrLst hueDir="cw" meth="repeat">
      <a:schemeClr val="dk1"/>
    </dgm:txFillClrLst>
    <dgm:txEffectClrLst hueDir="cw" meth="span"/>
  </dgm:styleLbl>
  <dgm:styleLbl name="alignAcc1">
    <dgm:fillClrLst hueDir="cw" meth="repeat">
      <a:schemeClr val="lt1">
        <a:alpha val="90000"/>
      </a:schemeClr>
    </dgm:fillClrLst>
    <dgm:linClrLst hueDir="cw" meth="repeat">
      <a:schemeClr val="accent1"/>
    </dgm:linClrLst>
    <dgm:effectClrLst hueDir="cw" meth="span"/>
    <dgm:txLinClrLst hueDir="cw" meth="span"/>
    <dgm:txFillClrLst hueDir="cw" meth="repeat">
      <a:schemeClr val="dk1"/>
    </dgm:txFillClrLst>
    <dgm:txEffectClrLst hueDir="cw" meth="span"/>
  </dgm:styleLbl>
  <dgm:styleLbl name="trAlignAcc1">
    <dgm:fillClrLst hueDir="cw" meth="repeat">
      <a:schemeClr val="lt1">
        <a:alpha val="40000"/>
      </a:schemeClr>
    </dgm:fillClrLst>
    <dgm:linClrLst hueDir="cw" meth="repeat">
      <a:schemeClr val="accent1"/>
    </dgm:linClrLst>
    <dgm:effectClrLst hueDir="cw" meth="span"/>
    <dgm:txLinClrLst hueDir="cw" meth="span"/>
    <dgm:txFillClrLst hueDir="cw" meth="repeat">
      <a:schemeClr val="dk1"/>
    </dgm:txFillClrLst>
    <dgm:txEffectClrLst hueDir="cw" meth="span"/>
  </dgm:styleLbl>
  <dgm:styleLbl name="bgAcc1">
    <dgm:fillClrLst hueDir="cw" meth="repeat">
      <a:schemeClr val="lt1">
        <a:alpha val="90000"/>
      </a:schemeClr>
    </dgm:fillClrLst>
    <dgm:linClrLst hueDir="cw" meth="repeat">
      <a:schemeClr val="accent1"/>
    </dgm:linClrLst>
    <dgm:effectClrLst hueDir="cw" meth="span"/>
    <dgm:txLinClrLst hueDir="cw" meth="span"/>
    <dgm:txFillClrLst hueDir="cw" meth="repeat">
      <a:schemeClr val="dk1"/>
    </dgm:txFillClrLst>
    <dgm:txEffectClrLst hueDir="cw" meth="span"/>
  </dgm:styleLbl>
  <dgm:styleLbl name="solidFgAcc1">
    <dgm:fillClrLst hueDir="cw" meth="repeat">
      <a:schemeClr val="lt1"/>
    </dgm:fillClrLst>
    <dgm:linClrLst hueDir="cw" meth="repeat">
      <a:schemeClr val="accent1"/>
    </dgm:linClrLst>
    <dgm:effectClrLst hueDir="cw" meth="span"/>
    <dgm:txLinClrLst hueDir="cw" meth="span"/>
    <dgm:txFillClrLst hueDir="cw" meth="repeat">
      <a:schemeClr val="dk1"/>
    </dgm:txFillClrLst>
    <dgm:txEffectClrLst hueDir="cw" meth="span"/>
  </dgm:styleLbl>
  <dgm:styleLbl name="solidAlignAcc1">
    <dgm:fillClrLst hueDir="cw" meth="repeat">
      <a:schemeClr val="lt1"/>
    </dgm:fillClrLst>
    <dgm:linClrLst hueDir="cw" meth="repeat">
      <a:schemeClr val="accent1"/>
    </dgm:linClrLst>
    <dgm:effectClrLst hueDir="cw" meth="span"/>
    <dgm:txLinClrLst hueDir="cw" meth="span"/>
    <dgm:txFillClrLst hueDir="cw" meth="repeat">
      <a:schemeClr val="dk1"/>
    </dgm:txFillClrLst>
    <dgm:txEffectClrLst hueDir="cw" meth="span"/>
  </dgm:styleLbl>
  <dgm:styleLbl name="solidBgAcc1">
    <dgm:fillClrLst hueDir="cw" meth="repeat">
      <a:schemeClr val="lt1"/>
    </dgm:fillClrLst>
    <dgm:linClrLst hueDir="cw" meth="repeat">
      <a:schemeClr val="accent1"/>
    </dgm:linClrLst>
    <dgm:effectClrLst hueDir="cw" meth="span"/>
    <dgm:txLinClrLst hueDir="cw" meth="span"/>
    <dgm:txFillClrLst hueDir="cw" meth="repeat">
      <a:schemeClr val="dk1"/>
    </dgm:txFillClrLst>
    <dgm:txEffectClrLst hueDir="cw" meth="span"/>
  </dgm:styleLbl>
  <dgm:styleLbl name="fgAccFollowNode1">
    <dgm:fillClrLst hueDir="cw" meth="repeat">
      <a:schemeClr val="accent1">
        <a:alpha val="90000"/>
        <a:tint val="40000"/>
      </a:schemeClr>
    </dgm:fillClrLst>
    <dgm:linClrLst hueDir="cw" meth="repeat">
      <a:schemeClr val="accent1">
        <a:alpha val="90000"/>
        <a:tint val="40000"/>
      </a:schemeClr>
    </dgm:linClrLst>
    <dgm:effectClrLst hueDir="cw" meth="span"/>
    <dgm:txLinClrLst hueDir="cw" meth="span"/>
    <dgm:txFillClrLst hueDir="cw" meth="repeat">
      <a:schemeClr val="dk1"/>
    </dgm:txFillClrLst>
    <dgm:txEffectClrLst hueDir="cw" meth="span"/>
  </dgm:styleLbl>
  <dgm:styleLbl name="alignAccFollowNode1">
    <dgm:fillClrLst hueDir="cw" meth="repeat">
      <a:schemeClr val="accent1">
        <a:alpha val="90000"/>
        <a:tint val="40000"/>
      </a:schemeClr>
    </dgm:fillClrLst>
    <dgm:linClrLst hueDir="cw" meth="repeat">
      <a:schemeClr val="accent1">
        <a:alpha val="90000"/>
        <a:tint val="40000"/>
      </a:schemeClr>
    </dgm:linClrLst>
    <dgm:effectClrLst hueDir="cw" meth="span"/>
    <dgm:txLinClrLst hueDir="cw" meth="span"/>
    <dgm:txFillClrLst hueDir="cw" meth="repeat">
      <a:schemeClr val="dk1"/>
    </dgm:txFillClrLst>
    <dgm:txEffectClrLst hueDir="cw" meth="span"/>
  </dgm:styleLbl>
  <dgm:styleLbl name="bgAccFollowNode1">
    <dgm:fillClrLst hueDir="cw" meth="repeat">
      <a:schemeClr val="accent1">
        <a:alpha val="90000"/>
        <a:tint val="40000"/>
      </a:schemeClr>
    </dgm:fillClrLst>
    <dgm:linClrLst hueDir="cw" meth="repeat">
      <a:schemeClr val="accent1">
        <a:alpha val="90000"/>
        <a:tint val="40000"/>
      </a:schemeClr>
    </dgm:linClrLst>
    <dgm:effectClrLst hueDir="cw" meth="span"/>
    <dgm:txLinClrLst hueDir="cw" meth="span"/>
    <dgm:txFillClrLst hueDir="cw" meth="repeat">
      <a:schemeClr val="dk1"/>
    </dgm:txFillClrLst>
    <dgm:txEffectClrLst hueDir="cw" meth="span"/>
  </dgm:styleLbl>
  <dgm:styleLbl name="fgAcc0">
    <dgm:fillClrLst hueDir="cw" meth="repeat">
      <a:schemeClr val="lt1">
        <a:alpha val="90000"/>
      </a:schemeClr>
    </dgm:fillClrLst>
    <dgm:linClrLst hueDir="cw" meth="repeat">
      <a:schemeClr val="accent1"/>
    </dgm:linClrLst>
    <dgm:effectClrLst hueDir="cw" meth="span"/>
    <dgm:txLinClrLst hueDir="cw" meth="span"/>
    <dgm:txFillClrLst hueDir="cw" meth="repeat">
      <a:schemeClr val="dk1"/>
    </dgm:txFillClrLst>
    <dgm:txEffectClrLst hueDir="cw" meth="span"/>
  </dgm:styleLbl>
  <dgm:styleLbl name="fgAcc2">
    <dgm:fillClrLst hueDir="cw" meth="repeat">
      <a:schemeClr val="lt1">
        <a:alpha val="90000"/>
      </a:schemeClr>
    </dgm:fillClrLst>
    <dgm:linClrLst hueDir="cw" meth="repeat">
      <a:schemeClr val="accent1"/>
    </dgm:linClrLst>
    <dgm:effectClrLst hueDir="cw" meth="span"/>
    <dgm:txLinClrLst hueDir="cw" meth="span"/>
    <dgm:txFillClrLst hueDir="cw" meth="repeat">
      <a:schemeClr val="dk1"/>
    </dgm:txFillClrLst>
    <dgm:txEffectClrLst hueDir="cw" meth="span"/>
  </dgm:styleLbl>
  <dgm:styleLbl name="fgAcc3">
    <dgm:fillClrLst hueDir="cw" meth="repeat">
      <a:schemeClr val="lt1">
        <a:alpha val="90000"/>
      </a:schemeClr>
    </dgm:fillClrLst>
    <dgm:linClrLst hueDir="cw" meth="repeat">
      <a:schemeClr val="accent1"/>
    </dgm:linClrLst>
    <dgm:effectClrLst hueDir="cw" meth="span"/>
    <dgm:txLinClrLst hueDir="cw" meth="span"/>
    <dgm:txFillClrLst hueDir="cw" meth="repeat">
      <a:schemeClr val="dk1"/>
    </dgm:txFillClrLst>
    <dgm:txEffectClrLst hueDir="cw" meth="span"/>
  </dgm:styleLbl>
  <dgm:styleLbl name="fgAcc4">
    <dgm:fillClrLst hueDir="cw" meth="repeat">
      <a:schemeClr val="lt1">
        <a:alpha val="90000"/>
      </a:schemeClr>
    </dgm:fillClrLst>
    <dgm:linClrLst hueDir="cw" meth="repeat">
      <a:schemeClr val="accent1"/>
    </dgm:linClrLst>
    <dgm:effectClrLst hueDir="cw" meth="span"/>
    <dgm:txLinClrLst hueDir="cw" meth="span"/>
    <dgm:txFillClrLst hueDir="cw" meth="repeat">
      <a:schemeClr val="dk1"/>
    </dgm:txFillClrLst>
    <dgm:txEffectClrLst hueDir="cw" meth="span"/>
  </dgm:styleLbl>
  <dgm:styleLbl name="bgShp">
    <dgm:fillClrLst hueDir="cw" meth="repeat">
      <a:schemeClr val="accent1">
        <a:tint val="40000"/>
      </a:schemeClr>
    </dgm:fillClrLst>
    <dgm:linClrLst hueDir="cw" meth="repeat">
      <a:schemeClr val="accent1"/>
    </dgm:linClrLst>
    <dgm:effectClrLst hueDir="cw" meth="span"/>
    <dgm:txLinClrLst hueDir="cw" meth="span"/>
    <dgm:txFillClrLst hueDir="cw" meth="repeat">
      <a:schemeClr val="dk1"/>
    </dgm:txFillClrLst>
    <dgm:txEffectClrLst hueDir="cw" meth="span"/>
  </dgm:styleLbl>
  <dgm:styleLbl name="dkBgShp">
    <dgm:fillClrLst hueDir="cw" meth="repeat">
      <a:schemeClr val="accent1">
        <a:shade val="80000"/>
      </a:schemeClr>
    </dgm:fillClrLst>
    <dgm:linClrLst hueDir="cw" meth="repeat">
      <a:schemeClr val="accent1"/>
    </dgm:linClrLst>
    <dgm:effectClrLst hueDir="cw" meth="span"/>
    <dgm:txLinClrLst hueDir="cw" meth="span"/>
    <dgm:txFillClrLst hueDir="cw" meth="repeat">
      <a:schemeClr val="lt1"/>
    </dgm:txFillClrLst>
    <dgm:txEffectClrLst hueDir="cw" meth="span"/>
  </dgm:styleLbl>
  <dgm:styleLbl name="trBgShp">
    <dgm:fillClrLst hueDir="cw" meth="repeat">
      <a:schemeClr val="accent1">
        <a:tint val="50000"/>
        <a:alpha val="40000"/>
      </a:schemeClr>
    </dgm:fillClrLst>
    <dgm:linClrLst hueDir="cw" meth="repeat">
      <a:schemeClr val="accent1"/>
    </dgm:linClrLst>
    <dgm:effectClrLst hueDir="cw" meth="span"/>
    <dgm:txLinClrLst hueDir="cw" meth="span"/>
    <dgm:txFillClrLst hueDir="cw" meth="repeat">
      <a:schemeClr val="lt1"/>
    </dgm:txFillClrLst>
    <dgm:txEffectClrLst hueDir="cw" meth="span"/>
  </dgm:styleLbl>
  <dgm:styleLbl name="fgShp">
    <dgm:fillClrLst hueDir="cw" meth="repeat">
      <a:schemeClr val="accent1">
        <a:tint val="60000"/>
      </a:schemeClr>
    </dgm:fillClrLst>
    <dgm:linClrLst hueDir="cw" meth="repeat">
      <a:schemeClr val="lt1"/>
    </dgm:linClrLst>
    <dgm:effectClrLst hueDir="cw" meth="span"/>
    <dgm:txLinClrLst hueDir="cw" meth="span"/>
    <dgm:txFillClrLst hueDir="cw" meth="repeat">
      <a:schemeClr val="dk1"/>
    </dgm:txFillClrLst>
    <dgm:txEffectClrLst hueDir="cw" meth="span"/>
  </dgm:styleLbl>
  <dgm:styleLbl name="revTx">
    <dgm:fillClrLst hueDir="cw" meth="repeat">
      <a:schemeClr val="lt1">
        <a:alpha val="0"/>
      </a:schemeClr>
    </dgm:fillClrLst>
    <dgm:linClrLst hueDir="cw" meth="repeat">
      <a:schemeClr val="dk1">
        <a:alpha val="0"/>
      </a:schemeClr>
    </dgm:linClrLst>
    <dgm:effectClrLst hueDir="cw" meth="span"/>
    <dgm:txLinClrLst hueDir="cw" meth="span"/>
    <dgm:txFillClrLst hueDir="cw" meth="repeat">
      <a:schemeClr val="tx1"/>
    </dgm:txFillClrLst>
    <dgm:txEffectClrLst hueDir="cw" meth="span"/>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hueDir="cw" meth="repeat">
      <a:schemeClr val="accent1"/>
    </dgm:fillClrLst>
    <dgm:linClrLst hueDir="cw" meth="repeat">
      <a:schemeClr val="lt1"/>
    </dgm:linClrLst>
    <dgm:effectClrLst hueDir="cw" meth="span"/>
    <dgm:txLinClrLst hueDir="cw" meth="span"/>
    <dgm:txFillClrLst hueDir="cw" meth="span"/>
    <dgm:txEffectClrLst hueDir="cw" meth="span"/>
  </dgm:styleLbl>
  <dgm:styleLbl name="node1">
    <dgm:fillClrLst hueDir="cw" meth="repeat">
      <a:schemeClr val="accent2"/>
      <a:schemeClr val="accent3"/>
      <a:schemeClr val="accent4"/>
      <a:schemeClr val="accent5"/>
      <a:schemeClr val="accent6"/>
    </dgm:fillClrLst>
    <dgm:linClrLst hueDir="cw" meth="repeat">
      <a:schemeClr val="lt1"/>
    </dgm:linClrLst>
    <dgm:effectClrLst hueDir="cw" meth="span"/>
    <dgm:txLinClrLst hueDir="cw" meth="span"/>
    <dgm:txFillClrLst hueDir="cw" meth="span"/>
    <dgm:txEffectClrLst hueDir="cw" meth="span"/>
  </dgm:styleLbl>
  <dgm:styleLbl name="alignNode1">
    <dgm:fillClrLst hueDir="cw" meth="repeat">
      <a:schemeClr val="accent2"/>
      <a:schemeClr val="accent3"/>
      <a:schemeClr val="accent4"/>
      <a:schemeClr val="accent5"/>
      <a:schemeClr val="accent6"/>
    </dgm:fillClrLst>
    <dgm:linClrLst hueDir="cw" meth="repeat">
      <a:schemeClr val="accent2"/>
      <a:schemeClr val="accent3"/>
      <a:schemeClr val="accent4"/>
      <a:schemeClr val="accent5"/>
      <a:schemeClr val="accent6"/>
    </dgm:linClrLst>
    <dgm:effectClrLst hueDir="cw" meth="span"/>
    <dgm:txLinClrLst hueDir="cw" meth="span"/>
    <dgm:txFillClrLst hueDir="cw" meth="span"/>
    <dgm:txEffectClrLst hueDir="cw" meth="span"/>
  </dgm:styleLbl>
  <dgm:styleLbl name="lnNode1">
    <dgm:fillClrLst hueDir="cw" meth="repeat">
      <a:schemeClr val="accent2"/>
      <a:schemeClr val="accent3"/>
      <a:schemeClr val="accent4"/>
      <a:schemeClr val="accent5"/>
      <a:schemeClr val="accent6"/>
    </dgm:fillClrLst>
    <dgm:linClrLst hueDir="cw" meth="repeat">
      <a:schemeClr val="lt1"/>
    </dgm:linClrLst>
    <dgm:effectClrLst hueDir="cw" meth="span"/>
    <dgm:txLinClrLst hueDir="cw" meth="span"/>
    <dgm:txFillClrLst hueDir="cw" meth="span"/>
    <dgm:txEffectClrLst hueDir="cw" meth="span"/>
  </dgm:styleLbl>
  <dgm:styleLbl name="vennNode1">
    <dgm:fillClrLst hueDir="cw"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hueDir="cw" meth="repeat">
      <a:schemeClr val="lt1"/>
    </dgm:linClrLst>
    <dgm:effectClrLst hueDir="cw" meth="span"/>
    <dgm:txLinClrLst hueDir="cw" meth="span"/>
    <dgm:txFillClrLst hueDir="cw" meth="span"/>
    <dgm:txEffectClrLst hueDir="cw" meth="span"/>
  </dgm:styleLbl>
  <dgm:styleLbl name="node2">
    <dgm:fillClrLst hueDir="cw" meth="span">
      <a:schemeClr val="accent2"/>
    </dgm:fillClrLst>
    <dgm:linClrLst hueDir="cw" meth="repeat">
      <a:schemeClr val="lt1"/>
    </dgm:linClrLst>
    <dgm:effectClrLst hueDir="cw" meth="span"/>
    <dgm:txLinClrLst hueDir="cw" meth="span"/>
    <dgm:txFillClrLst hueDir="cw" meth="span"/>
    <dgm:txEffectClrLst hueDir="cw" meth="span"/>
  </dgm:styleLbl>
  <dgm:styleLbl name="node3">
    <dgm:fillClrLst hueDir="cw" meth="span">
      <a:schemeClr val="accent3"/>
    </dgm:fillClrLst>
    <dgm:linClrLst hueDir="cw" meth="repeat">
      <a:schemeClr val="lt1"/>
    </dgm:linClrLst>
    <dgm:effectClrLst hueDir="cw" meth="span"/>
    <dgm:txLinClrLst hueDir="cw" meth="span"/>
    <dgm:txFillClrLst hueDir="cw" meth="span"/>
    <dgm:txEffectClrLst hueDir="cw" meth="span"/>
  </dgm:styleLbl>
  <dgm:styleLbl name="node4">
    <dgm:fillClrLst hueDir="cw" meth="span">
      <a:schemeClr val="accent4"/>
    </dgm:fillClrLst>
    <dgm:linClrLst hueDir="cw" meth="repeat">
      <a:schemeClr val="lt1"/>
    </dgm:linClrLst>
    <dgm:effectClrLst hueDir="cw" meth="span"/>
    <dgm:txLinClrLst hueDir="cw" meth="span"/>
    <dgm:txFillClrLst hueDir="cw" meth="span"/>
    <dgm:txEffectClrLst hueDir="cw" meth="span"/>
  </dgm:styleLbl>
  <dgm:styleLbl name="fgImgPlace1">
    <dgm:fillClrLst hueDir="cw" meth="repeat">
      <a:schemeClr val="accent2">
        <a:tint val="50000"/>
      </a:schemeClr>
      <a:schemeClr val="accent3">
        <a:tint val="50000"/>
      </a:schemeClr>
      <a:schemeClr val="accent4">
        <a:tint val="50000"/>
      </a:schemeClr>
      <a:schemeClr val="accent5">
        <a:tint val="50000"/>
      </a:schemeClr>
      <a:schemeClr val="accent6">
        <a:tint val="50000"/>
      </a:schemeClr>
    </dgm:fillClrLst>
    <dgm:linClrLst hueDir="cw" meth="repeat">
      <a:schemeClr val="lt1"/>
    </dgm:linClrLst>
    <dgm:effectClrLst hueDir="cw" meth="span"/>
    <dgm:txLinClrLst hueDir="cw" meth="span"/>
    <dgm:txFillClrLst hueDir="cw" meth="repeat">
      <a:schemeClr val="lt1"/>
    </dgm:txFillClrLst>
    <dgm:txEffectClrLst hueDir="cw" meth="span"/>
  </dgm:styleLbl>
  <dgm:styleLbl name="alignImgPlace1">
    <dgm:fillClrLst hueDir="cw" meth="span">
      <a:schemeClr val="accent1">
        <a:tint val="50000"/>
      </a:schemeClr>
      <a:schemeClr val="accent2">
        <a:tint val="20000"/>
      </a:schemeClr>
    </dgm:fillClrLst>
    <dgm:linClrLst hueDir="cw" meth="repeat">
      <a:schemeClr val="lt1"/>
    </dgm:linClrLst>
    <dgm:effectClrLst hueDir="cw" meth="span"/>
    <dgm:txLinClrLst hueDir="cw" meth="span"/>
    <dgm:txFillClrLst hueDir="cw" meth="repeat">
      <a:schemeClr val="lt1"/>
    </dgm:txFillClrLst>
    <dgm:txEffectClrLst hueDir="cw" meth="span"/>
  </dgm:styleLbl>
  <dgm:styleLbl name="bgImgPlace1">
    <dgm:fillClrLst hueDir="cw" meth="span">
      <a:schemeClr val="accent1">
        <a:tint val="50000"/>
      </a:schemeClr>
      <a:schemeClr val="accent2">
        <a:tint val="20000"/>
      </a:schemeClr>
    </dgm:fillClrLst>
    <dgm:linClrLst hueDir="cw" meth="repeat">
      <a:schemeClr val="lt1"/>
    </dgm:linClrLst>
    <dgm:effectClrLst hueDir="cw" meth="span"/>
    <dgm:txLinClrLst hueDir="cw" meth="span"/>
    <dgm:txFillClrLst hueDir="cw" meth="repeat">
      <a:schemeClr val="lt1"/>
    </dgm:txFillClrLst>
    <dgm:txEffectClrLst hueDir="cw" meth="span"/>
  </dgm:styleLbl>
  <dgm:styleLbl name="sibTrans2D1">
    <dgm:fillClrLst hueDir="cw" meth="repeat">
      <a:schemeClr val="accent2"/>
      <a:schemeClr val="accent3"/>
      <a:schemeClr val="accent4"/>
      <a:schemeClr val="accent5"/>
      <a:schemeClr val="accent6"/>
    </dgm:fillClrLst>
    <dgm:linClrLst hueDir="cw" meth="cycle">
      <a:schemeClr val="lt1"/>
    </dgm:linClrLst>
    <dgm:effectClrLst hueDir="cw" meth="span"/>
    <dgm:txLinClrLst hueDir="cw" meth="span"/>
    <dgm:txFillClrLst hueDir="cw" meth="span"/>
    <dgm:txEffectClrLst hueDir="cw" meth="span"/>
  </dgm:styleLbl>
  <dgm:styleLbl name="fgSibTrans2D1">
    <dgm:fillClrLst hueDir="cw" meth="repeat">
      <a:schemeClr val="accent2"/>
      <a:schemeClr val="accent3"/>
      <a:schemeClr val="accent4"/>
      <a:schemeClr val="accent5"/>
      <a:schemeClr val="accent6"/>
    </dgm:fillClrLst>
    <dgm:linClrLst hueDir="cw" meth="cycle">
      <a:schemeClr val="lt1"/>
    </dgm:linClrLst>
    <dgm:effectClrLst hueDir="cw" meth="span"/>
    <dgm:txLinClrLst hueDir="cw" meth="span"/>
    <dgm:txFillClrLst hueDir="cw" meth="repeat">
      <a:schemeClr val="lt1"/>
    </dgm:txFillClrLst>
    <dgm:txEffectClrLst hueDir="cw" meth="span"/>
  </dgm:styleLbl>
  <dgm:styleLbl name="bgSibTrans2D1">
    <dgm:fillClrLst hueDir="cw" meth="repeat">
      <a:schemeClr val="accent2"/>
      <a:schemeClr val="accent3"/>
      <a:schemeClr val="accent4"/>
      <a:schemeClr val="accent5"/>
      <a:schemeClr val="accent6"/>
    </dgm:fillClrLst>
    <dgm:linClrLst hueDir="cw" meth="cycle">
      <a:schemeClr val="lt1"/>
    </dgm:linClrLst>
    <dgm:effectClrLst hueDir="cw" meth="span"/>
    <dgm:txLinClrLst hueDir="cw" meth="span"/>
    <dgm:txFillClrLst hueDir="cw" meth="repeat">
      <a:schemeClr val="lt1"/>
    </dgm:txFillClrLst>
    <dgm:txEffectClrLst hueDir="cw" meth="span"/>
  </dgm:styleLbl>
  <dgm:styleLbl name="sibTrans1D1">
    <dgm:fillClrLst hueDir="cw" meth="repeat">
      <a:schemeClr val="accent2"/>
      <a:schemeClr val="accent3"/>
      <a:schemeClr val="accent4"/>
      <a:schemeClr val="accent5"/>
      <a:schemeClr val="accent6"/>
    </dgm:fillClrLst>
    <dgm:linClrLst hueDir="cw" meth="repeat">
      <a:schemeClr val="accent2"/>
      <a:schemeClr val="accent3"/>
      <a:schemeClr val="accent4"/>
      <a:schemeClr val="accent5"/>
      <a:schemeClr val="accent6"/>
    </dgm:linClrLst>
    <dgm:effectClrLst hueDir="cw" meth="span"/>
    <dgm:txLinClrLst hueDir="cw" meth="span"/>
    <dgm:txFillClrLst hueDir="cw" meth="repeat">
      <a:schemeClr val="tx1"/>
    </dgm:txFillClrLst>
    <dgm:txEffectClrLst hueDir="cw" meth="span"/>
  </dgm:styleLbl>
  <dgm:styleLbl name="callout">
    <dgm:fillClrLst hueDir="cw" meth="repeat">
      <a:schemeClr val="accent2"/>
    </dgm:fillClrLst>
    <dgm:linClrLst hueDir="cw" meth="repeat">
      <a:schemeClr val="accent2">
        <a:tint val="50000"/>
      </a:schemeClr>
    </dgm:linClrLst>
    <dgm:effectClrLst hueDir="cw" meth="span"/>
    <dgm:txLinClrLst hueDir="cw" meth="span"/>
    <dgm:txFillClrLst hueDir="cw" meth="repeat">
      <a:schemeClr val="tx1"/>
    </dgm:txFillClrLst>
    <dgm:txEffectClrLst hueDir="cw" meth="span"/>
  </dgm:styleLbl>
  <dgm:styleLbl name="asst0">
    <dgm:fillClrLst hueDir="cw" meth="repeat">
      <a:schemeClr val="accent1"/>
    </dgm:fillClrLst>
    <dgm:linClrLst hueDir="cw" meth="repeat">
      <a:schemeClr val="lt1"/>
    </dgm:linClrLst>
    <dgm:effectClrLst hueDir="cw" meth="span"/>
    <dgm:txLinClrLst hueDir="cw" meth="span"/>
    <dgm:txFillClrLst hueDir="cw" meth="span"/>
    <dgm:txEffectClrLst hueDir="cw" meth="span"/>
  </dgm:styleLbl>
  <dgm:styleLbl name="asst1">
    <dgm:fillClrLst hueDir="cw" meth="repeat">
      <a:schemeClr val="accent2"/>
    </dgm:fillClrLst>
    <dgm:linClrLst hueDir="cw" meth="repeat">
      <a:schemeClr val="lt1"/>
    </dgm:linClrLst>
    <dgm:effectClrLst hueDir="cw" meth="span"/>
    <dgm:txLinClrLst hueDir="cw" meth="span"/>
    <dgm:txFillClrLst hueDir="cw" meth="span"/>
    <dgm:txEffectClrLst hueDir="cw" meth="span"/>
  </dgm:styleLbl>
  <dgm:styleLbl name="asst2">
    <dgm:fillClrLst hueDir="cw" meth="span">
      <a:schemeClr val="accent3"/>
    </dgm:fillClrLst>
    <dgm:linClrLst hueDir="cw" meth="repeat">
      <a:schemeClr val="lt1"/>
    </dgm:linClrLst>
    <dgm:effectClrLst hueDir="cw" meth="span"/>
    <dgm:txLinClrLst hueDir="cw" meth="span"/>
    <dgm:txFillClrLst hueDir="cw" meth="span"/>
    <dgm:txEffectClrLst hueDir="cw" meth="span"/>
  </dgm:styleLbl>
  <dgm:styleLbl name="asst3">
    <dgm:fillClrLst hueDir="cw" meth="span">
      <a:schemeClr val="accent4"/>
    </dgm:fillClrLst>
    <dgm:linClrLst hueDir="cw" meth="repeat">
      <a:schemeClr val="lt1"/>
    </dgm:linClrLst>
    <dgm:effectClrLst hueDir="cw" meth="span"/>
    <dgm:txLinClrLst hueDir="cw" meth="span"/>
    <dgm:txFillClrLst hueDir="cw" meth="span"/>
    <dgm:txEffectClrLst hueDir="cw" meth="span"/>
  </dgm:styleLbl>
  <dgm:styleLbl name="asst4">
    <dgm:fillClrLst hueDir="cw" meth="span">
      <a:schemeClr val="accent5"/>
    </dgm:fillClrLst>
    <dgm:linClrLst hueDir="cw" meth="repeat">
      <a:schemeClr val="lt1"/>
    </dgm:linClrLst>
    <dgm:effectClrLst hueDir="cw" meth="span"/>
    <dgm:txLinClrLst hueDir="cw" meth="span"/>
    <dgm:txFillClrLst hueDir="cw" meth="span"/>
    <dgm:txEffectClrLst hueDir="cw" meth="span"/>
  </dgm:styleLbl>
  <dgm:styleLbl name="parChTrans2D1">
    <dgm:fillClrLst hueDir="cw" meth="repeat">
      <a:schemeClr val="accent2"/>
    </dgm:fillClrLst>
    <dgm:linClrLst hueDir="cw" meth="repeat">
      <a:schemeClr val="lt1"/>
    </dgm:linClrLst>
    <dgm:effectClrLst hueDir="cw" meth="span"/>
    <dgm:txLinClrLst hueDir="cw" meth="span"/>
    <dgm:txFillClrLst hueDir="cw" meth="repeat">
      <a:schemeClr val="lt1"/>
    </dgm:txFillClrLst>
    <dgm:txEffectClrLst hueDir="cw" meth="span"/>
  </dgm:styleLbl>
  <dgm:styleLbl name="parChTrans2D2">
    <dgm:fillClrLst hueDir="cw" meth="repeat">
      <a:schemeClr val="accent3"/>
    </dgm:fillClrLst>
    <dgm:linClrLst hueDir="cw" meth="repeat">
      <a:schemeClr val="lt1"/>
    </dgm:linClrLst>
    <dgm:effectClrLst hueDir="cw" meth="span"/>
    <dgm:txLinClrLst hueDir="cw" meth="span"/>
    <dgm:txFillClrLst hueDir="cw" meth="span"/>
    <dgm:txEffectClrLst hueDir="cw" meth="span"/>
  </dgm:styleLbl>
  <dgm:styleLbl name="parChTrans2D3">
    <dgm:fillClrLst hueDir="cw" meth="repeat">
      <a:schemeClr val="accent4"/>
    </dgm:fillClrLst>
    <dgm:linClrLst hueDir="cw" meth="repeat">
      <a:schemeClr val="lt1"/>
    </dgm:linClrLst>
    <dgm:effectClrLst hueDir="cw" meth="span"/>
    <dgm:txLinClrLst hueDir="cw" meth="span"/>
    <dgm:txFillClrLst hueDir="cw" meth="span"/>
    <dgm:txEffectClrLst hueDir="cw" meth="span"/>
  </dgm:styleLbl>
  <dgm:styleLbl name="parChTrans2D4">
    <dgm:fillClrLst hueDir="cw" meth="repeat">
      <a:schemeClr val="accent5"/>
    </dgm:fillClrLst>
    <dgm:linClrLst hueDir="cw" meth="repeat">
      <a:schemeClr val="lt1"/>
    </dgm:linClrLst>
    <dgm:effectClrLst hueDir="cw" meth="span"/>
    <dgm:txLinClrLst hueDir="cw" meth="span"/>
    <dgm:txFillClrLst hueDir="cw" meth="repeat">
      <a:schemeClr val="lt1"/>
    </dgm:txFillClrLst>
    <dgm:txEffectClrLst hueDir="cw" meth="span"/>
  </dgm:styleLbl>
  <dgm:styleLbl name="parChTrans1D1">
    <dgm:fillClrLst hueDir="cw" meth="repeat">
      <a:schemeClr val="accent2"/>
    </dgm:fillClrLst>
    <dgm:linClrLst hueDir="cw" meth="repeat">
      <a:schemeClr val="accent1"/>
    </dgm:linClrLst>
    <dgm:effectClrLst hueDir="cw" meth="span"/>
    <dgm:txLinClrLst hueDir="cw" meth="span"/>
    <dgm:txFillClrLst hueDir="cw" meth="repeat">
      <a:schemeClr val="tx1"/>
    </dgm:txFillClrLst>
    <dgm:txEffectClrLst hueDir="cw" meth="span"/>
  </dgm:styleLbl>
  <dgm:styleLbl name="parChTrans1D2">
    <dgm:fillClrLst hueDir="cw" meth="repeat">
      <a:schemeClr val="accent3">
        <a:tint val="90000"/>
      </a:schemeClr>
    </dgm:fillClrLst>
    <dgm:linClrLst hueDir="cw" meth="repeat">
      <a:schemeClr val="accent2"/>
    </dgm:linClrLst>
    <dgm:effectClrLst hueDir="cw" meth="span"/>
    <dgm:txLinClrLst hueDir="cw" meth="span"/>
    <dgm:txFillClrLst hueDir="cw" meth="repeat">
      <a:schemeClr val="tx1"/>
    </dgm:txFillClrLst>
    <dgm:txEffectClrLst hueDir="cw" meth="span"/>
  </dgm:styleLbl>
  <dgm:styleLbl name="parChTrans1D3">
    <dgm:fillClrLst hueDir="cw" meth="repeat">
      <a:schemeClr val="accent4">
        <a:tint val="70000"/>
      </a:schemeClr>
    </dgm:fillClrLst>
    <dgm:linClrLst hueDir="cw" meth="repeat">
      <a:schemeClr val="accent3"/>
    </dgm:linClrLst>
    <dgm:effectClrLst hueDir="cw" meth="span"/>
    <dgm:txLinClrLst hueDir="cw" meth="span"/>
    <dgm:txFillClrLst hueDir="cw" meth="repeat">
      <a:schemeClr val="tx1"/>
    </dgm:txFillClrLst>
    <dgm:txEffectClrLst hueDir="cw" meth="span"/>
  </dgm:styleLbl>
  <dgm:styleLbl name="parChTrans1D4">
    <dgm:fillClrLst hueDir="cw" meth="repeat">
      <a:schemeClr val="accent5">
        <a:tint val="50000"/>
      </a:schemeClr>
    </dgm:fillClrLst>
    <dgm:linClrLst hueDir="cw" meth="repeat">
      <a:schemeClr val="accent4"/>
    </dgm:linClrLst>
    <dgm:effectClrLst hueDir="cw" meth="span"/>
    <dgm:txLinClrLst hueDir="cw" meth="span"/>
    <dgm:txFillClrLst hueDir="cw" meth="repeat">
      <a:schemeClr val="tx1"/>
    </dgm:txFillClrLst>
    <dgm:txEffectClrLst hueDir="cw" meth="span"/>
  </dgm:styleLbl>
  <dgm:styleLbl name="fgAcc1">
    <dgm:fillClrLst hueDir="cw" meth="repeat">
      <a:schemeClr val="lt1">
        <a:alpha val="90000"/>
      </a:schemeClr>
    </dgm:fillClrLst>
    <dgm:linClrLst hueDir="cw" meth="repeat">
      <a:schemeClr val="accent2"/>
      <a:schemeClr val="accent3"/>
      <a:schemeClr val="accent4"/>
      <a:schemeClr val="accent5"/>
      <a:schemeClr val="accent6"/>
    </dgm:linClrLst>
    <dgm:effectClrLst hueDir="cw" meth="span"/>
    <dgm:txLinClrLst hueDir="cw" meth="span"/>
    <dgm:txFillClrLst hueDir="cw" meth="repeat">
      <a:schemeClr val="dk1"/>
    </dgm:txFillClrLst>
    <dgm:txEffectClrLst hueDir="cw" meth="span"/>
  </dgm:styleLbl>
  <dgm:styleLbl name="conFgAcc1">
    <dgm:fillClrLst hueDir="cw" meth="repeat">
      <a:schemeClr val="lt1">
        <a:alpha val="90000"/>
      </a:schemeClr>
    </dgm:fillClrLst>
    <dgm:linClrLst hueDir="cw" meth="repeat">
      <a:schemeClr val="accent2"/>
      <a:schemeClr val="accent3"/>
      <a:schemeClr val="accent4"/>
      <a:schemeClr val="accent5"/>
      <a:schemeClr val="accent6"/>
    </dgm:linClrLst>
    <dgm:effectClrLst hueDir="cw" meth="span"/>
    <dgm:txLinClrLst hueDir="cw" meth="span"/>
    <dgm:txFillClrLst hueDir="cw" meth="repeat">
      <a:schemeClr val="dk1"/>
    </dgm:txFillClrLst>
    <dgm:txEffectClrLst hueDir="cw" meth="span"/>
  </dgm:styleLbl>
  <dgm:styleLbl name="alignAcc1">
    <dgm:fillClrLst hueDir="cw" meth="repeat">
      <a:schemeClr val="lt1">
        <a:alpha val="90000"/>
      </a:schemeClr>
    </dgm:fillClrLst>
    <dgm:linClrLst hueDir="cw" meth="repeat">
      <a:schemeClr val="accent2"/>
      <a:schemeClr val="accent3"/>
      <a:schemeClr val="accent4"/>
      <a:schemeClr val="accent5"/>
      <a:schemeClr val="accent6"/>
    </dgm:linClrLst>
    <dgm:effectClrLst hueDir="cw" meth="span"/>
    <dgm:txLinClrLst hueDir="cw" meth="span"/>
    <dgm:txFillClrLst hueDir="cw" meth="repeat">
      <a:schemeClr val="dk1"/>
    </dgm:txFillClrLst>
    <dgm:txEffectClrLst hueDir="cw" meth="span"/>
  </dgm:styleLbl>
  <dgm:styleLbl name="trAlignAcc1">
    <dgm:fillClrLst hueDir="cw" meth="repeat">
      <a:schemeClr val="lt1">
        <a:alpha val="40000"/>
      </a:schemeClr>
    </dgm:fillClrLst>
    <dgm:linClrLst hueDir="cw" meth="repeat">
      <a:schemeClr val="accent1"/>
    </dgm:linClrLst>
    <dgm:effectClrLst hueDir="cw" meth="span"/>
    <dgm:txLinClrLst hueDir="cw" meth="span"/>
    <dgm:txFillClrLst hueDir="cw" meth="repeat">
      <a:schemeClr val="dk1"/>
    </dgm:txFillClrLst>
    <dgm:txEffectClrLst hueDir="cw" meth="span"/>
  </dgm:styleLbl>
  <dgm:styleLbl name="bgAcc1">
    <dgm:fillClrLst hueDir="cw" meth="repeat">
      <a:schemeClr val="lt1">
        <a:alpha val="90000"/>
      </a:schemeClr>
    </dgm:fillClrLst>
    <dgm:linClrLst hueDir="cw" meth="repeat">
      <a:schemeClr val="accent2"/>
      <a:schemeClr val="accent3"/>
      <a:schemeClr val="accent4"/>
      <a:schemeClr val="accent5"/>
      <a:schemeClr val="accent6"/>
    </dgm:linClrLst>
    <dgm:effectClrLst hueDir="cw" meth="span"/>
    <dgm:txLinClrLst hueDir="cw" meth="span"/>
    <dgm:txFillClrLst hueDir="cw" meth="repeat">
      <a:schemeClr val="dk1"/>
    </dgm:txFillClrLst>
    <dgm:txEffectClrLst hueDir="cw" meth="span"/>
  </dgm:styleLbl>
  <dgm:styleLbl name="solidFgAcc1">
    <dgm:fillClrLst hueDir="cw" meth="repeat">
      <a:schemeClr val="lt1"/>
    </dgm:fillClrLst>
    <dgm:linClrLst hueDir="cw" meth="repeat">
      <a:schemeClr val="accent2"/>
      <a:schemeClr val="accent3"/>
      <a:schemeClr val="accent4"/>
      <a:schemeClr val="accent5"/>
      <a:schemeClr val="accent6"/>
    </dgm:linClrLst>
    <dgm:effectClrLst hueDir="cw" meth="span"/>
    <dgm:txLinClrLst hueDir="cw" meth="span"/>
    <dgm:txFillClrLst hueDir="cw" meth="repeat">
      <a:schemeClr val="dk1"/>
    </dgm:txFillClrLst>
    <dgm:txEffectClrLst hueDir="cw" meth="span"/>
  </dgm:styleLbl>
  <dgm:styleLbl name="solidAlignAcc1">
    <dgm:fillClrLst hueDir="cw" meth="repeat">
      <a:schemeClr val="lt1"/>
    </dgm:fillClrLst>
    <dgm:linClrLst hueDir="cw" meth="repeat">
      <a:schemeClr val="accent2"/>
      <a:schemeClr val="accent3"/>
      <a:schemeClr val="accent4"/>
      <a:schemeClr val="accent5"/>
      <a:schemeClr val="accent6"/>
    </dgm:linClrLst>
    <dgm:effectClrLst hueDir="cw" meth="span"/>
    <dgm:txLinClrLst hueDir="cw" meth="span"/>
    <dgm:txFillClrLst hueDir="cw" meth="repeat">
      <a:schemeClr val="dk1"/>
    </dgm:txFillClrLst>
    <dgm:txEffectClrLst hueDir="cw" meth="span"/>
  </dgm:styleLbl>
  <dgm:styleLbl name="solidBgAcc1">
    <dgm:fillClrLst hueDir="cw" meth="repeat">
      <a:schemeClr val="lt1"/>
    </dgm:fillClrLst>
    <dgm:linClrLst hueDir="cw" meth="repeat">
      <a:schemeClr val="accent2"/>
      <a:schemeClr val="accent3"/>
      <a:schemeClr val="accent4"/>
      <a:schemeClr val="accent5"/>
      <a:schemeClr val="accent6"/>
    </dgm:linClrLst>
    <dgm:effectClrLst hueDir="cw" meth="span"/>
    <dgm:txLinClrLst hueDir="cw" meth="span"/>
    <dgm:txFillClrLst hueDir="cw" meth="repeat">
      <a:schemeClr val="dk1"/>
    </dgm:txFillClrLst>
    <dgm:txEffectClrLst hueDir="cw" meth="span"/>
  </dgm:styleLbl>
  <dgm:styleLbl name="fgAccFollowNode1">
    <dgm:fillClrLst hueDir="cw"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hueDir="cw"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hueDir="cw" meth="span"/>
    <dgm:txLinClrLst hueDir="cw" meth="span"/>
    <dgm:txFillClrLst hueDir="cw" meth="repeat">
      <a:schemeClr val="dk1"/>
    </dgm:txFillClrLst>
    <dgm:txEffectClrLst hueDir="cw" meth="span"/>
  </dgm:styleLbl>
  <dgm:styleLbl name="alignAccFollowNode1">
    <dgm:fillClrLst hueDir="cw"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hueDir="cw"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hueDir="cw" meth="span"/>
    <dgm:txLinClrLst hueDir="cw" meth="span"/>
    <dgm:txFillClrLst hueDir="cw" meth="repeat">
      <a:schemeClr val="dk1"/>
    </dgm:txFillClrLst>
    <dgm:txEffectClrLst hueDir="cw" meth="span"/>
  </dgm:styleLbl>
  <dgm:styleLbl name="bgAccFollowNode1">
    <dgm:fillClrLst hueDir="cw"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hueDir="cw"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hueDir="cw" meth="span"/>
    <dgm:txLinClrLst hueDir="cw" meth="span"/>
    <dgm:txFillClrLst hueDir="cw" meth="repeat">
      <a:schemeClr val="dk1"/>
    </dgm:txFillClrLst>
    <dgm:txEffectClrLst hueDir="cw" meth="span"/>
  </dgm:styleLbl>
  <dgm:styleLbl name="fgAcc0">
    <dgm:fillClrLst hueDir="cw" meth="repeat">
      <a:schemeClr val="lt1">
        <a:alpha val="90000"/>
      </a:schemeClr>
    </dgm:fillClrLst>
    <dgm:linClrLst hueDir="cw" meth="span">
      <a:schemeClr val="accent1"/>
    </dgm:linClrLst>
    <dgm:effectClrLst hueDir="cw" meth="span"/>
    <dgm:txLinClrLst hueDir="cw" meth="span"/>
    <dgm:txFillClrLst hueDir="cw" meth="repeat">
      <a:schemeClr val="dk1"/>
    </dgm:txFillClrLst>
    <dgm:txEffectClrLst hueDir="cw" meth="span"/>
  </dgm:styleLbl>
  <dgm:styleLbl name="fgAcc2">
    <dgm:fillClrLst hueDir="cw" meth="repeat">
      <a:schemeClr val="lt1">
        <a:alpha val="90000"/>
      </a:schemeClr>
    </dgm:fillClrLst>
    <dgm:linClrLst hueDir="cw" meth="span">
      <a:schemeClr val="accent2"/>
    </dgm:linClrLst>
    <dgm:effectClrLst hueDir="cw" meth="span"/>
    <dgm:txLinClrLst hueDir="cw" meth="span"/>
    <dgm:txFillClrLst hueDir="cw" meth="repeat">
      <a:schemeClr val="dk1"/>
    </dgm:txFillClrLst>
    <dgm:txEffectClrLst hueDir="cw" meth="span"/>
  </dgm:styleLbl>
  <dgm:styleLbl name="fgAcc3">
    <dgm:fillClrLst hueDir="cw" meth="repeat">
      <a:schemeClr val="lt1">
        <a:alpha val="90000"/>
      </a:schemeClr>
    </dgm:fillClrLst>
    <dgm:linClrLst hueDir="cw" meth="span">
      <a:schemeClr val="accent3"/>
    </dgm:linClrLst>
    <dgm:effectClrLst hueDir="cw" meth="span"/>
    <dgm:txLinClrLst hueDir="cw" meth="span"/>
    <dgm:txFillClrLst hueDir="cw" meth="repeat">
      <a:schemeClr val="dk1"/>
    </dgm:txFillClrLst>
    <dgm:txEffectClrLst hueDir="cw" meth="span"/>
  </dgm:styleLbl>
  <dgm:styleLbl name="fgAcc4">
    <dgm:fillClrLst hueDir="cw" meth="repeat">
      <a:schemeClr val="lt1">
        <a:alpha val="90000"/>
      </a:schemeClr>
    </dgm:fillClrLst>
    <dgm:linClrLst hueDir="cw" meth="span">
      <a:schemeClr val="accent4"/>
    </dgm:linClrLst>
    <dgm:effectClrLst hueDir="cw" meth="span"/>
    <dgm:txLinClrLst hueDir="cw" meth="span"/>
    <dgm:txFillClrLst hueDir="cw" meth="repeat">
      <a:schemeClr val="dk1"/>
    </dgm:txFillClrLst>
    <dgm:txEffectClrLst hueDir="cw" meth="span"/>
  </dgm:styleLbl>
  <dgm:styleLbl name="bgShp">
    <dgm:fillClrLst hueDir="cw" meth="repeat">
      <a:schemeClr val="accent2">
        <a:tint val="40000"/>
      </a:schemeClr>
    </dgm:fillClrLst>
    <dgm:linClrLst hueDir="cw" meth="repeat">
      <a:schemeClr val="dk1"/>
    </dgm:linClrLst>
    <dgm:effectClrLst hueDir="cw" meth="span"/>
    <dgm:txLinClrLst hueDir="cw" meth="span"/>
    <dgm:txFillClrLst hueDir="cw" meth="repeat">
      <a:schemeClr val="dk1"/>
    </dgm:txFillClrLst>
    <dgm:txEffectClrLst hueDir="cw" meth="span"/>
  </dgm:styleLbl>
  <dgm:styleLbl name="dkBgShp">
    <dgm:fillClrLst hueDir="cw" meth="repeat">
      <a:schemeClr val="accent2">
        <a:shade val="90000"/>
      </a:schemeClr>
    </dgm:fillClrLst>
    <dgm:linClrLst hueDir="cw" meth="repeat">
      <a:schemeClr val="dk1"/>
    </dgm:linClrLst>
    <dgm:effectClrLst hueDir="cw" meth="span"/>
    <dgm:txLinClrLst hueDir="cw" meth="span"/>
    <dgm:txFillClrLst hueDir="cw" meth="repeat">
      <a:schemeClr val="lt1"/>
    </dgm:txFillClrLst>
    <dgm:txEffectClrLst hueDir="cw" meth="span"/>
  </dgm:styleLbl>
  <dgm:styleLbl name="trBgShp">
    <dgm:fillClrLst hueDir="cw" meth="repeat">
      <a:schemeClr val="accent1">
        <a:tint val="50000"/>
        <a:alpha val="40000"/>
      </a:schemeClr>
    </dgm:fillClrLst>
    <dgm:linClrLst hueDir="cw" meth="repeat">
      <a:schemeClr val="accent2"/>
    </dgm:linClrLst>
    <dgm:effectClrLst hueDir="cw" meth="span"/>
    <dgm:txLinClrLst hueDir="cw" meth="span"/>
    <dgm:txFillClrLst hueDir="cw" meth="repeat">
      <a:schemeClr val="lt1"/>
    </dgm:txFillClrLst>
    <dgm:txEffectClrLst hueDir="cw" meth="span"/>
  </dgm:styleLbl>
  <dgm:styleLbl name="fgShp">
    <dgm:fillClrLst hueDir="cw" meth="repeat">
      <a:schemeClr val="accent2">
        <a:tint val="40000"/>
      </a:schemeClr>
    </dgm:fillClrLst>
    <dgm:linClrLst hueDir="cw" meth="repeat">
      <a:schemeClr val="lt1"/>
    </dgm:linClrLst>
    <dgm:effectClrLst hueDir="cw" meth="span"/>
    <dgm:txLinClrLst hueDir="cw" meth="span"/>
    <dgm:txFillClrLst hueDir="cw" meth="repeat">
      <a:schemeClr val="dk1"/>
    </dgm:txFillClrLst>
    <dgm:txEffectClrLst hueDir="cw" meth="span"/>
  </dgm:styleLbl>
  <dgm:styleLbl name="revTx">
    <dgm:fillClrLst hueDir="cw" meth="repeat">
      <a:schemeClr val="lt1">
        <a:alpha val="0"/>
      </a:schemeClr>
    </dgm:fillClrLst>
    <dgm:linClrLst hueDir="cw" meth="repeat">
      <a:schemeClr val="dk1">
        <a:alpha val="0"/>
      </a:schemeClr>
    </dgm:linClrLst>
    <dgm:effectClrLst hueDir="cw" meth="span"/>
    <dgm:txLinClrLst hueDir="cw" meth="span"/>
    <dgm:txFillClrLst hueDir="cw" meth="repeat">
      <a:schemeClr val="tx1"/>
    </dgm:txFillClrLst>
    <dgm:txEffectClrLst hueDir="cw" meth="span"/>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hueDir="cw" meth="repeat">
      <a:schemeClr val="accent1"/>
    </dgm:fillClrLst>
    <dgm:linClrLst hueDir="cw" meth="repeat">
      <a:schemeClr val="lt1"/>
    </dgm:linClrLst>
    <dgm:effectClrLst hueDir="cw" meth="span"/>
    <dgm:txLinClrLst hueDir="cw" meth="span"/>
    <dgm:txFillClrLst hueDir="cw" meth="span"/>
    <dgm:txEffectClrLst hueDir="cw" meth="span"/>
  </dgm:styleLbl>
  <dgm:styleLbl name="node1">
    <dgm:fillClrLst hueDir="cw" meth="repeat">
      <a:schemeClr val="accent2"/>
      <a:schemeClr val="accent3"/>
      <a:schemeClr val="accent4"/>
      <a:schemeClr val="accent5"/>
      <a:schemeClr val="accent6"/>
    </dgm:fillClrLst>
    <dgm:linClrLst hueDir="cw" meth="repeat">
      <a:schemeClr val="lt1"/>
    </dgm:linClrLst>
    <dgm:effectClrLst hueDir="cw" meth="span"/>
    <dgm:txLinClrLst hueDir="cw" meth="span"/>
    <dgm:txFillClrLst hueDir="cw" meth="span"/>
    <dgm:txEffectClrLst hueDir="cw" meth="span"/>
  </dgm:styleLbl>
  <dgm:styleLbl name="alignNode1">
    <dgm:fillClrLst hueDir="cw" meth="repeat">
      <a:schemeClr val="accent2"/>
      <a:schemeClr val="accent3"/>
      <a:schemeClr val="accent4"/>
      <a:schemeClr val="accent5"/>
      <a:schemeClr val="accent6"/>
    </dgm:fillClrLst>
    <dgm:linClrLst hueDir="cw" meth="repeat">
      <a:schemeClr val="accent2"/>
      <a:schemeClr val="accent3"/>
      <a:schemeClr val="accent4"/>
      <a:schemeClr val="accent5"/>
      <a:schemeClr val="accent6"/>
    </dgm:linClrLst>
    <dgm:effectClrLst hueDir="cw" meth="span"/>
    <dgm:txLinClrLst hueDir="cw" meth="span"/>
    <dgm:txFillClrLst hueDir="cw" meth="span"/>
    <dgm:txEffectClrLst hueDir="cw" meth="span"/>
  </dgm:styleLbl>
  <dgm:styleLbl name="lnNode1">
    <dgm:fillClrLst hueDir="cw" meth="repeat">
      <a:schemeClr val="accent2"/>
      <a:schemeClr val="accent3"/>
      <a:schemeClr val="accent4"/>
      <a:schemeClr val="accent5"/>
      <a:schemeClr val="accent6"/>
    </dgm:fillClrLst>
    <dgm:linClrLst hueDir="cw" meth="repeat">
      <a:schemeClr val="lt1"/>
    </dgm:linClrLst>
    <dgm:effectClrLst hueDir="cw" meth="span"/>
    <dgm:txLinClrLst hueDir="cw" meth="span"/>
    <dgm:txFillClrLst hueDir="cw" meth="span"/>
    <dgm:txEffectClrLst hueDir="cw" meth="span"/>
  </dgm:styleLbl>
  <dgm:styleLbl name="vennNode1">
    <dgm:fillClrLst hueDir="cw"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hueDir="cw" meth="repeat">
      <a:schemeClr val="lt1"/>
    </dgm:linClrLst>
    <dgm:effectClrLst hueDir="cw" meth="span"/>
    <dgm:txLinClrLst hueDir="cw" meth="span"/>
    <dgm:txFillClrLst hueDir="cw" meth="span"/>
    <dgm:txEffectClrLst hueDir="cw" meth="span"/>
  </dgm:styleLbl>
  <dgm:styleLbl name="node2">
    <dgm:fillClrLst hueDir="cw" meth="span">
      <a:schemeClr val="accent2"/>
    </dgm:fillClrLst>
    <dgm:linClrLst hueDir="cw" meth="repeat">
      <a:schemeClr val="lt1"/>
    </dgm:linClrLst>
    <dgm:effectClrLst hueDir="cw" meth="span"/>
    <dgm:txLinClrLst hueDir="cw" meth="span"/>
    <dgm:txFillClrLst hueDir="cw" meth="span"/>
    <dgm:txEffectClrLst hueDir="cw" meth="span"/>
  </dgm:styleLbl>
  <dgm:styleLbl name="node3">
    <dgm:fillClrLst hueDir="cw" meth="span">
      <a:schemeClr val="accent3"/>
    </dgm:fillClrLst>
    <dgm:linClrLst hueDir="cw" meth="repeat">
      <a:schemeClr val="lt1"/>
    </dgm:linClrLst>
    <dgm:effectClrLst hueDir="cw" meth="span"/>
    <dgm:txLinClrLst hueDir="cw" meth="span"/>
    <dgm:txFillClrLst hueDir="cw" meth="span"/>
    <dgm:txEffectClrLst hueDir="cw" meth="span"/>
  </dgm:styleLbl>
  <dgm:styleLbl name="node4">
    <dgm:fillClrLst hueDir="cw" meth="span">
      <a:schemeClr val="accent4"/>
    </dgm:fillClrLst>
    <dgm:linClrLst hueDir="cw" meth="repeat">
      <a:schemeClr val="lt1"/>
    </dgm:linClrLst>
    <dgm:effectClrLst hueDir="cw" meth="span"/>
    <dgm:txLinClrLst hueDir="cw" meth="span"/>
    <dgm:txFillClrLst hueDir="cw" meth="span"/>
    <dgm:txEffectClrLst hueDir="cw" meth="span"/>
  </dgm:styleLbl>
  <dgm:styleLbl name="fgImgPlace1">
    <dgm:fillClrLst hueDir="cw" meth="repeat">
      <a:schemeClr val="accent2">
        <a:tint val="50000"/>
      </a:schemeClr>
      <a:schemeClr val="accent3">
        <a:tint val="50000"/>
      </a:schemeClr>
      <a:schemeClr val="accent4">
        <a:tint val="50000"/>
      </a:schemeClr>
      <a:schemeClr val="accent5">
        <a:tint val="50000"/>
      </a:schemeClr>
      <a:schemeClr val="accent6">
        <a:tint val="50000"/>
      </a:schemeClr>
    </dgm:fillClrLst>
    <dgm:linClrLst hueDir="cw" meth="repeat">
      <a:schemeClr val="lt1"/>
    </dgm:linClrLst>
    <dgm:effectClrLst hueDir="cw" meth="span"/>
    <dgm:txLinClrLst hueDir="cw" meth="span"/>
    <dgm:txFillClrLst hueDir="cw" meth="repeat">
      <a:schemeClr val="lt1"/>
    </dgm:txFillClrLst>
    <dgm:txEffectClrLst hueDir="cw" meth="span"/>
  </dgm:styleLbl>
  <dgm:styleLbl name="alignImgPlace1">
    <dgm:fillClrLst hueDir="cw" meth="span">
      <a:schemeClr val="accent1">
        <a:tint val="50000"/>
      </a:schemeClr>
      <a:schemeClr val="accent2">
        <a:tint val="20000"/>
      </a:schemeClr>
    </dgm:fillClrLst>
    <dgm:linClrLst hueDir="cw" meth="repeat">
      <a:schemeClr val="lt1"/>
    </dgm:linClrLst>
    <dgm:effectClrLst hueDir="cw" meth="span"/>
    <dgm:txLinClrLst hueDir="cw" meth="span"/>
    <dgm:txFillClrLst hueDir="cw" meth="repeat">
      <a:schemeClr val="lt1"/>
    </dgm:txFillClrLst>
    <dgm:txEffectClrLst hueDir="cw" meth="span"/>
  </dgm:styleLbl>
  <dgm:styleLbl name="bgImgPlace1">
    <dgm:fillClrLst hueDir="cw" meth="span">
      <a:schemeClr val="accent1">
        <a:tint val="50000"/>
      </a:schemeClr>
      <a:schemeClr val="accent2">
        <a:tint val="20000"/>
      </a:schemeClr>
    </dgm:fillClrLst>
    <dgm:linClrLst hueDir="cw" meth="repeat">
      <a:schemeClr val="lt1"/>
    </dgm:linClrLst>
    <dgm:effectClrLst hueDir="cw" meth="span"/>
    <dgm:txLinClrLst hueDir="cw" meth="span"/>
    <dgm:txFillClrLst hueDir="cw" meth="repeat">
      <a:schemeClr val="lt1"/>
    </dgm:txFillClrLst>
    <dgm:txEffectClrLst hueDir="cw" meth="span"/>
  </dgm:styleLbl>
  <dgm:styleLbl name="sibTrans2D1">
    <dgm:fillClrLst hueDir="cw" meth="repeat">
      <a:schemeClr val="accent2"/>
      <a:schemeClr val="accent3"/>
      <a:schemeClr val="accent4"/>
      <a:schemeClr val="accent5"/>
      <a:schemeClr val="accent6"/>
    </dgm:fillClrLst>
    <dgm:linClrLst hueDir="cw" meth="cycle">
      <a:schemeClr val="lt1"/>
    </dgm:linClrLst>
    <dgm:effectClrLst hueDir="cw" meth="span"/>
    <dgm:txLinClrLst hueDir="cw" meth="span"/>
    <dgm:txFillClrLst hueDir="cw" meth="span"/>
    <dgm:txEffectClrLst hueDir="cw" meth="span"/>
  </dgm:styleLbl>
  <dgm:styleLbl name="fgSibTrans2D1">
    <dgm:fillClrLst hueDir="cw" meth="repeat">
      <a:schemeClr val="accent2"/>
      <a:schemeClr val="accent3"/>
      <a:schemeClr val="accent4"/>
      <a:schemeClr val="accent5"/>
      <a:schemeClr val="accent6"/>
    </dgm:fillClrLst>
    <dgm:linClrLst hueDir="cw" meth="cycle">
      <a:schemeClr val="lt1"/>
    </dgm:linClrLst>
    <dgm:effectClrLst hueDir="cw" meth="span"/>
    <dgm:txLinClrLst hueDir="cw" meth="span"/>
    <dgm:txFillClrLst hueDir="cw" meth="repeat">
      <a:schemeClr val="lt1"/>
    </dgm:txFillClrLst>
    <dgm:txEffectClrLst hueDir="cw" meth="span"/>
  </dgm:styleLbl>
  <dgm:styleLbl name="bgSibTrans2D1">
    <dgm:fillClrLst hueDir="cw" meth="repeat">
      <a:schemeClr val="accent2"/>
      <a:schemeClr val="accent3"/>
      <a:schemeClr val="accent4"/>
      <a:schemeClr val="accent5"/>
      <a:schemeClr val="accent6"/>
    </dgm:fillClrLst>
    <dgm:linClrLst hueDir="cw" meth="cycle">
      <a:schemeClr val="lt1"/>
    </dgm:linClrLst>
    <dgm:effectClrLst hueDir="cw" meth="span"/>
    <dgm:txLinClrLst hueDir="cw" meth="span"/>
    <dgm:txFillClrLst hueDir="cw" meth="repeat">
      <a:schemeClr val="lt1"/>
    </dgm:txFillClrLst>
    <dgm:txEffectClrLst hueDir="cw" meth="span"/>
  </dgm:styleLbl>
  <dgm:styleLbl name="sibTrans1D1">
    <dgm:fillClrLst hueDir="cw" meth="repeat">
      <a:schemeClr val="accent2"/>
      <a:schemeClr val="accent3"/>
      <a:schemeClr val="accent4"/>
      <a:schemeClr val="accent5"/>
      <a:schemeClr val="accent6"/>
    </dgm:fillClrLst>
    <dgm:linClrLst hueDir="cw" meth="repeat">
      <a:schemeClr val="accent2"/>
      <a:schemeClr val="accent3"/>
      <a:schemeClr val="accent4"/>
      <a:schemeClr val="accent5"/>
      <a:schemeClr val="accent6"/>
    </dgm:linClrLst>
    <dgm:effectClrLst hueDir="cw" meth="span"/>
    <dgm:txLinClrLst hueDir="cw" meth="span"/>
    <dgm:txFillClrLst hueDir="cw" meth="repeat">
      <a:schemeClr val="tx1"/>
    </dgm:txFillClrLst>
    <dgm:txEffectClrLst hueDir="cw" meth="span"/>
  </dgm:styleLbl>
  <dgm:styleLbl name="callout">
    <dgm:fillClrLst hueDir="cw" meth="repeat">
      <a:schemeClr val="accent2"/>
    </dgm:fillClrLst>
    <dgm:linClrLst hueDir="cw" meth="repeat">
      <a:schemeClr val="accent2">
        <a:tint val="50000"/>
      </a:schemeClr>
    </dgm:linClrLst>
    <dgm:effectClrLst hueDir="cw" meth="span"/>
    <dgm:txLinClrLst hueDir="cw" meth="span"/>
    <dgm:txFillClrLst hueDir="cw" meth="repeat">
      <a:schemeClr val="tx1"/>
    </dgm:txFillClrLst>
    <dgm:txEffectClrLst hueDir="cw" meth="span"/>
  </dgm:styleLbl>
  <dgm:styleLbl name="asst0">
    <dgm:fillClrLst hueDir="cw" meth="repeat">
      <a:schemeClr val="accent1"/>
    </dgm:fillClrLst>
    <dgm:linClrLst hueDir="cw" meth="repeat">
      <a:schemeClr val="lt1"/>
    </dgm:linClrLst>
    <dgm:effectClrLst hueDir="cw" meth="span"/>
    <dgm:txLinClrLst hueDir="cw" meth="span"/>
    <dgm:txFillClrLst hueDir="cw" meth="span"/>
    <dgm:txEffectClrLst hueDir="cw" meth="span"/>
  </dgm:styleLbl>
  <dgm:styleLbl name="asst1">
    <dgm:fillClrLst hueDir="cw" meth="repeat">
      <a:schemeClr val="accent2"/>
    </dgm:fillClrLst>
    <dgm:linClrLst hueDir="cw" meth="repeat">
      <a:schemeClr val="lt1"/>
    </dgm:linClrLst>
    <dgm:effectClrLst hueDir="cw" meth="span"/>
    <dgm:txLinClrLst hueDir="cw" meth="span"/>
    <dgm:txFillClrLst hueDir="cw" meth="span"/>
    <dgm:txEffectClrLst hueDir="cw" meth="span"/>
  </dgm:styleLbl>
  <dgm:styleLbl name="asst2">
    <dgm:fillClrLst hueDir="cw" meth="span">
      <a:schemeClr val="accent3"/>
    </dgm:fillClrLst>
    <dgm:linClrLst hueDir="cw" meth="repeat">
      <a:schemeClr val="lt1"/>
    </dgm:linClrLst>
    <dgm:effectClrLst hueDir="cw" meth="span"/>
    <dgm:txLinClrLst hueDir="cw" meth="span"/>
    <dgm:txFillClrLst hueDir="cw" meth="span"/>
    <dgm:txEffectClrLst hueDir="cw" meth="span"/>
  </dgm:styleLbl>
  <dgm:styleLbl name="asst3">
    <dgm:fillClrLst hueDir="cw" meth="span">
      <a:schemeClr val="accent4"/>
    </dgm:fillClrLst>
    <dgm:linClrLst hueDir="cw" meth="repeat">
      <a:schemeClr val="lt1"/>
    </dgm:linClrLst>
    <dgm:effectClrLst hueDir="cw" meth="span"/>
    <dgm:txLinClrLst hueDir="cw" meth="span"/>
    <dgm:txFillClrLst hueDir="cw" meth="span"/>
    <dgm:txEffectClrLst hueDir="cw" meth="span"/>
  </dgm:styleLbl>
  <dgm:styleLbl name="asst4">
    <dgm:fillClrLst hueDir="cw" meth="span">
      <a:schemeClr val="accent5"/>
    </dgm:fillClrLst>
    <dgm:linClrLst hueDir="cw" meth="repeat">
      <a:schemeClr val="lt1"/>
    </dgm:linClrLst>
    <dgm:effectClrLst hueDir="cw" meth="span"/>
    <dgm:txLinClrLst hueDir="cw" meth="span"/>
    <dgm:txFillClrLst hueDir="cw" meth="span"/>
    <dgm:txEffectClrLst hueDir="cw" meth="span"/>
  </dgm:styleLbl>
  <dgm:styleLbl name="parChTrans2D1">
    <dgm:fillClrLst hueDir="cw" meth="repeat">
      <a:schemeClr val="accent2"/>
    </dgm:fillClrLst>
    <dgm:linClrLst hueDir="cw" meth="repeat">
      <a:schemeClr val="lt1"/>
    </dgm:linClrLst>
    <dgm:effectClrLst hueDir="cw" meth="span"/>
    <dgm:txLinClrLst hueDir="cw" meth="span"/>
    <dgm:txFillClrLst hueDir="cw" meth="repeat">
      <a:schemeClr val="lt1"/>
    </dgm:txFillClrLst>
    <dgm:txEffectClrLst hueDir="cw" meth="span"/>
  </dgm:styleLbl>
  <dgm:styleLbl name="parChTrans2D2">
    <dgm:fillClrLst hueDir="cw" meth="repeat">
      <a:schemeClr val="accent3"/>
    </dgm:fillClrLst>
    <dgm:linClrLst hueDir="cw" meth="repeat">
      <a:schemeClr val="lt1"/>
    </dgm:linClrLst>
    <dgm:effectClrLst hueDir="cw" meth="span"/>
    <dgm:txLinClrLst hueDir="cw" meth="span"/>
    <dgm:txFillClrLst hueDir="cw" meth="span"/>
    <dgm:txEffectClrLst hueDir="cw" meth="span"/>
  </dgm:styleLbl>
  <dgm:styleLbl name="parChTrans2D3">
    <dgm:fillClrLst hueDir="cw" meth="repeat">
      <a:schemeClr val="accent4"/>
    </dgm:fillClrLst>
    <dgm:linClrLst hueDir="cw" meth="repeat">
      <a:schemeClr val="lt1"/>
    </dgm:linClrLst>
    <dgm:effectClrLst hueDir="cw" meth="span"/>
    <dgm:txLinClrLst hueDir="cw" meth="span"/>
    <dgm:txFillClrLst hueDir="cw" meth="span"/>
    <dgm:txEffectClrLst hueDir="cw" meth="span"/>
  </dgm:styleLbl>
  <dgm:styleLbl name="parChTrans2D4">
    <dgm:fillClrLst hueDir="cw" meth="repeat">
      <a:schemeClr val="accent5"/>
    </dgm:fillClrLst>
    <dgm:linClrLst hueDir="cw" meth="repeat">
      <a:schemeClr val="lt1"/>
    </dgm:linClrLst>
    <dgm:effectClrLst hueDir="cw" meth="span"/>
    <dgm:txLinClrLst hueDir="cw" meth="span"/>
    <dgm:txFillClrLst hueDir="cw" meth="repeat">
      <a:schemeClr val="lt1"/>
    </dgm:txFillClrLst>
    <dgm:txEffectClrLst hueDir="cw" meth="span"/>
  </dgm:styleLbl>
  <dgm:styleLbl name="parChTrans1D1">
    <dgm:fillClrLst hueDir="cw" meth="repeat">
      <a:schemeClr val="accent2"/>
    </dgm:fillClrLst>
    <dgm:linClrLst hueDir="cw" meth="repeat">
      <a:schemeClr val="accent1"/>
    </dgm:linClrLst>
    <dgm:effectClrLst hueDir="cw" meth="span"/>
    <dgm:txLinClrLst hueDir="cw" meth="span"/>
    <dgm:txFillClrLst hueDir="cw" meth="repeat">
      <a:schemeClr val="tx1"/>
    </dgm:txFillClrLst>
    <dgm:txEffectClrLst hueDir="cw" meth="span"/>
  </dgm:styleLbl>
  <dgm:styleLbl name="parChTrans1D2">
    <dgm:fillClrLst hueDir="cw" meth="repeat">
      <a:schemeClr val="accent3">
        <a:tint val="90000"/>
      </a:schemeClr>
    </dgm:fillClrLst>
    <dgm:linClrLst hueDir="cw" meth="repeat">
      <a:schemeClr val="accent2"/>
    </dgm:linClrLst>
    <dgm:effectClrLst hueDir="cw" meth="span"/>
    <dgm:txLinClrLst hueDir="cw" meth="span"/>
    <dgm:txFillClrLst hueDir="cw" meth="repeat">
      <a:schemeClr val="tx1"/>
    </dgm:txFillClrLst>
    <dgm:txEffectClrLst hueDir="cw" meth="span"/>
  </dgm:styleLbl>
  <dgm:styleLbl name="parChTrans1D3">
    <dgm:fillClrLst hueDir="cw" meth="repeat">
      <a:schemeClr val="accent4">
        <a:tint val="70000"/>
      </a:schemeClr>
    </dgm:fillClrLst>
    <dgm:linClrLst hueDir="cw" meth="repeat">
      <a:schemeClr val="accent3"/>
    </dgm:linClrLst>
    <dgm:effectClrLst hueDir="cw" meth="span"/>
    <dgm:txLinClrLst hueDir="cw" meth="span"/>
    <dgm:txFillClrLst hueDir="cw" meth="repeat">
      <a:schemeClr val="tx1"/>
    </dgm:txFillClrLst>
    <dgm:txEffectClrLst hueDir="cw" meth="span"/>
  </dgm:styleLbl>
  <dgm:styleLbl name="parChTrans1D4">
    <dgm:fillClrLst hueDir="cw" meth="repeat">
      <a:schemeClr val="accent5">
        <a:tint val="50000"/>
      </a:schemeClr>
    </dgm:fillClrLst>
    <dgm:linClrLst hueDir="cw" meth="repeat">
      <a:schemeClr val="accent4"/>
    </dgm:linClrLst>
    <dgm:effectClrLst hueDir="cw" meth="span"/>
    <dgm:txLinClrLst hueDir="cw" meth="span"/>
    <dgm:txFillClrLst hueDir="cw" meth="repeat">
      <a:schemeClr val="tx1"/>
    </dgm:txFillClrLst>
    <dgm:txEffectClrLst hueDir="cw" meth="span"/>
  </dgm:styleLbl>
  <dgm:styleLbl name="fgAcc1">
    <dgm:fillClrLst hueDir="cw" meth="repeat">
      <a:schemeClr val="lt1">
        <a:alpha val="90000"/>
      </a:schemeClr>
    </dgm:fillClrLst>
    <dgm:linClrLst hueDir="cw" meth="repeat">
      <a:schemeClr val="accent2"/>
      <a:schemeClr val="accent3"/>
      <a:schemeClr val="accent4"/>
      <a:schemeClr val="accent5"/>
      <a:schemeClr val="accent6"/>
    </dgm:linClrLst>
    <dgm:effectClrLst hueDir="cw" meth="span"/>
    <dgm:txLinClrLst hueDir="cw" meth="span"/>
    <dgm:txFillClrLst hueDir="cw" meth="repeat">
      <a:schemeClr val="dk1"/>
    </dgm:txFillClrLst>
    <dgm:txEffectClrLst hueDir="cw" meth="span"/>
  </dgm:styleLbl>
  <dgm:styleLbl name="conFgAcc1">
    <dgm:fillClrLst hueDir="cw" meth="repeat">
      <a:schemeClr val="lt1">
        <a:alpha val="90000"/>
      </a:schemeClr>
    </dgm:fillClrLst>
    <dgm:linClrLst hueDir="cw" meth="repeat">
      <a:schemeClr val="accent2"/>
      <a:schemeClr val="accent3"/>
      <a:schemeClr val="accent4"/>
      <a:schemeClr val="accent5"/>
      <a:schemeClr val="accent6"/>
    </dgm:linClrLst>
    <dgm:effectClrLst hueDir="cw" meth="span"/>
    <dgm:txLinClrLst hueDir="cw" meth="span"/>
    <dgm:txFillClrLst hueDir="cw" meth="repeat">
      <a:schemeClr val="dk1"/>
    </dgm:txFillClrLst>
    <dgm:txEffectClrLst hueDir="cw" meth="span"/>
  </dgm:styleLbl>
  <dgm:styleLbl name="alignAcc1">
    <dgm:fillClrLst hueDir="cw" meth="repeat">
      <a:schemeClr val="lt1">
        <a:alpha val="90000"/>
      </a:schemeClr>
    </dgm:fillClrLst>
    <dgm:linClrLst hueDir="cw" meth="repeat">
      <a:schemeClr val="accent2"/>
      <a:schemeClr val="accent3"/>
      <a:schemeClr val="accent4"/>
      <a:schemeClr val="accent5"/>
      <a:schemeClr val="accent6"/>
    </dgm:linClrLst>
    <dgm:effectClrLst hueDir="cw" meth="span"/>
    <dgm:txLinClrLst hueDir="cw" meth="span"/>
    <dgm:txFillClrLst hueDir="cw" meth="repeat">
      <a:schemeClr val="dk1"/>
    </dgm:txFillClrLst>
    <dgm:txEffectClrLst hueDir="cw" meth="span"/>
  </dgm:styleLbl>
  <dgm:styleLbl name="trAlignAcc1">
    <dgm:fillClrLst hueDir="cw" meth="repeat">
      <a:schemeClr val="lt1">
        <a:alpha val="40000"/>
      </a:schemeClr>
    </dgm:fillClrLst>
    <dgm:linClrLst hueDir="cw" meth="repeat">
      <a:schemeClr val="accent1"/>
    </dgm:linClrLst>
    <dgm:effectClrLst hueDir="cw" meth="span"/>
    <dgm:txLinClrLst hueDir="cw" meth="span"/>
    <dgm:txFillClrLst hueDir="cw" meth="repeat">
      <a:schemeClr val="dk1"/>
    </dgm:txFillClrLst>
    <dgm:txEffectClrLst hueDir="cw" meth="span"/>
  </dgm:styleLbl>
  <dgm:styleLbl name="bgAcc1">
    <dgm:fillClrLst hueDir="cw" meth="repeat">
      <a:schemeClr val="lt1">
        <a:alpha val="90000"/>
      </a:schemeClr>
    </dgm:fillClrLst>
    <dgm:linClrLst hueDir="cw" meth="repeat">
      <a:schemeClr val="accent2"/>
      <a:schemeClr val="accent3"/>
      <a:schemeClr val="accent4"/>
      <a:schemeClr val="accent5"/>
      <a:schemeClr val="accent6"/>
    </dgm:linClrLst>
    <dgm:effectClrLst hueDir="cw" meth="span"/>
    <dgm:txLinClrLst hueDir="cw" meth="span"/>
    <dgm:txFillClrLst hueDir="cw" meth="repeat">
      <a:schemeClr val="dk1"/>
    </dgm:txFillClrLst>
    <dgm:txEffectClrLst hueDir="cw" meth="span"/>
  </dgm:styleLbl>
  <dgm:styleLbl name="solidFgAcc1">
    <dgm:fillClrLst hueDir="cw" meth="repeat">
      <a:schemeClr val="lt1"/>
    </dgm:fillClrLst>
    <dgm:linClrLst hueDir="cw" meth="repeat">
      <a:schemeClr val="accent2"/>
      <a:schemeClr val="accent3"/>
      <a:schemeClr val="accent4"/>
      <a:schemeClr val="accent5"/>
      <a:schemeClr val="accent6"/>
    </dgm:linClrLst>
    <dgm:effectClrLst hueDir="cw" meth="span"/>
    <dgm:txLinClrLst hueDir="cw" meth="span"/>
    <dgm:txFillClrLst hueDir="cw" meth="repeat">
      <a:schemeClr val="dk1"/>
    </dgm:txFillClrLst>
    <dgm:txEffectClrLst hueDir="cw" meth="span"/>
  </dgm:styleLbl>
  <dgm:styleLbl name="solidAlignAcc1">
    <dgm:fillClrLst hueDir="cw" meth="repeat">
      <a:schemeClr val="lt1"/>
    </dgm:fillClrLst>
    <dgm:linClrLst hueDir="cw" meth="repeat">
      <a:schemeClr val="accent2"/>
      <a:schemeClr val="accent3"/>
      <a:schemeClr val="accent4"/>
      <a:schemeClr val="accent5"/>
      <a:schemeClr val="accent6"/>
    </dgm:linClrLst>
    <dgm:effectClrLst hueDir="cw" meth="span"/>
    <dgm:txLinClrLst hueDir="cw" meth="span"/>
    <dgm:txFillClrLst hueDir="cw" meth="repeat">
      <a:schemeClr val="dk1"/>
    </dgm:txFillClrLst>
    <dgm:txEffectClrLst hueDir="cw" meth="span"/>
  </dgm:styleLbl>
  <dgm:styleLbl name="solidBgAcc1">
    <dgm:fillClrLst hueDir="cw" meth="repeat">
      <a:schemeClr val="lt1"/>
    </dgm:fillClrLst>
    <dgm:linClrLst hueDir="cw" meth="repeat">
      <a:schemeClr val="accent2"/>
      <a:schemeClr val="accent3"/>
      <a:schemeClr val="accent4"/>
      <a:schemeClr val="accent5"/>
      <a:schemeClr val="accent6"/>
    </dgm:linClrLst>
    <dgm:effectClrLst hueDir="cw" meth="span"/>
    <dgm:txLinClrLst hueDir="cw" meth="span"/>
    <dgm:txFillClrLst hueDir="cw" meth="repeat">
      <a:schemeClr val="dk1"/>
    </dgm:txFillClrLst>
    <dgm:txEffectClrLst hueDir="cw" meth="span"/>
  </dgm:styleLbl>
  <dgm:styleLbl name="fgAccFollowNode1">
    <dgm:fillClrLst hueDir="cw"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hueDir="cw"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hueDir="cw" meth="span"/>
    <dgm:txLinClrLst hueDir="cw" meth="span"/>
    <dgm:txFillClrLst hueDir="cw" meth="repeat">
      <a:schemeClr val="dk1"/>
    </dgm:txFillClrLst>
    <dgm:txEffectClrLst hueDir="cw" meth="span"/>
  </dgm:styleLbl>
  <dgm:styleLbl name="alignAccFollowNode1">
    <dgm:fillClrLst hueDir="cw"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hueDir="cw"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hueDir="cw" meth="span"/>
    <dgm:txLinClrLst hueDir="cw" meth="span"/>
    <dgm:txFillClrLst hueDir="cw" meth="repeat">
      <a:schemeClr val="dk1"/>
    </dgm:txFillClrLst>
    <dgm:txEffectClrLst hueDir="cw" meth="span"/>
  </dgm:styleLbl>
  <dgm:styleLbl name="bgAccFollowNode1">
    <dgm:fillClrLst hueDir="cw"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hueDir="cw"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hueDir="cw" meth="span"/>
    <dgm:txLinClrLst hueDir="cw" meth="span"/>
    <dgm:txFillClrLst hueDir="cw" meth="repeat">
      <a:schemeClr val="dk1"/>
    </dgm:txFillClrLst>
    <dgm:txEffectClrLst hueDir="cw" meth="span"/>
  </dgm:styleLbl>
  <dgm:styleLbl name="fgAcc0">
    <dgm:fillClrLst hueDir="cw" meth="repeat">
      <a:schemeClr val="lt1">
        <a:alpha val="90000"/>
      </a:schemeClr>
    </dgm:fillClrLst>
    <dgm:linClrLst hueDir="cw" meth="span">
      <a:schemeClr val="accent1"/>
    </dgm:linClrLst>
    <dgm:effectClrLst hueDir="cw" meth="span"/>
    <dgm:txLinClrLst hueDir="cw" meth="span"/>
    <dgm:txFillClrLst hueDir="cw" meth="repeat">
      <a:schemeClr val="dk1"/>
    </dgm:txFillClrLst>
    <dgm:txEffectClrLst hueDir="cw" meth="span"/>
  </dgm:styleLbl>
  <dgm:styleLbl name="fgAcc2">
    <dgm:fillClrLst hueDir="cw" meth="repeat">
      <a:schemeClr val="lt1">
        <a:alpha val="90000"/>
      </a:schemeClr>
    </dgm:fillClrLst>
    <dgm:linClrLst hueDir="cw" meth="span">
      <a:schemeClr val="accent2"/>
    </dgm:linClrLst>
    <dgm:effectClrLst hueDir="cw" meth="span"/>
    <dgm:txLinClrLst hueDir="cw" meth="span"/>
    <dgm:txFillClrLst hueDir="cw" meth="repeat">
      <a:schemeClr val="dk1"/>
    </dgm:txFillClrLst>
    <dgm:txEffectClrLst hueDir="cw" meth="span"/>
  </dgm:styleLbl>
  <dgm:styleLbl name="fgAcc3">
    <dgm:fillClrLst hueDir="cw" meth="repeat">
      <a:schemeClr val="lt1">
        <a:alpha val="90000"/>
      </a:schemeClr>
    </dgm:fillClrLst>
    <dgm:linClrLst hueDir="cw" meth="span">
      <a:schemeClr val="accent3"/>
    </dgm:linClrLst>
    <dgm:effectClrLst hueDir="cw" meth="span"/>
    <dgm:txLinClrLst hueDir="cw" meth="span"/>
    <dgm:txFillClrLst hueDir="cw" meth="repeat">
      <a:schemeClr val="dk1"/>
    </dgm:txFillClrLst>
    <dgm:txEffectClrLst hueDir="cw" meth="span"/>
  </dgm:styleLbl>
  <dgm:styleLbl name="fgAcc4">
    <dgm:fillClrLst hueDir="cw" meth="repeat">
      <a:schemeClr val="lt1">
        <a:alpha val="90000"/>
      </a:schemeClr>
    </dgm:fillClrLst>
    <dgm:linClrLst hueDir="cw" meth="span">
      <a:schemeClr val="accent4"/>
    </dgm:linClrLst>
    <dgm:effectClrLst hueDir="cw" meth="span"/>
    <dgm:txLinClrLst hueDir="cw" meth="span"/>
    <dgm:txFillClrLst hueDir="cw" meth="repeat">
      <a:schemeClr val="dk1"/>
    </dgm:txFillClrLst>
    <dgm:txEffectClrLst hueDir="cw" meth="span"/>
  </dgm:styleLbl>
  <dgm:styleLbl name="bgShp">
    <dgm:fillClrLst hueDir="cw" meth="repeat">
      <a:schemeClr val="accent2">
        <a:tint val="40000"/>
      </a:schemeClr>
    </dgm:fillClrLst>
    <dgm:linClrLst hueDir="cw" meth="repeat">
      <a:schemeClr val="dk1"/>
    </dgm:linClrLst>
    <dgm:effectClrLst hueDir="cw" meth="span"/>
    <dgm:txLinClrLst hueDir="cw" meth="span"/>
    <dgm:txFillClrLst hueDir="cw" meth="repeat">
      <a:schemeClr val="dk1"/>
    </dgm:txFillClrLst>
    <dgm:txEffectClrLst hueDir="cw" meth="span"/>
  </dgm:styleLbl>
  <dgm:styleLbl name="dkBgShp">
    <dgm:fillClrLst hueDir="cw" meth="repeat">
      <a:schemeClr val="accent2">
        <a:shade val="90000"/>
      </a:schemeClr>
    </dgm:fillClrLst>
    <dgm:linClrLst hueDir="cw" meth="repeat">
      <a:schemeClr val="dk1"/>
    </dgm:linClrLst>
    <dgm:effectClrLst hueDir="cw" meth="span"/>
    <dgm:txLinClrLst hueDir="cw" meth="span"/>
    <dgm:txFillClrLst hueDir="cw" meth="repeat">
      <a:schemeClr val="lt1"/>
    </dgm:txFillClrLst>
    <dgm:txEffectClrLst hueDir="cw" meth="span"/>
  </dgm:styleLbl>
  <dgm:styleLbl name="trBgShp">
    <dgm:fillClrLst hueDir="cw" meth="repeat">
      <a:schemeClr val="accent1">
        <a:tint val="50000"/>
        <a:alpha val="40000"/>
      </a:schemeClr>
    </dgm:fillClrLst>
    <dgm:linClrLst hueDir="cw" meth="repeat">
      <a:schemeClr val="accent2"/>
    </dgm:linClrLst>
    <dgm:effectClrLst hueDir="cw" meth="span"/>
    <dgm:txLinClrLst hueDir="cw" meth="span"/>
    <dgm:txFillClrLst hueDir="cw" meth="repeat">
      <a:schemeClr val="lt1"/>
    </dgm:txFillClrLst>
    <dgm:txEffectClrLst hueDir="cw" meth="span"/>
  </dgm:styleLbl>
  <dgm:styleLbl name="fgShp">
    <dgm:fillClrLst hueDir="cw" meth="repeat">
      <a:schemeClr val="accent2">
        <a:tint val="40000"/>
      </a:schemeClr>
    </dgm:fillClrLst>
    <dgm:linClrLst hueDir="cw" meth="repeat">
      <a:schemeClr val="lt1"/>
    </dgm:linClrLst>
    <dgm:effectClrLst hueDir="cw" meth="span"/>
    <dgm:txLinClrLst hueDir="cw" meth="span"/>
    <dgm:txFillClrLst hueDir="cw" meth="repeat">
      <a:schemeClr val="dk1"/>
    </dgm:txFillClrLst>
    <dgm:txEffectClrLst hueDir="cw" meth="span"/>
  </dgm:styleLbl>
  <dgm:styleLbl name="revTx">
    <dgm:fillClrLst hueDir="cw" meth="repeat">
      <a:schemeClr val="lt1">
        <a:alpha val="0"/>
      </a:schemeClr>
    </dgm:fillClrLst>
    <dgm:linClrLst hueDir="cw" meth="repeat">
      <a:schemeClr val="dk1">
        <a:alpha val="0"/>
      </a:schemeClr>
    </dgm:linClrLst>
    <dgm:effectClrLst hueDir="cw" meth="span"/>
    <dgm:txLinClrLst hueDir="cw" meth="span"/>
    <dgm:txFillClrLst hueDir="cw" meth="repeat">
      <a:schemeClr val="tx1"/>
    </dgm:txFillClrLst>
    <dgm:txEffectClrLst hueDir="cw" meth="span"/>
  </dgm:styleLbl>
</dgm:colorsDef>
</file>

<file path=ppt/diagrams/data1.xml><?xml version="1.0" encoding="utf-8"?>
<dgm:dataModel xmlns:dgm="http://schemas.openxmlformats.org/drawingml/2006/diagram" xmlns:a="http://schemas.openxmlformats.org/drawingml/2006/main" xmlns:r="http://schemas.openxmlformats.org/officeDocument/2006/relationships">
  <dgm:ptLst>
    <dgm:pt modelId="{FEC7E73A-1100-4898-8B31-D17A3CC32718}" type="doc">
      <dgm:prSet loTypeId="urn:microsoft.com/office/officeart/2005/8/layout/default" loCatId="list" qsTypeId="urn:microsoft.com/office/officeart/2005/8/quickstyle/simple1" qsCatId="simple" csTypeId="urn:microsoft.com/office/officeart/2005/8/colors/accent1_2" csCatId="accent1" phldr="1"/>
      <dgm:spPr bwMode="auto"/>
      <dgm:t>
        <a:bodyPr/>
        <a:lstStyle/>
        <a:p>
          <a:pPr>
            <a:defRPr/>
          </a:pPr>
          <a:endParaRPr lang="en-US"/>
        </a:p>
      </dgm:t>
    </dgm:pt>
    <dgm:pt modelId="{56189AC1-554C-4885-8583-DCC80327A71A}" type="node">
      <dgm:prSet/>
      <dgm:spPr bwMode="auto">
        <a:solidFill>
          <a:schemeClr val="accent2">
            <a:lumMod val="60000"/>
            <a:lumOff val="40000"/>
          </a:schemeClr>
        </a:solidFill>
      </dgm:spPr>
      <dgm:t>
        <a:bodyPr/>
        <a:lstStyle/>
        <a:p>
          <a:pPr>
            <a:defRPr/>
          </a:pPr>
          <a:r>
            <a:rPr lang="en-US"/>
            <a:t>Encourages creativity</a:t>
          </a:r>
          <a:endParaRPr lang="en-US"/>
        </a:p>
      </dgm:t>
    </dgm:pt>
    <dgm:pt modelId="{2CF4E316-E8D5-4585-9F95-50E23522A2EA}" type="parTrans" cxnId="{1666A30D-ABF9-45E7-8B80-756BA2D05ACF}">
      <dgm:prSet/>
      <dgm:spPr bwMode="auto"/>
      <dgm:t>
        <a:bodyPr/>
        <a:lstStyle/>
        <a:p>
          <a:pPr>
            <a:defRPr/>
          </a:pPr>
          <a:endParaRPr lang="en-US"/>
        </a:p>
      </dgm:t>
    </dgm:pt>
    <dgm:pt modelId="{3B725E88-B5B1-4476-A9B1-2B38C209A6FD}" type="sibTrans" cxnId="{1666A30D-ABF9-45E7-8B80-756BA2D05ACF}">
      <dgm:prSet/>
      <dgm:spPr bwMode="auto"/>
      <dgm:t>
        <a:bodyPr/>
        <a:lstStyle/>
        <a:p>
          <a:pPr>
            <a:defRPr/>
          </a:pPr>
          <a:endParaRPr lang="en-US"/>
        </a:p>
      </dgm:t>
    </dgm:pt>
    <dgm:pt modelId="{7B0E9E63-68DB-49A5-963B-702C992907BA}" type="node">
      <dgm:prSet/>
      <dgm:spPr bwMode="auto">
        <a:solidFill>
          <a:schemeClr val="tx1">
            <a:lumMod val="75000"/>
            <a:lumOff val="25000"/>
          </a:schemeClr>
        </a:solidFill>
      </dgm:spPr>
      <dgm:t>
        <a:bodyPr/>
        <a:lstStyle/>
        <a:p>
          <a:pPr>
            <a:defRPr/>
          </a:pPr>
          <a:r>
            <a:rPr lang="en-US"/>
            <a:t>Identify gaps in logic </a:t>
          </a:r>
          <a:endParaRPr lang="en-US"/>
        </a:p>
      </dgm:t>
    </dgm:pt>
    <dgm:pt modelId="{6136B24B-4550-4B31-8885-2E135D54CB0F}" type="parTrans" cxnId="{49069C52-9647-42B9-9B21-12ACB31967C7}">
      <dgm:prSet/>
      <dgm:spPr bwMode="auto"/>
      <dgm:t>
        <a:bodyPr/>
        <a:lstStyle/>
        <a:p>
          <a:pPr>
            <a:defRPr/>
          </a:pPr>
          <a:endParaRPr lang="en-US"/>
        </a:p>
      </dgm:t>
    </dgm:pt>
    <dgm:pt modelId="{C44ED9A8-6052-43FF-8193-17618284D07E}" type="sibTrans" cxnId="{49069C52-9647-42B9-9B21-12ACB31967C7}">
      <dgm:prSet/>
      <dgm:spPr bwMode="auto"/>
      <dgm:t>
        <a:bodyPr/>
        <a:lstStyle/>
        <a:p>
          <a:pPr>
            <a:defRPr/>
          </a:pPr>
          <a:endParaRPr lang="en-US"/>
        </a:p>
      </dgm:t>
    </dgm:pt>
    <dgm:pt modelId="{39C932BF-C1F5-4F60-8AD0-1FA8EB29361C}" type="node">
      <dgm:prSet/>
      <dgm:spPr bwMode="auto">
        <a:solidFill>
          <a:schemeClr val="bg1">
            <a:lumMod val="75000"/>
          </a:schemeClr>
        </a:solidFill>
      </dgm:spPr>
      <dgm:t>
        <a:bodyPr/>
        <a:lstStyle/>
        <a:p>
          <a:pPr>
            <a:defRPr/>
          </a:pPr>
          <a:r>
            <a:rPr lang="en-US"/>
            <a:t>A foundation for revision</a:t>
          </a:r>
          <a:endParaRPr lang="en-US"/>
        </a:p>
      </dgm:t>
    </dgm:pt>
    <dgm:pt modelId="{803FA551-17C9-478B-B319-C5185888518B}" type="parTrans" cxnId="{7E2A6C92-2FE4-4BA7-8F7E-FCCD68A9C498}">
      <dgm:prSet/>
      <dgm:spPr bwMode="auto"/>
      <dgm:t>
        <a:bodyPr/>
        <a:lstStyle/>
        <a:p>
          <a:pPr>
            <a:defRPr/>
          </a:pPr>
          <a:endParaRPr lang="en-US"/>
        </a:p>
      </dgm:t>
    </dgm:pt>
    <dgm:pt modelId="{DDCFB1F2-EB6D-459A-B0BA-6125BB52DBFD}" type="sibTrans" cxnId="{7E2A6C92-2FE4-4BA7-8F7E-FCCD68A9C498}">
      <dgm:prSet/>
      <dgm:spPr bwMode="auto"/>
      <dgm:t>
        <a:bodyPr/>
        <a:lstStyle/>
        <a:p>
          <a:pPr>
            <a:defRPr/>
          </a:pPr>
          <a:endParaRPr lang="en-US"/>
        </a:p>
      </dgm:t>
    </dgm:pt>
    <dgm:pt modelId="{544E3689-1D19-4310-ADB1-000E2F42BD57}" type="pres">
      <dgm:prSet presAssocID="{FEC7E73A-1100-4898-8B31-D17A3CC32718}" presName="diagram" presStyleCnt="0">
        <dgm:presLayoutVars>
          <dgm:dir val="norm"/>
          <dgm:resizeHandles val="exact"/>
        </dgm:presLayoutVars>
      </dgm:prSet>
      <dgm:spPr bwMode="auto"/>
      <dgm:t>
        <a:bodyPr/>
        <a:lstStyle/>
        <a:p>
          <a:pPr>
            <a:defRPr/>
          </a:pPr>
          <a:endParaRPr lang="en-US"/>
        </a:p>
      </dgm:t>
    </dgm:pt>
    <dgm:pt modelId="{46CA0714-4C37-4572-92FB-2E37AB6EE558}" type="pres">
      <dgm:prSet custLinFactNeighborX="-43335" presAssocID="{7B0E9E63-68DB-49A5-963B-702C992907BA}" presName="node" presStyleLbl="node1" presStyleIdx="0" presStyleCnt="3">
        <dgm:presLayoutVars>
          <dgm:bulletEnabled val="1"/>
        </dgm:presLayoutVars>
      </dgm:prSet>
      <dgm:spPr bwMode="auto">
        <a:prstGeom prst="ellipse">
          <a:avLst/>
        </a:prstGeom>
      </dgm:spPr>
      <dgm:t>
        <a:bodyPr/>
        <a:lstStyle/>
        <a:p>
          <a:pPr>
            <a:defRPr/>
          </a:pPr>
          <a:endParaRPr lang="en-US"/>
        </a:p>
      </dgm:t>
    </dgm:pt>
    <dgm:pt modelId="{0BEA175C-DD34-4F3C-9B47-9E80FDD6E90E}" type="pres">
      <dgm:prSet presAssocID="{C44ED9A8-6052-43FF-8193-17618284D07E}" presName="sibTrans" presStyleCnt="0"/>
      <dgm:spPr bwMode="auto"/>
    </dgm:pt>
    <dgm:pt modelId="{FCE9C0B7-59A1-4F5C-B7A9-B658639F9F78}" type="pres">
      <dgm:prSet custLinFactNeighborX="36169" custLinFactNeighborY="100000" custLinFactY="7163" presAssocID="{56189AC1-554C-4885-8583-DCC80327A71A}" presName="node" presStyleLbl="node1" presStyleIdx="1" presStyleCnt="3">
        <dgm:presLayoutVars>
          <dgm:bulletEnabled val="1"/>
        </dgm:presLayoutVars>
      </dgm:prSet>
      <dgm:spPr bwMode="auto">
        <a:prstGeom prst="ellipse">
          <a:avLst/>
        </a:prstGeom>
      </dgm:spPr>
      <dgm:t>
        <a:bodyPr/>
        <a:lstStyle/>
        <a:p>
          <a:pPr>
            <a:defRPr/>
          </a:pPr>
          <a:endParaRPr lang="en-US"/>
        </a:p>
      </dgm:t>
    </dgm:pt>
    <dgm:pt modelId="{8637A0EE-F4D3-45D8-86EB-F6AB0A8E7006}" type="pres">
      <dgm:prSet presAssocID="{3B725E88-B5B1-4476-A9B1-2B38C209A6FD}" presName="sibTrans" presStyleCnt="0"/>
      <dgm:spPr bwMode="auto"/>
    </dgm:pt>
    <dgm:pt modelId="{26E96FC2-6A36-49AE-94DF-52C265F1EA66}" type="pres">
      <dgm:prSet custLinFactNeighborX="-5374" custLinFactNeighborY="-66285" presAssocID="{39C932BF-C1F5-4F60-8AD0-1FA8EB29361C}" presName="node" presStyleLbl="node1" presStyleIdx="2" presStyleCnt="3">
        <dgm:presLayoutVars>
          <dgm:bulletEnabled val="1"/>
        </dgm:presLayoutVars>
      </dgm:prSet>
      <dgm:spPr bwMode="auto">
        <a:prstGeom prst="ellipse">
          <a:avLst/>
        </a:prstGeom>
      </dgm:spPr>
      <dgm:t>
        <a:bodyPr/>
        <a:lstStyle/>
        <a:p>
          <a:pPr>
            <a:defRPr/>
          </a:pPr>
          <a:endParaRPr lang="en-US"/>
        </a:p>
      </dgm:t>
    </dgm:pt>
  </dgm:ptLst>
  <dgm:cxnLst>
    <dgm:cxn modelId="{90FA1B92-0528-4CE1-8AEE-62E0D28E8612}" type="presOf" srcId="{FEC7E73A-1100-4898-8B31-D17A3CC32718}" destId="{544E3689-1D19-4310-ADB1-000E2F42BD57}" srcOrd="0" destOrd="0" presId="urn:microsoft.com/office/officeart/2005/8/layout/default"/>
    <dgm:cxn modelId="{71327632-156A-418C-8DA1-24B266E13F35}" type="presOf" srcId="{56189AC1-554C-4885-8583-DCC80327A71A}" destId="{FCE9C0B7-59A1-4F5C-B7A9-B658639F9F78}" srcOrd="0" destOrd="0" presId="urn:microsoft.com/office/officeart/2005/8/layout/default"/>
    <dgm:cxn modelId="{49069C52-9647-42B9-9B21-12ACB31967C7}" type="parOf" srcId="{FEC7E73A-1100-4898-8B31-D17A3CC32718}" destId="{7B0E9E63-68DB-49A5-963B-702C992907BA}" srcOrd="0" destOrd="0" parTransId="{6136B24B-4550-4B31-8885-2E135D54CB0F}" sibTransId="{C44ED9A8-6052-43FF-8193-17618284D07E}"/>
    <dgm:cxn modelId="{1666A30D-ABF9-45E7-8B80-756BA2D05ACF}" type="parOf" srcId="{FEC7E73A-1100-4898-8B31-D17A3CC32718}" destId="{56189AC1-554C-4885-8583-DCC80327A71A}" srcOrd="1" destOrd="0" parTransId="{2CF4E316-E8D5-4585-9F95-50E23522A2EA}" sibTransId="{3B725E88-B5B1-4476-A9B1-2B38C209A6FD}"/>
    <dgm:cxn modelId="{9B63E158-C231-41C3-A4D1-D90CD195C356}" type="presOf" srcId="{7B0E9E63-68DB-49A5-963B-702C992907BA}" destId="{46CA0714-4C37-4572-92FB-2E37AB6EE558}" srcOrd="0" destOrd="0" presId="urn:microsoft.com/office/officeart/2005/8/layout/default"/>
    <dgm:cxn modelId="{7E2A6C92-2FE4-4BA7-8F7E-FCCD68A9C498}" type="parOf" srcId="{FEC7E73A-1100-4898-8B31-D17A3CC32718}" destId="{39C932BF-C1F5-4F60-8AD0-1FA8EB29361C}" srcOrd="2" destOrd="0" parTransId="{803FA551-17C9-478B-B319-C5185888518B}" sibTransId="{DDCFB1F2-EB6D-459A-B0BA-6125BB52DBFD}"/>
    <dgm:cxn modelId="{26C1B1A5-1B4A-443E-8C01-F81A8516C704}" type="presOf" srcId="{39C932BF-C1F5-4F60-8AD0-1FA8EB29361C}" destId="{26E96FC2-6A36-49AE-94DF-52C265F1EA66}" srcOrd="0" destOrd="0" presId="urn:microsoft.com/office/officeart/2005/8/layout/default"/>
    <dgm:cxn modelId="{C44DF057-4B04-47C6-B5CC-AFF122920940}" type="presParOf" srcId="{544E3689-1D19-4310-ADB1-000E2F42BD57}" destId="{46CA0714-4C37-4572-92FB-2E37AB6EE558}" srcOrd="0" destOrd="0" presId="urn:microsoft.com/office/officeart/2005/8/layout/default"/>
    <dgm:cxn modelId="{8778EA19-3F10-48B8-9A38-7179F32967A4}" type="presParOf" srcId="{544E3689-1D19-4310-ADB1-000E2F42BD57}" destId="{0BEA175C-DD34-4F3C-9B47-9E80FDD6E90E}" srcOrd="1" destOrd="0" presId="urn:microsoft.com/office/officeart/2005/8/layout/default"/>
    <dgm:cxn modelId="{E8D11619-3EDF-462E-ACFA-E1997E51F3D6}" type="presParOf" srcId="{544E3689-1D19-4310-ADB1-000E2F42BD57}" destId="{FCE9C0B7-59A1-4F5C-B7A9-B658639F9F78}" srcOrd="2" destOrd="0" presId="urn:microsoft.com/office/officeart/2005/8/layout/default"/>
    <dgm:cxn modelId="{C7BB5B2D-25F8-4F5F-9E2B-637AF47DFBBC}" type="presParOf" srcId="{544E3689-1D19-4310-ADB1-000E2F42BD57}" destId="{8637A0EE-F4D3-45D8-86EB-F6AB0A8E7006}" srcOrd="3" destOrd="0" presId="urn:microsoft.com/office/officeart/2005/8/layout/default"/>
    <dgm:cxn modelId="{22B9E1D7-835F-42A6-B8C4-8D405144F0D3}" type="presParOf" srcId="{544E3689-1D19-4310-ADB1-000E2F42BD57}" destId="{26E96FC2-6A36-49AE-94DF-52C265F1EA66}" srcOrd="4" destOrd="0" presId="urn:microsoft.com/office/officeart/2005/8/layout/default"/>
  </dgm:cxnLst>
  <dgm:bg/>
  <dgm:whole/>
  <dgm:extLst>
    <a:ext uri="http://schemas.microsoft.com/office/drawing/2008/diagram">
      <dsp:dataModelExt xmlns:dsp="http://schemas.microsoft.com/office/drawing/2008/diagram" relId="rId3" minVer="http://schemas.openxmlformats.org/drawingml/2006/diagram"/>
    </a:ext>
  </dgm:extLst>
</dgm:dataModel>
</file>

<file path=ppt/diagrams/data2.xml><?xml version="1.0" encoding="utf-8"?>
<dgm:dataModel xmlns:dgm="http://schemas.openxmlformats.org/drawingml/2006/diagram" xmlns:a="http://schemas.openxmlformats.org/drawingml/2006/main" xmlns:r="http://schemas.openxmlformats.org/officeDocument/2006/relationships">
  <dgm:ptLst>
    <dgm:pt modelId="{6B525B92-91AF-498E-B676-E9102C4B04A5}" type="doc">
      <dgm:prSet loTypeId="urn:microsoft.com/office/officeart/2005/8/layout/vList6" loCatId="list" qsTypeId="urn:microsoft.com/office/officeart/2005/8/quickstyle/simple1" qsCatId="simple" csTypeId="urn:microsoft.com/office/officeart/2005/8/colors/colorful1" csCatId="colorful" phldr="1"/>
      <dgm:spPr bwMode="auto"/>
      <dgm:t>
        <a:bodyPr/>
        <a:lstStyle/>
        <a:p>
          <a:pPr>
            <a:defRPr/>
          </a:pPr>
          <a:endParaRPr lang="en-US"/>
        </a:p>
      </dgm:t>
    </dgm:pt>
    <dgm:pt modelId="{5624F6DD-36A3-42D4-BDA8-0F860650CE64}" type="node">
      <dgm:prSet custT="1"/>
      <dgm:spPr bwMode="auto"/>
      <dgm:t>
        <a:bodyPr/>
        <a:lstStyle/>
        <a:p>
          <a:pPr>
            <a:defRPr/>
          </a:pPr>
          <a:r>
            <a:rPr lang="en-US" sz="3200" b="1">
              <a:latin typeface="Candara"/>
              <a:cs typeface="Arial"/>
            </a:rPr>
            <a:t>Chronology</a:t>
          </a:r>
          <a:endParaRPr lang="en-US" sz="3200"/>
        </a:p>
      </dgm:t>
    </dgm:pt>
    <dgm:pt modelId="{937E5C12-924F-47AB-A30B-119B11F04028}" type="parTrans" cxnId="{E657B825-A241-4E57-91BF-761F3ECFD3FE}">
      <dgm:prSet/>
      <dgm:spPr bwMode="auto"/>
      <dgm:t>
        <a:bodyPr/>
        <a:lstStyle/>
        <a:p>
          <a:pPr>
            <a:defRPr/>
          </a:pPr>
          <a:endParaRPr lang="en-US"/>
        </a:p>
      </dgm:t>
    </dgm:pt>
    <dgm:pt modelId="{F1E30674-0F33-4313-8DE7-58471F2A8A1A}" type="sibTrans" cxnId="{E657B825-A241-4E57-91BF-761F3ECFD3FE}">
      <dgm:prSet/>
      <dgm:spPr bwMode="auto"/>
      <dgm:t>
        <a:bodyPr/>
        <a:lstStyle/>
        <a:p>
          <a:pPr>
            <a:defRPr/>
          </a:pPr>
          <a:endParaRPr lang="en-US"/>
        </a:p>
      </dgm:t>
    </dgm:pt>
    <dgm:pt modelId="{DEFFE6C3-EBA5-48DC-8ED4-A9A03C2534D8}" type="node">
      <dgm:prSet custT="1"/>
      <dgm:spPr bwMode="auto"/>
      <dgm:t>
        <a:bodyPr/>
        <a:lstStyle/>
        <a:p>
          <a:pPr>
            <a:defRPr/>
          </a:pPr>
          <a:r>
            <a:rPr lang="en-US" sz="3200" b="1">
              <a:latin typeface="Candara"/>
              <a:cs typeface="Arial"/>
            </a:rPr>
            <a:t>Spatial</a:t>
          </a:r>
          <a:endParaRPr lang="en-US" sz="3200"/>
        </a:p>
      </dgm:t>
    </dgm:pt>
    <dgm:pt modelId="{2CB474CA-1FCD-4867-9637-E653C353C38B}" type="parTrans" cxnId="{D30E10E8-3862-48D9-9F96-C7468B209C05}">
      <dgm:prSet/>
      <dgm:spPr bwMode="auto"/>
      <dgm:t>
        <a:bodyPr/>
        <a:lstStyle/>
        <a:p>
          <a:pPr>
            <a:defRPr/>
          </a:pPr>
          <a:endParaRPr lang="en-US"/>
        </a:p>
      </dgm:t>
    </dgm:pt>
    <dgm:pt modelId="{D9CDAEBA-9A37-4791-A28E-2F18BA4992F9}" type="sibTrans" cxnId="{D30E10E8-3862-48D9-9F96-C7468B209C05}">
      <dgm:prSet/>
      <dgm:spPr bwMode="auto"/>
      <dgm:t>
        <a:bodyPr/>
        <a:lstStyle/>
        <a:p>
          <a:pPr>
            <a:defRPr/>
          </a:pPr>
          <a:endParaRPr lang="en-US"/>
        </a:p>
      </dgm:t>
    </dgm:pt>
    <dgm:pt modelId="{F191ABF9-DA97-456F-AADD-A005FB33DAFB}" type="node">
      <dgm:prSet custT="1"/>
      <dgm:spPr bwMode="auto"/>
      <dgm:t>
        <a:bodyPr/>
        <a:lstStyle/>
        <a:p>
          <a:pPr>
            <a:defRPr/>
          </a:pPr>
          <a:r>
            <a:rPr lang="en-US" sz="3200" b="1">
              <a:latin typeface="Candara"/>
              <a:cs typeface="Arial"/>
            </a:rPr>
            <a:t>Importance</a:t>
          </a:r>
          <a:endParaRPr lang="en-US" sz="3200"/>
        </a:p>
      </dgm:t>
    </dgm:pt>
    <dgm:pt modelId="{E87416D3-E2E7-4A3E-B99A-17CE16BBDAEC}" type="parTrans" cxnId="{90935A8F-4419-4327-9515-800F7F41670E}">
      <dgm:prSet/>
      <dgm:spPr bwMode="auto"/>
      <dgm:t>
        <a:bodyPr/>
        <a:lstStyle/>
        <a:p>
          <a:pPr>
            <a:defRPr/>
          </a:pPr>
          <a:endParaRPr lang="en-US"/>
        </a:p>
      </dgm:t>
    </dgm:pt>
    <dgm:pt modelId="{98702C22-D6DE-4F2E-B8BF-0CAD423942A4}" type="sibTrans" cxnId="{90935A8F-4419-4327-9515-800F7F41670E}">
      <dgm:prSet/>
      <dgm:spPr bwMode="auto"/>
      <dgm:t>
        <a:bodyPr/>
        <a:lstStyle/>
        <a:p>
          <a:pPr>
            <a:defRPr/>
          </a:pPr>
          <a:endParaRPr lang="en-US"/>
        </a:p>
      </dgm:t>
    </dgm:pt>
    <dgm:pt modelId="{485F5D23-DAA7-40C5-A609-01601AB16E60}" type="node">
      <dgm:prSet custT="1"/>
      <dgm:spPr bwMode="auto"/>
      <dgm:t>
        <a:bodyPr/>
        <a:lstStyle/>
        <a:p>
          <a:pPr>
            <a:defRPr/>
          </a:pPr>
          <a:r>
            <a:rPr lang="en-US" sz="3200" b="1">
              <a:latin typeface="Candara"/>
              <a:cs typeface="Arial"/>
            </a:rPr>
            <a:t>Problem/Solution</a:t>
          </a:r>
          <a:endParaRPr lang="en-US" sz="3200"/>
        </a:p>
      </dgm:t>
    </dgm:pt>
    <dgm:pt modelId="{97045B34-6072-4B68-BDA4-22C3E900B17B}" type="parTrans" cxnId="{4AB8DC12-552D-4175-AA4F-D011BC958A42}">
      <dgm:prSet/>
      <dgm:spPr bwMode="auto"/>
      <dgm:t>
        <a:bodyPr/>
        <a:lstStyle/>
        <a:p>
          <a:pPr>
            <a:defRPr/>
          </a:pPr>
          <a:endParaRPr lang="en-US"/>
        </a:p>
      </dgm:t>
    </dgm:pt>
    <dgm:pt modelId="{646C022A-6B28-4CFF-90A7-29B6887FC726}" type="sibTrans" cxnId="{4AB8DC12-552D-4175-AA4F-D011BC958A42}">
      <dgm:prSet/>
      <dgm:spPr bwMode="auto"/>
      <dgm:t>
        <a:bodyPr/>
        <a:lstStyle/>
        <a:p>
          <a:pPr>
            <a:defRPr/>
          </a:pPr>
          <a:endParaRPr lang="en-US"/>
        </a:p>
      </dgm:t>
    </dgm:pt>
    <dgm:pt modelId="{442FFCE8-FD0B-4771-A0B7-43C4E77A412E}" type="node">
      <dgm:prSet custT="1"/>
      <dgm:spPr bwMode="auto"/>
      <dgm:t>
        <a:bodyPr/>
        <a:lstStyle/>
        <a:p>
          <a:pPr>
            <a:defRPr/>
          </a:pPr>
          <a:r>
            <a:rPr lang="en-US" sz="3200" b="1">
              <a:latin typeface="Candara"/>
              <a:cs typeface="Arial"/>
            </a:rPr>
            <a:t>Comparison/Contrast</a:t>
          </a:r>
          <a:endParaRPr lang="en-US" sz="3200"/>
        </a:p>
      </dgm:t>
    </dgm:pt>
    <dgm:pt modelId="{F29E45AB-D64E-4E3C-A844-F48A2F80F018}" type="parTrans" cxnId="{99ECA885-854A-441C-9BF6-B22F9A143427}">
      <dgm:prSet/>
      <dgm:spPr bwMode="auto"/>
      <dgm:t>
        <a:bodyPr/>
        <a:lstStyle/>
        <a:p>
          <a:pPr>
            <a:defRPr/>
          </a:pPr>
          <a:endParaRPr lang="en-US"/>
        </a:p>
      </dgm:t>
    </dgm:pt>
    <dgm:pt modelId="{25831CE6-00ED-416C-AF86-3B2A289381E5}" type="sibTrans" cxnId="{99ECA885-854A-441C-9BF6-B22F9A143427}">
      <dgm:prSet/>
      <dgm:spPr bwMode="auto"/>
      <dgm:t>
        <a:bodyPr/>
        <a:lstStyle/>
        <a:p>
          <a:pPr>
            <a:defRPr/>
          </a:pPr>
          <a:endParaRPr lang="en-US"/>
        </a:p>
      </dgm:t>
    </dgm:pt>
    <dgm:pt modelId="{C199E050-728E-4218-A5B7-F7957037FEF4}" type="pres">
      <dgm:prSet presAssocID="{6B525B92-91AF-498E-B676-E9102C4B04A5}" presName="Name0" presStyleCnt="0">
        <dgm:presLayoutVars>
          <dgm:dir val="norm"/>
          <dgm:animLvl val="lvl"/>
          <dgm:resizeHandles val="exact"/>
        </dgm:presLayoutVars>
      </dgm:prSet>
      <dgm:spPr bwMode="auto"/>
      <dgm:t>
        <a:bodyPr/>
        <a:lstStyle/>
        <a:p>
          <a:pPr>
            <a:defRPr/>
          </a:pPr>
          <a:endParaRPr lang="en-US"/>
        </a:p>
      </dgm:t>
    </dgm:pt>
    <dgm:pt modelId="{06101FA8-50E6-415C-BAB4-2BCFBE722D56}" type="pres">
      <dgm:prSet presAssocID="{F191ABF9-DA97-456F-AADD-A005FB33DAFB}" presName="linNode" presStyleCnt="0"/>
      <dgm:spPr bwMode="auto"/>
    </dgm:pt>
    <dgm:pt modelId="{3864F704-EB50-4D98-A022-0A7EED2A5E92}" type="pres">
      <dgm:prSet custLinFactNeighborX="-2175" custLinFactNeighborY="121265" custLinFactY="100000" presAssocID="{F191ABF9-DA97-456F-AADD-A005FB33DAFB}" presName="parentShp" presStyleLbl="node1" presStyleIdx="0" presStyleCnt="5">
        <dgm:presLayoutVars>
          <dgm:bulletEnabled val="1"/>
        </dgm:presLayoutVars>
      </dgm:prSet>
      <dgm:spPr bwMode="auto"/>
      <dgm:t>
        <a:bodyPr/>
        <a:lstStyle/>
        <a:p>
          <a:pPr>
            <a:defRPr/>
          </a:pPr>
          <a:endParaRPr lang="en-US"/>
        </a:p>
      </dgm:t>
    </dgm:pt>
    <dgm:pt modelId="{36A5B2A9-D339-4CB7-BA82-2CE1C353DB6F}" type="pres">
      <dgm:prSet custLinFactNeighborX="3756" custLinFactNeighborY="112233" custLinFactY="100000" presAssocID="{F191ABF9-DA97-456F-AADD-A005FB33DAFB}" presName="childShp" presStyleLbl="bgAccFollowNode1" presStyleIdx="0" presStyleCnt="5">
        <dgm:presLayoutVars>
          <dgm:bulletEnabled val="1"/>
        </dgm:presLayoutVars>
      </dgm:prSet>
      <dgm:spPr bwMode="auto"/>
    </dgm:pt>
    <dgm:pt modelId="{7252CA8C-C781-4B1E-8B55-A20253F59495}" type="pres">
      <dgm:prSet presAssocID="{98702C22-D6DE-4F2E-B8BF-0CAD423942A4}" presName="spacing" presStyleCnt="0"/>
      <dgm:spPr bwMode="auto"/>
    </dgm:pt>
    <dgm:pt modelId="{F533DA94-A980-4154-A8F7-7ADACA29A794}" type="pres">
      <dgm:prSet presAssocID="{5624F6DD-36A3-42D4-BDA8-0F860650CE64}" presName="linNode" presStyleCnt="0"/>
      <dgm:spPr bwMode="auto"/>
    </dgm:pt>
    <dgm:pt modelId="{AEA1795E-2093-47A7-A302-BEC0C0B60D13}" type="pres">
      <dgm:prSet custLinFactNeighborX="395" custLinFactNeighborY="-100000" custLinFactY="-10185" presAssocID="{5624F6DD-36A3-42D4-BDA8-0F860650CE64}" presName="parentShp" presStyleLbl="node1" presStyleIdx="1" presStyleCnt="5">
        <dgm:presLayoutVars>
          <dgm:bulletEnabled val="1"/>
        </dgm:presLayoutVars>
      </dgm:prSet>
      <dgm:spPr bwMode="auto"/>
      <dgm:t>
        <a:bodyPr/>
        <a:lstStyle/>
        <a:p>
          <a:pPr>
            <a:defRPr/>
          </a:pPr>
          <a:endParaRPr lang="en-US"/>
        </a:p>
      </dgm:t>
    </dgm:pt>
    <dgm:pt modelId="{A9A438E2-3588-4B9F-BA0E-E7210ABBDFFE}" type="pres">
      <dgm:prSet presAssocID="{5624F6DD-36A3-42D4-BDA8-0F860650CE64}" presName="childShp" presStyleLbl="bgAccFollowNode1" presStyleIdx="1" presStyleCnt="5">
        <dgm:presLayoutVars>
          <dgm:bulletEnabled val="1"/>
        </dgm:presLayoutVars>
      </dgm:prSet>
      <dgm:spPr bwMode="auto"/>
    </dgm:pt>
    <dgm:pt modelId="{8A54F4E7-EBF0-499E-8BE4-485073162268}" type="pres">
      <dgm:prSet presAssocID="{F1E30674-0F33-4313-8DE7-58471F2A8A1A}" presName="spacing" presStyleCnt="0"/>
      <dgm:spPr bwMode="auto"/>
    </dgm:pt>
    <dgm:pt modelId="{E1C44690-E418-4636-ABD5-E0E6F7E2BA01}" type="pres">
      <dgm:prSet presAssocID="{DEFFE6C3-EBA5-48DC-8ED4-A9A03C2534D8}" presName="linNode" presStyleCnt="0"/>
      <dgm:spPr bwMode="auto"/>
    </dgm:pt>
    <dgm:pt modelId="{BC0197B0-67F6-426C-AABD-CDB36853F02F}" type="pres">
      <dgm:prSet custLinFactNeighborX="-594" custLinFactNeighborY="-100000" custLinFactY="-2778" presAssocID="{DEFFE6C3-EBA5-48DC-8ED4-A9A03C2534D8}" presName="parentShp" presStyleLbl="node1" presStyleIdx="2" presStyleCnt="5">
        <dgm:presLayoutVars>
          <dgm:bulletEnabled val="1"/>
        </dgm:presLayoutVars>
      </dgm:prSet>
      <dgm:spPr bwMode="auto"/>
      <dgm:t>
        <a:bodyPr/>
        <a:lstStyle/>
        <a:p>
          <a:pPr>
            <a:defRPr/>
          </a:pPr>
          <a:endParaRPr lang="en-US"/>
        </a:p>
      </dgm:t>
    </dgm:pt>
    <dgm:pt modelId="{D9E53B39-0560-4BFE-8048-D8CF37EA55D1}" type="pres">
      <dgm:prSet custLinFactNeighborX="890" custLinFactNeighborY="-120186" custLinFactY="-100000" presAssocID="{DEFFE6C3-EBA5-48DC-8ED4-A9A03C2534D8}" presName="childShp" presStyleLbl="bgAccFollowNode1" presStyleIdx="2" presStyleCnt="5">
        <dgm:presLayoutVars>
          <dgm:bulletEnabled val="1"/>
        </dgm:presLayoutVars>
      </dgm:prSet>
      <dgm:spPr bwMode="auto"/>
    </dgm:pt>
    <dgm:pt modelId="{506B17F3-77A8-4D88-8EBA-B37BC7A27AD3}" type="pres">
      <dgm:prSet presAssocID="{D9CDAEBA-9A37-4791-A28E-2F18BA4992F9}" presName="spacing" presStyleCnt="0"/>
      <dgm:spPr bwMode="auto"/>
    </dgm:pt>
    <dgm:pt modelId="{D5CA8E45-F015-4176-94F3-83A4668D26E4}" type="pres">
      <dgm:prSet presAssocID="{485F5D23-DAA7-40C5-A609-01601AB16E60}" presName="linNode" presStyleCnt="0"/>
      <dgm:spPr bwMode="auto"/>
    </dgm:pt>
    <dgm:pt modelId="{4F81F691-BB05-4142-BE34-23762FD04FF3}" type="pres">
      <dgm:prSet presAssocID="{485F5D23-DAA7-40C5-A609-01601AB16E60}" presName="parentShp" presStyleLbl="node1" presStyleIdx="3" presStyleCnt="5">
        <dgm:presLayoutVars>
          <dgm:bulletEnabled val="1"/>
        </dgm:presLayoutVars>
      </dgm:prSet>
      <dgm:spPr bwMode="auto"/>
      <dgm:t>
        <a:bodyPr/>
        <a:lstStyle/>
        <a:p>
          <a:pPr>
            <a:defRPr/>
          </a:pPr>
          <a:endParaRPr lang="en-US"/>
        </a:p>
      </dgm:t>
    </dgm:pt>
    <dgm:pt modelId="{43052701-059E-480A-9DEF-F5DEAD5CAD77}" type="pres">
      <dgm:prSet presAssocID="{485F5D23-DAA7-40C5-A609-01601AB16E60}" presName="childShp" presStyleLbl="bgAccFollowNode1" presStyleIdx="3" presStyleCnt="5">
        <dgm:presLayoutVars>
          <dgm:bulletEnabled val="1"/>
        </dgm:presLayoutVars>
      </dgm:prSet>
      <dgm:spPr bwMode="auto"/>
    </dgm:pt>
    <dgm:pt modelId="{92A07909-84FF-46D4-8C07-53D6B3C33529}" type="pres">
      <dgm:prSet presAssocID="{646C022A-6B28-4CFF-90A7-29B6887FC726}" presName="spacing" presStyleCnt="0"/>
      <dgm:spPr bwMode="auto"/>
    </dgm:pt>
    <dgm:pt modelId="{E0F72D1E-C5A7-4B8E-BF2F-A7A27DE52296}" type="pres">
      <dgm:prSet presAssocID="{442FFCE8-FD0B-4771-A0B7-43C4E77A412E}" presName="linNode" presStyleCnt="0"/>
      <dgm:spPr bwMode="auto"/>
    </dgm:pt>
    <dgm:pt modelId="{B7FCDF33-809F-4DF2-8B49-217FE9562199}" type="pres">
      <dgm:prSet presAssocID="{442FFCE8-FD0B-4771-A0B7-43C4E77A412E}" presName="parentShp" presStyleLbl="node1" presStyleIdx="4" presStyleCnt="5">
        <dgm:presLayoutVars>
          <dgm:bulletEnabled val="1"/>
        </dgm:presLayoutVars>
      </dgm:prSet>
      <dgm:spPr bwMode="auto"/>
      <dgm:t>
        <a:bodyPr/>
        <a:lstStyle/>
        <a:p>
          <a:pPr>
            <a:defRPr/>
          </a:pPr>
          <a:endParaRPr lang="en-US"/>
        </a:p>
      </dgm:t>
    </dgm:pt>
    <dgm:pt modelId="{E495AB57-53F3-4EE5-AC25-FF0419652A59}" type="pres">
      <dgm:prSet presAssocID="{442FFCE8-FD0B-4771-A0B7-43C4E77A412E}" presName="childShp" presStyleLbl="bgAccFollowNode1" presStyleIdx="4" presStyleCnt="5">
        <dgm:presLayoutVars>
          <dgm:bulletEnabled val="1"/>
        </dgm:presLayoutVars>
      </dgm:prSet>
      <dgm:spPr bwMode="auto"/>
    </dgm:pt>
  </dgm:ptLst>
  <dgm:cxnLst>
    <dgm:cxn modelId="{90935A8F-4419-4327-9515-800F7F41670E}" type="parOf" srcId="{6B525B92-91AF-498E-B676-E9102C4B04A5}" destId="{F191ABF9-DA97-456F-AADD-A005FB33DAFB}" srcOrd="0" destOrd="0" parTransId="{E87416D3-E2E7-4A3E-B99A-17CE16BBDAEC}" sibTransId="{98702C22-D6DE-4F2E-B8BF-0CAD423942A4}"/>
    <dgm:cxn modelId="{1CF2B100-5583-478B-8450-21F6C8342F8E}" type="presOf" srcId="{5624F6DD-36A3-42D4-BDA8-0F860650CE64}" destId="{AEA1795E-2093-47A7-A302-BEC0C0B60D13}" srcOrd="0" destOrd="0" presId="urn:microsoft.com/office/officeart/2005/8/layout/vList6"/>
    <dgm:cxn modelId="{9388025B-4196-44C3-AE31-689C1BA50BD2}" type="presOf" srcId="{DEFFE6C3-EBA5-48DC-8ED4-A9A03C2534D8}" destId="{BC0197B0-67F6-426C-AABD-CDB36853F02F}" srcOrd="0" destOrd="0" presId="urn:microsoft.com/office/officeart/2005/8/layout/vList6"/>
    <dgm:cxn modelId="{F8632C10-64CD-4BBD-9A75-6BB5BB6AB241}" type="presOf" srcId="{442FFCE8-FD0B-4771-A0B7-43C4E77A412E}" destId="{B7FCDF33-809F-4DF2-8B49-217FE9562199}" srcOrd="0" destOrd="0" presId="urn:microsoft.com/office/officeart/2005/8/layout/vList6"/>
    <dgm:cxn modelId="{4AB8DC12-552D-4175-AA4F-D011BC958A42}" type="parOf" srcId="{6B525B92-91AF-498E-B676-E9102C4B04A5}" destId="{485F5D23-DAA7-40C5-A609-01601AB16E60}" srcOrd="3" destOrd="0" parTransId="{97045B34-6072-4B68-BDA4-22C3E900B17B}" sibTransId="{646C022A-6B28-4CFF-90A7-29B6887FC726}"/>
    <dgm:cxn modelId="{EE4BD347-8DC4-43A7-B141-9E8EF48C8978}" type="presOf" srcId="{6B525B92-91AF-498E-B676-E9102C4B04A5}" destId="{C199E050-728E-4218-A5B7-F7957037FEF4}" srcOrd="0" destOrd="0" presId="urn:microsoft.com/office/officeart/2005/8/layout/vList6"/>
    <dgm:cxn modelId="{E657B825-A241-4E57-91BF-761F3ECFD3FE}" type="parOf" srcId="{6B525B92-91AF-498E-B676-E9102C4B04A5}" destId="{5624F6DD-36A3-42D4-BDA8-0F860650CE64}" srcOrd="1" destOrd="0" parTransId="{937E5C12-924F-47AB-A30B-119B11F04028}" sibTransId="{F1E30674-0F33-4313-8DE7-58471F2A8A1A}"/>
    <dgm:cxn modelId="{229C1D23-AD29-4750-9BF7-B3C6A554DA53}" type="presOf" srcId="{F191ABF9-DA97-456F-AADD-A005FB33DAFB}" destId="{3864F704-EB50-4D98-A022-0A7EED2A5E92}" srcOrd="0" destOrd="0" presId="urn:microsoft.com/office/officeart/2005/8/layout/vList6"/>
    <dgm:cxn modelId="{D30E10E8-3862-48D9-9F96-C7468B209C05}" type="parOf" srcId="{6B525B92-91AF-498E-B676-E9102C4B04A5}" destId="{DEFFE6C3-EBA5-48DC-8ED4-A9A03C2534D8}" srcOrd="2" destOrd="0" parTransId="{2CB474CA-1FCD-4867-9637-E653C353C38B}" sibTransId="{D9CDAEBA-9A37-4791-A28E-2F18BA4992F9}"/>
    <dgm:cxn modelId="{99ECA885-854A-441C-9BF6-B22F9A143427}" type="parOf" srcId="{6B525B92-91AF-498E-B676-E9102C4B04A5}" destId="{442FFCE8-FD0B-4771-A0B7-43C4E77A412E}" srcOrd="4" destOrd="0" parTransId="{F29E45AB-D64E-4E3C-A844-F48A2F80F018}" sibTransId="{25831CE6-00ED-416C-AF86-3B2A289381E5}"/>
    <dgm:cxn modelId="{2D2BEF8F-8621-4C7C-BB70-94A0C1E0B7B7}" type="presOf" srcId="{485F5D23-DAA7-40C5-A609-01601AB16E60}" destId="{4F81F691-BB05-4142-BE34-23762FD04FF3}" srcOrd="0" destOrd="0" presId="urn:microsoft.com/office/officeart/2005/8/layout/vList6"/>
    <dgm:cxn modelId="{B1A8D7AA-CEC7-4F4D-8071-9ED98ADD3BDC}" type="presParOf" srcId="{C199E050-728E-4218-A5B7-F7957037FEF4}" destId="{06101FA8-50E6-415C-BAB4-2BCFBE722D56}" srcOrd="0" destOrd="0" presId="urn:microsoft.com/office/officeart/2005/8/layout/vList6"/>
    <dgm:cxn modelId="{D52AF313-E46A-4B78-9B4B-690E07C44118}" type="presParOf" srcId="{06101FA8-50E6-415C-BAB4-2BCFBE722D56}" destId="{3864F704-EB50-4D98-A022-0A7EED2A5E92}" srcOrd="0" destOrd="0" presId="urn:microsoft.com/office/officeart/2005/8/layout/vList6"/>
    <dgm:cxn modelId="{C31B3530-075C-406C-99C7-01AE2EA91D9B}" type="presParOf" srcId="{06101FA8-50E6-415C-BAB4-2BCFBE722D56}" destId="{36A5B2A9-D339-4CB7-BA82-2CE1C353DB6F}" srcOrd="1" destOrd="0" presId="urn:microsoft.com/office/officeart/2005/8/layout/vList6"/>
    <dgm:cxn modelId="{9E7C3B2B-36E3-44F5-B22B-D1736790D3B1}" type="presParOf" srcId="{C199E050-728E-4218-A5B7-F7957037FEF4}" destId="{7252CA8C-C781-4B1E-8B55-A20253F59495}" srcOrd="1" destOrd="0" presId="urn:microsoft.com/office/officeart/2005/8/layout/vList6"/>
    <dgm:cxn modelId="{8EE6D919-F220-4E97-A272-FB73E7A75759}" type="presParOf" srcId="{C199E050-728E-4218-A5B7-F7957037FEF4}" destId="{F533DA94-A980-4154-A8F7-7ADACA29A794}" srcOrd="2" destOrd="0" presId="urn:microsoft.com/office/officeart/2005/8/layout/vList6"/>
    <dgm:cxn modelId="{DBE5DBEA-2172-4F7F-B239-382C5833B5E9}" type="presParOf" srcId="{F533DA94-A980-4154-A8F7-7ADACA29A794}" destId="{AEA1795E-2093-47A7-A302-BEC0C0B60D13}" srcOrd="0" destOrd="0" presId="urn:microsoft.com/office/officeart/2005/8/layout/vList6"/>
    <dgm:cxn modelId="{2A9D90DE-DF0C-4EFE-BC70-AC52AC5AEFC8}" type="presParOf" srcId="{F533DA94-A980-4154-A8F7-7ADACA29A794}" destId="{A9A438E2-3588-4B9F-BA0E-E7210ABBDFFE}" srcOrd="1" destOrd="0" presId="urn:microsoft.com/office/officeart/2005/8/layout/vList6"/>
    <dgm:cxn modelId="{B5ACE005-DAF3-412C-B64E-3F2D573DA109}" type="presParOf" srcId="{C199E050-728E-4218-A5B7-F7957037FEF4}" destId="{8A54F4E7-EBF0-499E-8BE4-485073162268}" srcOrd="3" destOrd="0" presId="urn:microsoft.com/office/officeart/2005/8/layout/vList6"/>
    <dgm:cxn modelId="{EE222D72-20FE-4980-A2B4-E773205A3A2E}" type="presParOf" srcId="{C199E050-728E-4218-A5B7-F7957037FEF4}" destId="{E1C44690-E418-4636-ABD5-E0E6F7E2BA01}" srcOrd="4" destOrd="0" presId="urn:microsoft.com/office/officeart/2005/8/layout/vList6"/>
    <dgm:cxn modelId="{8673D0A0-611C-4CC4-8E98-0F9143A33806}" type="presParOf" srcId="{E1C44690-E418-4636-ABD5-E0E6F7E2BA01}" destId="{BC0197B0-67F6-426C-AABD-CDB36853F02F}" srcOrd="0" destOrd="0" presId="urn:microsoft.com/office/officeart/2005/8/layout/vList6"/>
    <dgm:cxn modelId="{A59C852C-5547-48E7-80B2-0D41B66D158D}" type="presParOf" srcId="{E1C44690-E418-4636-ABD5-E0E6F7E2BA01}" destId="{D9E53B39-0560-4BFE-8048-D8CF37EA55D1}" srcOrd="1" destOrd="0" presId="urn:microsoft.com/office/officeart/2005/8/layout/vList6"/>
    <dgm:cxn modelId="{052ECDCD-50DA-4F50-988B-9A484908056E}" type="presParOf" srcId="{C199E050-728E-4218-A5B7-F7957037FEF4}" destId="{506B17F3-77A8-4D88-8EBA-B37BC7A27AD3}" srcOrd="5" destOrd="0" presId="urn:microsoft.com/office/officeart/2005/8/layout/vList6"/>
    <dgm:cxn modelId="{0C0C6209-5DA4-4F68-B535-9EE6CB5141A1}" type="presParOf" srcId="{C199E050-728E-4218-A5B7-F7957037FEF4}" destId="{D5CA8E45-F015-4176-94F3-83A4668D26E4}" srcOrd="6" destOrd="0" presId="urn:microsoft.com/office/officeart/2005/8/layout/vList6"/>
    <dgm:cxn modelId="{22D20AAA-56BF-4485-A721-4AEA03E7E5B9}" type="presParOf" srcId="{D5CA8E45-F015-4176-94F3-83A4668D26E4}" destId="{4F81F691-BB05-4142-BE34-23762FD04FF3}" srcOrd="0" destOrd="0" presId="urn:microsoft.com/office/officeart/2005/8/layout/vList6"/>
    <dgm:cxn modelId="{A1A325D9-B98D-40C8-8EDD-11FA391152D6}" type="presParOf" srcId="{D5CA8E45-F015-4176-94F3-83A4668D26E4}" destId="{43052701-059E-480A-9DEF-F5DEAD5CAD77}" srcOrd="1" destOrd="0" presId="urn:microsoft.com/office/officeart/2005/8/layout/vList6"/>
    <dgm:cxn modelId="{F7A490BD-2201-4B1C-8764-7AA25CF828AF}" type="presParOf" srcId="{C199E050-728E-4218-A5B7-F7957037FEF4}" destId="{92A07909-84FF-46D4-8C07-53D6B3C33529}" srcOrd="7" destOrd="0" presId="urn:microsoft.com/office/officeart/2005/8/layout/vList6"/>
    <dgm:cxn modelId="{994C9B6F-2E40-4BFA-89FA-F53728333812}" type="presParOf" srcId="{C199E050-728E-4218-A5B7-F7957037FEF4}" destId="{E0F72D1E-C5A7-4B8E-BF2F-A7A27DE52296}" srcOrd="8" destOrd="0" presId="urn:microsoft.com/office/officeart/2005/8/layout/vList6"/>
    <dgm:cxn modelId="{7C7720DB-AECD-4709-9673-B941136D9475}" type="presParOf" srcId="{E0F72D1E-C5A7-4B8E-BF2F-A7A27DE52296}" destId="{B7FCDF33-809F-4DF2-8B49-217FE9562199}" srcOrd="0" destOrd="0" presId="urn:microsoft.com/office/officeart/2005/8/layout/vList6"/>
    <dgm:cxn modelId="{689918CA-A7B5-4AFD-95B8-354E58FFCD84}" type="presParOf" srcId="{E0F72D1E-C5A7-4B8E-BF2F-A7A27DE52296}" destId="{E495AB57-53F3-4EE5-AC25-FF0419652A59}" srcOrd="1" destOrd="0" presId="urn:microsoft.com/office/officeart/2005/8/layout/vList6"/>
  </dgm:cxnLst>
  <dgm:bg/>
  <dgm:whole/>
  <dgm:extLst>
    <a:ext uri="http://schemas.microsoft.com/office/drawing/2008/diagram">
      <dsp:dataModelExt xmlns:dsp="http://schemas.microsoft.com/office/drawing/2008/diagram" relId="rId3" minVer="http://schemas.openxmlformats.org/drawingml/2006/diagram"/>
    </a:ext>
  </dgm:extLst>
</dgm:dataModel>
</file>

<file path=ppt/diagrams/data3.xml><?xml version="1.0" encoding="utf-8"?>
<dgm:dataModel xmlns:dgm="http://schemas.openxmlformats.org/drawingml/2006/diagram" xmlns:a="http://schemas.openxmlformats.org/drawingml/2006/main" xmlns:r="http://schemas.openxmlformats.org/officeDocument/2006/relationships">
  <dgm:ptLst>
    <dgm:pt modelId="{05C9A1B3-FC23-4E74-8AF2-F4A88DD65CC8}" type="doc">
      <dgm:prSet loTypeId="urn:microsoft.com/office/officeart/2009/layout/CircleArrowProcess" loCatId="cycle" qsTypeId="urn:microsoft.com/office/officeart/2005/8/quickstyle/simple2" qsCatId="simple" csTypeId="urn:microsoft.com/office/officeart/2005/8/colors/colorful1" csCatId="colorful" phldr="1"/>
      <dgm:spPr bwMode="auto"/>
      <dgm:t>
        <a:bodyPr/>
        <a:lstStyle/>
        <a:p>
          <a:pPr>
            <a:defRPr/>
          </a:pPr>
          <a:endParaRPr lang="en-US"/>
        </a:p>
      </dgm:t>
    </dgm:pt>
    <dgm:pt modelId="{C0DF0A34-617F-4C75-BB1D-31799A41A9E4}" type="node">
      <dgm:prSet phldrT="[Text]"/>
      <dgm:spPr bwMode="auto"/>
      <dgm:t>
        <a:bodyPr/>
        <a:lstStyle/>
        <a:p>
          <a:pPr>
            <a:defRPr/>
          </a:pPr>
          <a:r>
            <a:rPr lang="en-US"/>
            <a:t>Draft </a:t>
          </a:r>
          <a:endParaRPr lang="en-US"/>
        </a:p>
      </dgm:t>
    </dgm:pt>
    <dgm:pt modelId="{6C9B84EC-1A3A-41C0-8A37-270B7921E409}" type="parTrans" cxnId="{07A1FE5E-5CD6-4236-8C9F-BB4064293984}">
      <dgm:prSet/>
      <dgm:spPr bwMode="auto"/>
      <dgm:t>
        <a:bodyPr/>
        <a:lstStyle/>
        <a:p>
          <a:pPr>
            <a:defRPr/>
          </a:pPr>
          <a:endParaRPr lang="en-US"/>
        </a:p>
      </dgm:t>
    </dgm:pt>
    <dgm:pt modelId="{19A8313D-CD4B-4F18-BD41-9C885BADA663}" type="sibTrans" cxnId="{07A1FE5E-5CD6-4236-8C9F-BB4064293984}">
      <dgm:prSet/>
      <dgm:spPr bwMode="auto"/>
      <dgm:t>
        <a:bodyPr/>
        <a:lstStyle/>
        <a:p>
          <a:pPr>
            <a:defRPr/>
          </a:pPr>
          <a:endParaRPr lang="en-US"/>
        </a:p>
      </dgm:t>
    </dgm:pt>
    <dgm:pt modelId="{96E058BB-8F7F-4B45-B843-8DEE2C7BB1C5}" type="node">
      <dgm:prSet phldrT="[Text]"/>
      <dgm:spPr bwMode="auto"/>
      <dgm:t>
        <a:bodyPr/>
        <a:lstStyle/>
        <a:p>
          <a:pPr>
            <a:defRPr/>
          </a:pPr>
          <a:r>
            <a:rPr lang="en-US"/>
            <a:t>Rough </a:t>
          </a:r>
          <a:endParaRPr lang="en-US"/>
        </a:p>
      </dgm:t>
    </dgm:pt>
    <dgm:pt modelId="{DEF2802E-2518-4442-9C2C-C1C58A622212}" type="parTrans" cxnId="{24579084-863D-4540-80EF-09669FE90AB8}">
      <dgm:prSet/>
      <dgm:spPr bwMode="auto"/>
      <dgm:t>
        <a:bodyPr/>
        <a:lstStyle/>
        <a:p>
          <a:pPr>
            <a:defRPr/>
          </a:pPr>
          <a:endParaRPr lang="en-US"/>
        </a:p>
      </dgm:t>
    </dgm:pt>
    <dgm:pt modelId="{6EBF460C-2B9B-4229-99B0-734816740825}" type="sibTrans" cxnId="{24579084-863D-4540-80EF-09669FE90AB8}">
      <dgm:prSet/>
      <dgm:spPr bwMode="auto"/>
      <dgm:t>
        <a:bodyPr/>
        <a:lstStyle/>
        <a:p>
          <a:pPr>
            <a:defRPr/>
          </a:pPr>
          <a:endParaRPr lang="en-US"/>
        </a:p>
      </dgm:t>
    </dgm:pt>
    <dgm:pt modelId="{B989C989-B965-4783-90C0-410C0B350E81}" type="node">
      <dgm:prSet phldrT="[Text]"/>
      <dgm:spPr bwMode="auto"/>
      <dgm:t>
        <a:bodyPr/>
        <a:lstStyle/>
        <a:p>
          <a:pPr>
            <a:defRPr/>
          </a:pPr>
          <a:r>
            <a:rPr lang="en-US"/>
            <a:t>Final </a:t>
          </a:r>
          <a:endParaRPr lang="en-US"/>
        </a:p>
      </dgm:t>
    </dgm:pt>
    <dgm:pt modelId="{693581FB-174F-4C59-8F04-27C88AD1C342}" type="parTrans" cxnId="{11CA49BC-7F69-4AB9-B4F0-1C1E76E40A50}">
      <dgm:prSet/>
      <dgm:spPr bwMode="auto"/>
      <dgm:t>
        <a:bodyPr/>
        <a:lstStyle/>
        <a:p>
          <a:pPr>
            <a:defRPr/>
          </a:pPr>
          <a:endParaRPr lang="en-US"/>
        </a:p>
      </dgm:t>
    </dgm:pt>
    <dgm:pt modelId="{95D758B8-11C4-42B0-9F65-A457714D5C12}" type="sibTrans" cxnId="{11CA49BC-7F69-4AB9-B4F0-1C1E76E40A50}">
      <dgm:prSet/>
      <dgm:spPr bwMode="auto"/>
      <dgm:t>
        <a:bodyPr/>
        <a:lstStyle/>
        <a:p>
          <a:pPr>
            <a:defRPr/>
          </a:pPr>
          <a:endParaRPr lang="en-US"/>
        </a:p>
      </dgm:t>
    </dgm:pt>
    <dgm:pt modelId="{3BFC83FF-05BA-4942-B7DF-3C0FEAF08FA3}" type="node">
      <dgm:prSet phldrT="[Text]"/>
      <dgm:spPr bwMode="auto"/>
      <dgm:t>
        <a:bodyPr/>
        <a:lstStyle/>
        <a:p>
          <a:pPr>
            <a:defRPr/>
          </a:pPr>
          <a:r>
            <a:rPr lang="en-US"/>
            <a:t>Working </a:t>
          </a:r>
          <a:endParaRPr lang="en-US"/>
        </a:p>
      </dgm:t>
    </dgm:pt>
    <dgm:pt modelId="{4E8B9E92-1B7E-4760-BBB8-530E55EF8BCD}" type="parTrans" cxnId="{83BFEAD9-F009-42D4-BAF3-556BFCB2F8E5}">
      <dgm:prSet/>
      <dgm:spPr bwMode="auto"/>
      <dgm:t>
        <a:bodyPr/>
        <a:lstStyle/>
        <a:p>
          <a:pPr>
            <a:defRPr/>
          </a:pPr>
          <a:endParaRPr lang="en-US"/>
        </a:p>
      </dgm:t>
    </dgm:pt>
    <dgm:pt modelId="{53A81CD8-5786-4EC2-8E3B-10BA4CD5FB8F}" type="sibTrans" cxnId="{83BFEAD9-F009-42D4-BAF3-556BFCB2F8E5}">
      <dgm:prSet/>
      <dgm:spPr bwMode="auto"/>
      <dgm:t>
        <a:bodyPr/>
        <a:lstStyle/>
        <a:p>
          <a:pPr>
            <a:defRPr/>
          </a:pPr>
          <a:endParaRPr lang="en-US"/>
        </a:p>
      </dgm:t>
    </dgm:pt>
    <dgm:pt modelId="{D8779C3A-9D99-4723-AB6E-50B1032EA37E}" type="pres">
      <dgm:prSet presAssocID="{05C9A1B3-FC23-4E74-8AF2-F4A88DD65CC8}" presName="Name0" presStyleCnt="0">
        <dgm:presLayoutVars>
          <dgm:chMax val="7"/>
          <dgm:chPref val="7"/>
          <dgm:dir val="norm"/>
          <dgm:animLvl val="lvl"/>
        </dgm:presLayoutVars>
      </dgm:prSet>
      <dgm:spPr bwMode="auto"/>
      <dgm:t>
        <a:bodyPr/>
        <a:lstStyle/>
        <a:p>
          <a:pPr>
            <a:defRPr/>
          </a:pPr>
          <a:endParaRPr lang="en-US"/>
        </a:p>
      </dgm:t>
    </dgm:pt>
    <dgm:pt modelId="{CD8FFA55-F298-40A4-8AB0-547A95A4331E}" type="pres">
      <dgm:prSet presAssocID="{C0DF0A34-617F-4C75-BB1D-31799A41A9E4}" presName="Accent1" presStyleCnt="0"/>
      <dgm:spPr bwMode="auto"/>
    </dgm:pt>
    <dgm:pt modelId="{F1AD6545-10B3-4E80-B977-933384D26C03}" type="pres">
      <dgm:prSet presAssocID="{C0DF0A34-617F-4C75-BB1D-31799A41A9E4}" presName="Accent" presStyleLbl="node1" presStyleIdx="0" presStyleCnt="1"/>
      <dgm:spPr bwMode="auto"/>
    </dgm:pt>
    <dgm:pt modelId="{B2F50737-A595-4DEB-AF61-4DFED5E724A3}" type="pres">
      <dgm:prSet presAssocID="{C0DF0A34-617F-4C75-BB1D-31799A41A9E4}" presName="Child1" presStyleLbl="revTx" presStyleIdx="0" presStyleCnt="2">
        <dgm:presLayoutVars>
          <dgm:chMax val="0"/>
          <dgm:chPref val="0"/>
          <dgm:bulletEnabled val="1"/>
        </dgm:presLayoutVars>
      </dgm:prSet>
      <dgm:spPr bwMode="auto"/>
      <dgm:t>
        <a:bodyPr/>
        <a:lstStyle/>
        <a:p>
          <a:pPr>
            <a:defRPr/>
          </a:pPr>
          <a:endParaRPr lang="en-US"/>
        </a:p>
      </dgm:t>
    </dgm:pt>
    <dgm:pt modelId="{A101B6B8-037D-40A5-80B1-9E258C2B0A86}" type="pres">
      <dgm:prSet presAssocID="{C0DF0A34-617F-4C75-BB1D-31799A41A9E4}" presName="Parent1" presStyleLbl="revTx" presStyleIdx="1" presStyleCnt="2">
        <dgm:presLayoutVars>
          <dgm:chMax val="1"/>
          <dgm:chPref val="1"/>
          <dgm:bulletEnabled val="1"/>
        </dgm:presLayoutVars>
      </dgm:prSet>
      <dgm:spPr bwMode="auto"/>
      <dgm:t>
        <a:bodyPr/>
        <a:lstStyle/>
        <a:p>
          <a:pPr>
            <a:defRPr/>
          </a:pPr>
          <a:endParaRPr lang="en-US"/>
        </a:p>
      </dgm:t>
    </dgm:pt>
  </dgm:ptLst>
  <dgm:cxnLst>
    <dgm:cxn modelId="{07A1FE5E-5CD6-4236-8C9F-BB4064293984}" type="parOf" srcId="{05C9A1B3-FC23-4E74-8AF2-F4A88DD65CC8}" destId="{C0DF0A34-617F-4C75-BB1D-31799A41A9E4}" srcOrd="0" destOrd="0" parTransId="{6C9B84EC-1A3A-41C0-8A37-270B7921E409}" sibTransId="{19A8313D-CD4B-4F18-BD41-9C885BADA663}"/>
    <dgm:cxn modelId="{83BFEAD9-F009-42D4-BAF3-556BFCB2F8E5}" type="parOf" srcId="{C0DF0A34-617F-4C75-BB1D-31799A41A9E4}" destId="{3BFC83FF-05BA-4942-B7DF-3C0FEAF08FA3}" srcOrd="2" destOrd="0" parTransId="{4E8B9E92-1B7E-4760-BBB8-530E55EF8BCD}" sibTransId="{53A81CD8-5786-4EC2-8E3B-10BA4CD5FB8F}"/>
    <dgm:cxn modelId="{6056423F-61EE-4E92-9F6C-7C0E64A9074E}" type="presOf" srcId="{C0DF0A34-617F-4C75-BB1D-31799A41A9E4}" destId="{A101B6B8-037D-40A5-80B1-9E258C2B0A86}" srcOrd="0" destOrd="0" presId="urn:microsoft.com/office/officeart/2009/layout/CircleArrowProcess"/>
    <dgm:cxn modelId="{8E3D5DDF-C74E-4A15-AF1E-307E8DEF9C78}" type="presOf" srcId="{3BFC83FF-05BA-4942-B7DF-3C0FEAF08FA3}" destId="{B2F50737-A595-4DEB-AF61-4DFED5E724A3}" srcOrd="0" destOrd="2" presId="urn:microsoft.com/office/officeart/2009/layout/CircleArrowProcess"/>
    <dgm:cxn modelId="{02049CBE-B282-4F46-9AAE-A28370C13E0C}" type="presOf" srcId="{B989C989-B965-4783-90C0-410C0B350E81}" destId="{B2F50737-A595-4DEB-AF61-4DFED5E724A3}" srcOrd="0" destOrd="1" presId="urn:microsoft.com/office/officeart/2009/layout/CircleArrowProcess"/>
    <dgm:cxn modelId="{24579084-863D-4540-80EF-09669FE90AB8}" type="parOf" srcId="{C0DF0A34-617F-4C75-BB1D-31799A41A9E4}" destId="{96E058BB-8F7F-4B45-B843-8DEE2C7BB1C5}" srcOrd="0" destOrd="0" parTransId="{DEF2802E-2518-4442-9C2C-C1C58A622212}" sibTransId="{6EBF460C-2B9B-4229-99B0-734816740825}"/>
    <dgm:cxn modelId="{11CA49BC-7F69-4AB9-B4F0-1C1E76E40A50}" type="parOf" srcId="{C0DF0A34-617F-4C75-BB1D-31799A41A9E4}" destId="{B989C989-B965-4783-90C0-410C0B350E81}" srcOrd="1" destOrd="0" parTransId="{693581FB-174F-4C59-8F04-27C88AD1C342}" sibTransId="{95D758B8-11C4-42B0-9F65-A457714D5C12}"/>
    <dgm:cxn modelId="{4A01DD3B-F3AA-4BE8-9FE0-F65583A7C947}" type="presOf" srcId="{96E058BB-8F7F-4B45-B843-8DEE2C7BB1C5}" destId="{B2F50737-A595-4DEB-AF61-4DFED5E724A3}" srcOrd="0" destOrd="0" presId="urn:microsoft.com/office/officeart/2009/layout/CircleArrowProcess"/>
    <dgm:cxn modelId="{79C1AE21-7DB5-4E91-9E00-D14687CA3393}" type="presOf" srcId="{05C9A1B3-FC23-4E74-8AF2-F4A88DD65CC8}" destId="{D8779C3A-9D99-4723-AB6E-50B1032EA37E}" srcOrd="0" destOrd="0" presId="urn:microsoft.com/office/officeart/2009/layout/CircleArrowProcess"/>
    <dgm:cxn modelId="{8D8F55ED-C474-4979-A965-0CA37ED12D8D}" type="presParOf" srcId="{D8779C3A-9D99-4723-AB6E-50B1032EA37E}" destId="{CD8FFA55-F298-40A4-8AB0-547A95A4331E}" srcOrd="0" destOrd="0" presId="urn:microsoft.com/office/officeart/2009/layout/CircleArrowProcess"/>
    <dgm:cxn modelId="{1DA99BB4-74A2-45D0-9FC4-3C6FA8FA2FA6}" type="presParOf" srcId="{CD8FFA55-F298-40A4-8AB0-547A95A4331E}" destId="{F1AD6545-10B3-4E80-B977-933384D26C03}" srcOrd="0" destOrd="0" presId="urn:microsoft.com/office/officeart/2009/layout/CircleArrowProcess"/>
    <dgm:cxn modelId="{712DD643-F67C-4F7D-8B19-4BF68F25C713}" type="presParOf" srcId="{D8779C3A-9D99-4723-AB6E-50B1032EA37E}" destId="{B2F50737-A595-4DEB-AF61-4DFED5E724A3}" srcOrd="1" destOrd="0" presId="urn:microsoft.com/office/officeart/2009/layout/CircleArrowProcess"/>
    <dgm:cxn modelId="{BEF1CF78-0F02-4672-9530-9B444471AC58}" type="presParOf" srcId="{D8779C3A-9D99-4723-AB6E-50B1032EA37E}" destId="{A101B6B8-037D-40A5-80B1-9E258C2B0A86}" srcOrd="2" destOrd="0" presId="urn:microsoft.com/office/officeart/2009/layout/CircleArrowProcess"/>
  </dgm:cxnLst>
  <dgm:bg/>
  <dgm:whole/>
  <dgm:extLst>
    <a:ext uri="http://schemas.microsoft.com/office/drawing/2008/diagram">
      <dsp:dataModelExt xmlns:dsp="http://schemas.microsoft.com/office/drawing/2008/diagram" relId="rId3" minVer="http://schemas.openxmlformats.org/drawingml/2006/diagram"/>
    </a:ext>
  </dgm:extLst>
</dgm:dataModel>
</file>

<file path=ppt/diagrams/drawing1.xml><?xml version="1.0" encoding="utf-8"?>
<dsp:drawing xmlns:dsp="http://schemas.microsoft.com/office/drawing/2008/diagram" xmlns:dgm="http://schemas.openxmlformats.org/drawingml/2006/diagram" xmlns:a="http://schemas.openxmlformats.org/drawingml/2006/main" xmlns:r="http://schemas.openxmlformats.org/officeDocument/2006/relationships">
  <dsp:spTree>
    <dsp:nvGrpSpPr>
      <dsp:cNvPr id="1597643828" name=""/>
      <dsp:cNvGrpSpPr/>
    </dsp:nvGrpSpPr>
    <dsp:grpSpPr bwMode="auto">
      <a:xfrm>
        <a:off x="0" y="0"/>
        <a:ext cx="11619914" cy="5106572"/>
        <a:chOff x="0" y="0"/>
        <a:chExt cx="11619914" cy="5106572"/>
      </a:xfrm>
    </dsp:grpSpPr>
    <dsp:sp modelId="{46CA0714-4C37-4572-92FB-2E37AB6EE558}">
      <dsp:nvSpPr>
        <dsp:cNvPr id="0" name=""/>
        <dsp:cNvSpPr/>
      </dsp:nvSpPr>
      <dsp:spPr bwMode="auto">
        <a:xfrm rot="0" flipH="0" flipV="0">
          <a:off x="0" y="0"/>
          <a:ext cx="3928132" cy="2356879"/>
        </a:xfrm>
        <a:prstGeom prst="ellipse">
          <a:avLst/>
        </a:prstGeom>
        <a:solidFill>
          <a:schemeClr val="tx1">
            <a:lumMod val="75000"/>
            <a:lumOff val="25000"/>
          </a:schemeClr>
        </a:solidFill>
        <a:ln/>
      </dsp:spPr>
      <dsp:style>
        <a:lnRef idx="2">
          <a:schemeClr val="lt1"/>
        </a:lnRef>
        <a:fillRef idx="1">
          <a:schemeClr val="accent1"/>
        </a:fillRef>
        <a:effectRef idx="0">
          <a:srgbClr val="000000"/>
        </a:effectRef>
        <a:fontRef idx="minor">
          <a:schemeClr val="lt1"/>
        </a:fontRef>
      </dsp:style>
      <dsp:txBody>
        <a:bodyPr vertOverflow="overflow" horzOverflow="overflow" vert="horz" wrap="square" lIns="91440" tIns="45720" rIns="91440" bIns="45720" numCol="1" spcCol="0" rtlCol="0" fromWordArt="0" anchor="ctr" anchorCtr="0" forceAA="0" upright="0" compatLnSpc="0"/>
        <a:p>
          <a:pPr algn="ctr">
            <a:lnSpc>
              <a:spcPct val="90000"/>
            </a:lnSpc>
            <a:defRPr/>
          </a:pPr>
          <a:r>
            <a:rPr lang="en-US"/>
            <a:t>Identify gaps in logic </a:t>
          </a:r>
          <a:endParaRPr lang="en-US"/>
        </a:p>
      </dsp:txBody>
      <dsp:txXfrm rot="0">
        <a:off x="575261" y="345156"/>
        <a:ext cx="2777608" cy="1666565"/>
      </dsp:txXfrm>
    </dsp:sp>
    <dsp:sp modelId="{FCE9C0B7-59A1-4F5C-B7A9-B658639F9F78}">
      <dsp:nvSpPr>
        <dsp:cNvPr id="0" name=""/>
        <dsp:cNvSpPr/>
      </dsp:nvSpPr>
      <dsp:spPr bwMode="auto">
        <a:xfrm rot="0" flipH="0" flipV="0">
          <a:off x="7427129" y="2525726"/>
          <a:ext cx="3928132" cy="2356879"/>
        </a:xfrm>
        <a:prstGeom prst="ellipse">
          <a:avLst/>
        </a:prstGeom>
        <a:solidFill>
          <a:schemeClr val="accent2">
            <a:lumMod val="60000"/>
            <a:lumOff val="40000"/>
          </a:schemeClr>
        </a:solidFill>
        <a:ln/>
      </dsp:spPr>
      <dsp:style>
        <a:lnRef idx="2">
          <a:schemeClr val="lt1"/>
        </a:lnRef>
        <a:fillRef idx="1">
          <a:schemeClr val="accent1"/>
        </a:fillRef>
        <a:effectRef idx="0">
          <a:srgbClr val="000000"/>
        </a:effectRef>
        <a:fontRef idx="minor">
          <a:schemeClr val="lt1"/>
        </a:fontRef>
      </dsp:style>
      <dsp:txBody>
        <a:bodyPr vertOverflow="overflow" horzOverflow="overflow" vert="horz" wrap="square" lIns="91440" tIns="45720" rIns="91440" bIns="45720" numCol="1" spcCol="0" rtlCol="0" fromWordArt="0" anchor="ctr" anchorCtr="0" forceAA="0" upright="0" compatLnSpc="0"/>
        <a:p>
          <a:pPr algn="ctr">
            <a:lnSpc>
              <a:spcPct val="90000"/>
            </a:lnSpc>
            <a:defRPr/>
          </a:pPr>
          <a:r>
            <a:rPr lang="en-US"/>
            <a:t>Encourages creativity</a:t>
          </a:r>
          <a:endParaRPr lang="en-US"/>
        </a:p>
      </dsp:txBody>
      <dsp:txXfrm rot="0">
        <a:off x="8002391" y="2870883"/>
        <a:ext cx="2777608" cy="1666565"/>
      </dsp:txXfrm>
    </dsp:sp>
    <dsp:sp modelId="{26E96FC2-6A36-49AE-94DF-52C265F1EA66}">
      <dsp:nvSpPr>
        <dsp:cNvPr id="0" name=""/>
        <dsp:cNvSpPr/>
      </dsp:nvSpPr>
      <dsp:spPr bwMode="auto">
        <a:xfrm rot="0" flipH="0" flipV="0">
          <a:off x="3634793" y="1187435"/>
          <a:ext cx="3928132" cy="2356879"/>
        </a:xfrm>
        <a:prstGeom prst="ellipse">
          <a:avLst/>
        </a:prstGeom>
        <a:solidFill>
          <a:schemeClr val="bg1">
            <a:lumMod val="75000"/>
          </a:schemeClr>
        </a:solidFill>
        <a:ln/>
      </dsp:spPr>
      <dsp:style>
        <a:lnRef idx="2">
          <a:schemeClr val="lt1"/>
        </a:lnRef>
        <a:fillRef idx="1">
          <a:schemeClr val="accent1"/>
        </a:fillRef>
        <a:effectRef idx="0">
          <a:srgbClr val="000000"/>
        </a:effectRef>
        <a:fontRef idx="minor">
          <a:schemeClr val="lt1"/>
        </a:fontRef>
      </dsp:style>
      <dsp:txBody>
        <a:bodyPr vertOverflow="overflow" horzOverflow="overflow" vert="horz" wrap="square" lIns="91440" tIns="45720" rIns="91440" bIns="45720" numCol="1" spcCol="0" rtlCol="0" fromWordArt="0" anchor="ctr" anchorCtr="0" forceAA="0" upright="0" compatLnSpc="0"/>
        <a:p>
          <a:pPr algn="ctr">
            <a:lnSpc>
              <a:spcPct val="90000"/>
            </a:lnSpc>
            <a:defRPr/>
          </a:pPr>
          <a:r>
            <a:rPr lang="en-US"/>
            <a:t>A foundation for revision</a:t>
          </a:r>
          <a:endParaRPr lang="en-US"/>
        </a:p>
      </dsp:txBody>
      <dsp:txXfrm rot="0">
        <a:off x="4210054" y="1532592"/>
        <a:ext cx="2777608" cy="1666565"/>
      </dsp:txXfrm>
    </dsp:sp>
  </dsp:spTree>
</dsp:drawing>
</file>

<file path=ppt/diagrams/drawing2.xml><?xml version="1.0" encoding="utf-8"?>
<dsp:drawing xmlns:dsp="http://schemas.microsoft.com/office/drawing/2008/diagram" xmlns:dgm="http://schemas.openxmlformats.org/drawingml/2006/diagram" xmlns:a="http://schemas.openxmlformats.org/drawingml/2006/main" xmlns:r="http://schemas.openxmlformats.org/officeDocument/2006/relationships">
  <dsp:spTree>
    <dsp:nvGrpSpPr>
      <dsp:cNvPr id="1979545050" name=""/>
      <dsp:cNvGrpSpPr/>
    </dsp:nvGrpSpPr>
    <dsp:grpSpPr bwMode="auto">
      <a:xfrm>
        <a:off x="0" y="0"/>
        <a:ext cx="11859064" cy="5050299"/>
        <a:chOff x="0" y="0"/>
        <a:chExt cx="11859064" cy="5050299"/>
      </a:xfrm>
    </dsp:grpSpPr>
    <dsp:sp modelId="{36A5B2A9-D339-4CB7-BA82-2CE1C353DB6F}">
      <dsp:nvSpPr>
        <dsp:cNvPr id="157998917" name=""/>
        <dsp:cNvSpPr/>
      </dsp:nvSpPr>
      <dsp:spPr bwMode="auto">
        <a:xfrm>
          <a:off x="4743625" y="1985268"/>
          <a:ext cx="7115438" cy="934601"/>
        </a:xfrm>
        <a:prstGeom prst="rightArrow">
          <a:avLst>
            <a:gd name="adj1" fmla="val 75000"/>
            <a:gd name="adj2" fmla="val 50000"/>
          </a:avLst>
        </a:prstGeom>
        <a:solidFill>
          <a:schemeClr val="accent2">
            <a:tint val="40000"/>
            <a:hueOff val="0"/>
            <a:satOff val="0"/>
            <a:lumOff val="0"/>
            <a:alphaOff val="0"/>
            <a:alpha val="90000"/>
          </a:schemeClr>
        </a:solidFill>
        <a:ln w="12700" cap="flat" cmpd="sng" algn="ctr">
          <a:solidFill>
            <a:schemeClr val="accent2">
              <a:tint val="40000"/>
              <a:hueOff val="0"/>
              <a:satOff val="0"/>
              <a:lumOff val="0"/>
              <a:alphaOff val="0"/>
              <a:alpha val="90000"/>
            </a:schemeClr>
          </a:solidFill>
          <a:prstDash val="solid"/>
          <a:miter lim="800000"/>
        </a:ln>
        <a:effectLst/>
      </dsp:spPr>
      <dsp:style>
        <a:lnRef idx="2">
          <a:srgbClr val="000000"/>
        </a:lnRef>
        <a:fillRef idx="1">
          <a:srgbClr val="000000"/>
        </a:fillRef>
        <a:effectRef idx="0">
          <a:srgbClr val="000000"/>
        </a:effectRef>
        <a:fontRef idx="minor"/>
      </dsp:style>
    </dsp:sp>
    <dsp:sp modelId="{3864F704-EB50-4D98-A022-0A7EED2A5E92}">
      <dsp:nvSpPr>
        <dsp:cNvPr id="2140051485" name=""/>
        <dsp:cNvSpPr/>
      </dsp:nvSpPr>
      <dsp:spPr bwMode="auto">
        <a:xfrm>
          <a:off x="0" y="2069671"/>
          <a:ext cx="4743625" cy="934601"/>
        </a:xfrm>
        <a:prstGeom prst="roundRect">
          <a:avLst>
            <a:gd name="adj" fmla="val 16667"/>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21920" tIns="60960" rIns="121920" bIns="60960" numCol="1" spcCol="1270" anchor="ctr" anchorCtr="0">
          <a:noAutofit/>
        </a:bodyPr>
        <a:lstStyle/>
        <a:p>
          <a:pPr lvl="0" algn="ctr" defTabSz="1422400">
            <a:lnSpc>
              <a:spcPct val="90000"/>
            </a:lnSpc>
            <a:spcBef>
              <a:spcPts val="0"/>
            </a:spcBef>
            <a:spcAft>
              <a:spcPts val="0"/>
            </a:spcAft>
            <a:defRPr/>
          </a:pPr>
          <a:r>
            <a:rPr lang="en-US" sz="3200" b="1">
              <a:latin typeface="Candara"/>
              <a:cs typeface="Arial"/>
            </a:rPr>
            <a:t>Importance</a:t>
          </a:r>
          <a:endParaRPr lang="en-US" sz="3200"/>
        </a:p>
      </dsp:txBody>
      <dsp:txXfrm>
        <a:off x="45623" y="2115294"/>
        <a:ext cx="4652379" cy="843355"/>
      </dsp:txXfrm>
    </dsp:sp>
    <dsp:sp modelId="{A9A438E2-3588-4B9F-BA0E-E7210ABBDFFE}">
      <dsp:nvSpPr>
        <dsp:cNvPr id="948491356" name=""/>
        <dsp:cNvSpPr/>
      </dsp:nvSpPr>
      <dsp:spPr bwMode="auto">
        <a:xfrm>
          <a:off x="4743625" y="1029787"/>
          <a:ext cx="7115438" cy="934601"/>
        </a:xfrm>
        <a:prstGeom prst="rightArrow">
          <a:avLst>
            <a:gd name="adj1" fmla="val 75000"/>
            <a:gd name="adj2" fmla="val 50000"/>
          </a:avLst>
        </a:prstGeom>
        <a:solidFill>
          <a:schemeClr val="accent3">
            <a:tint val="40000"/>
            <a:hueOff val="0"/>
            <a:satOff val="0"/>
            <a:lumOff val="0"/>
            <a:alphaOff val="0"/>
            <a:alpha val="90000"/>
          </a:schemeClr>
        </a:solidFill>
        <a:ln w="12700" cap="flat" cmpd="sng" algn="ctr">
          <a:solidFill>
            <a:schemeClr val="accent3">
              <a:tint val="40000"/>
              <a:hueOff val="0"/>
              <a:satOff val="0"/>
              <a:lumOff val="0"/>
              <a:alphaOff val="0"/>
              <a:alpha val="90000"/>
            </a:schemeClr>
          </a:solidFill>
          <a:prstDash val="solid"/>
          <a:miter lim="800000"/>
        </a:ln>
        <a:effectLst/>
      </dsp:spPr>
      <dsp:style>
        <a:lnRef idx="2">
          <a:srgbClr val="000000"/>
        </a:lnRef>
        <a:fillRef idx="1">
          <a:srgbClr val="000000"/>
        </a:fillRef>
        <a:effectRef idx="0">
          <a:srgbClr val="000000"/>
        </a:effectRef>
        <a:fontRef idx="minor"/>
      </dsp:style>
    </dsp:sp>
    <dsp:sp modelId="{AEA1795E-2093-47A7-A302-BEC0C0B60D13}">
      <dsp:nvSpPr>
        <dsp:cNvPr id="1823781570" name=""/>
        <dsp:cNvSpPr/>
      </dsp:nvSpPr>
      <dsp:spPr bwMode="auto">
        <a:xfrm>
          <a:off x="28105" y="0"/>
          <a:ext cx="4743625" cy="934601"/>
        </a:xfrm>
        <a:prstGeom prst="roundRect">
          <a:avLst>
            <a:gd name="adj" fmla="val 16667"/>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21920" tIns="60960" rIns="121920" bIns="60960" numCol="1" spcCol="1270" anchor="ctr" anchorCtr="0">
          <a:noAutofit/>
        </a:bodyPr>
        <a:lstStyle/>
        <a:p>
          <a:pPr lvl="0" algn="ctr" defTabSz="1422400">
            <a:lnSpc>
              <a:spcPct val="90000"/>
            </a:lnSpc>
            <a:spcBef>
              <a:spcPts val="0"/>
            </a:spcBef>
            <a:spcAft>
              <a:spcPts val="0"/>
            </a:spcAft>
            <a:defRPr/>
          </a:pPr>
          <a:r>
            <a:rPr lang="en-US" sz="3200" b="1">
              <a:latin typeface="Candara"/>
              <a:cs typeface="Arial"/>
            </a:rPr>
            <a:t>Chronology</a:t>
          </a:r>
          <a:endParaRPr lang="en-US" sz="3200"/>
        </a:p>
      </dsp:txBody>
      <dsp:txXfrm>
        <a:off x="73728" y="45623"/>
        <a:ext cx="4652379" cy="843355"/>
      </dsp:txXfrm>
    </dsp:sp>
    <dsp:sp modelId="{D9E53B39-0560-4BFE-8048-D8CF37EA55D1}">
      <dsp:nvSpPr>
        <dsp:cNvPr id="493155503" name=""/>
        <dsp:cNvSpPr/>
      </dsp:nvSpPr>
      <dsp:spPr bwMode="auto">
        <a:xfrm>
          <a:off x="4743625" y="0"/>
          <a:ext cx="7115438" cy="934601"/>
        </a:xfrm>
        <a:prstGeom prst="rightArrow">
          <a:avLst>
            <a:gd name="adj1" fmla="val 75000"/>
            <a:gd name="adj2" fmla="val 50000"/>
          </a:avLst>
        </a:prstGeom>
        <a:solidFill>
          <a:schemeClr val="accent4">
            <a:tint val="40000"/>
            <a:hueOff val="0"/>
            <a:satOff val="0"/>
            <a:lumOff val="0"/>
            <a:alphaOff val="0"/>
            <a:alpha val="90000"/>
          </a:schemeClr>
        </a:solidFill>
        <a:ln w="12700" cap="flat" cmpd="sng" algn="ctr">
          <a:solidFill>
            <a:schemeClr val="accent4">
              <a:tint val="40000"/>
              <a:hueOff val="0"/>
              <a:satOff val="0"/>
              <a:lumOff val="0"/>
              <a:alphaOff val="0"/>
              <a:alpha val="90000"/>
            </a:schemeClr>
          </a:solidFill>
          <a:prstDash val="solid"/>
          <a:miter lim="800000"/>
        </a:ln>
        <a:effectLst/>
      </dsp:spPr>
      <dsp:style>
        <a:lnRef idx="2">
          <a:srgbClr val="000000"/>
        </a:lnRef>
        <a:fillRef idx="1">
          <a:srgbClr val="000000"/>
        </a:fillRef>
        <a:effectRef idx="0">
          <a:srgbClr val="000000"/>
        </a:effectRef>
        <a:fontRef idx="minor"/>
      </dsp:style>
    </dsp:sp>
    <dsp:sp modelId="{BC0197B0-67F6-426C-AABD-CDB36853F02F}">
      <dsp:nvSpPr>
        <dsp:cNvPr id="1423862943" name=""/>
        <dsp:cNvSpPr/>
      </dsp:nvSpPr>
      <dsp:spPr bwMode="auto">
        <a:xfrm>
          <a:off x="0" y="1097284"/>
          <a:ext cx="4743625" cy="934601"/>
        </a:xfrm>
        <a:prstGeom prst="roundRect">
          <a:avLst>
            <a:gd name="adj" fmla="val 16667"/>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21920" tIns="60960" rIns="121920" bIns="60960" numCol="1" spcCol="1270" anchor="ctr" anchorCtr="0">
          <a:noAutofit/>
        </a:bodyPr>
        <a:lstStyle/>
        <a:p>
          <a:pPr lvl="0" algn="ctr" defTabSz="1422400">
            <a:lnSpc>
              <a:spcPct val="90000"/>
            </a:lnSpc>
            <a:spcBef>
              <a:spcPts val="0"/>
            </a:spcBef>
            <a:spcAft>
              <a:spcPts val="0"/>
            </a:spcAft>
            <a:defRPr/>
          </a:pPr>
          <a:r>
            <a:rPr lang="en-US" sz="3200" b="1">
              <a:latin typeface="Candara"/>
              <a:cs typeface="Arial"/>
            </a:rPr>
            <a:t>Spatial</a:t>
          </a:r>
          <a:endParaRPr lang="en-US" sz="3200"/>
        </a:p>
      </dsp:txBody>
      <dsp:txXfrm>
        <a:off x="45623" y="1142907"/>
        <a:ext cx="4652379" cy="843355"/>
      </dsp:txXfrm>
    </dsp:sp>
    <dsp:sp modelId="{43052701-059E-480A-9DEF-F5DEAD5CAD77}">
      <dsp:nvSpPr>
        <dsp:cNvPr id="2079350719" name=""/>
        <dsp:cNvSpPr/>
      </dsp:nvSpPr>
      <dsp:spPr bwMode="auto">
        <a:xfrm>
          <a:off x="4743625" y="3085910"/>
          <a:ext cx="7115438" cy="934601"/>
        </a:xfrm>
        <a:prstGeom prst="rightArrow">
          <a:avLst>
            <a:gd name="adj1" fmla="val 75000"/>
            <a:gd name="adj2" fmla="val 50000"/>
          </a:avLst>
        </a:prstGeom>
        <a:solidFill>
          <a:schemeClr val="accent5">
            <a:tint val="40000"/>
            <a:hueOff val="0"/>
            <a:satOff val="0"/>
            <a:lumOff val="0"/>
            <a:alphaOff val="0"/>
            <a:alpha val="90000"/>
          </a:schemeClr>
        </a:solidFill>
        <a:ln w="12700" cap="flat" cmpd="sng" algn="ctr">
          <a:solidFill>
            <a:schemeClr val="accent5">
              <a:tint val="40000"/>
              <a:hueOff val="0"/>
              <a:satOff val="0"/>
              <a:lumOff val="0"/>
              <a:alphaOff val="0"/>
              <a:alpha val="90000"/>
            </a:schemeClr>
          </a:solidFill>
          <a:prstDash val="solid"/>
          <a:miter lim="800000"/>
        </a:ln>
        <a:effectLst/>
      </dsp:spPr>
      <dsp:style>
        <a:lnRef idx="2">
          <a:srgbClr val="000000"/>
        </a:lnRef>
        <a:fillRef idx="1">
          <a:srgbClr val="000000"/>
        </a:fillRef>
        <a:effectRef idx="0">
          <a:srgbClr val="000000"/>
        </a:effectRef>
        <a:fontRef idx="minor"/>
      </dsp:style>
    </dsp:sp>
    <dsp:sp modelId="{4F81F691-BB05-4142-BE34-23762FD04FF3}">
      <dsp:nvSpPr>
        <dsp:cNvPr id="1448746702" name=""/>
        <dsp:cNvSpPr/>
      </dsp:nvSpPr>
      <dsp:spPr bwMode="auto">
        <a:xfrm>
          <a:off x="0" y="3085910"/>
          <a:ext cx="4743625" cy="934601"/>
        </a:xfrm>
        <a:prstGeom prst="roundRect">
          <a:avLst>
            <a:gd name="adj" fmla="val 16667"/>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21920" tIns="60960" rIns="121920" bIns="60960" numCol="1" spcCol="1270" anchor="ctr" anchorCtr="0">
          <a:noAutofit/>
        </a:bodyPr>
        <a:lstStyle/>
        <a:p>
          <a:pPr lvl="0" algn="ctr" defTabSz="1422400">
            <a:lnSpc>
              <a:spcPct val="90000"/>
            </a:lnSpc>
            <a:spcBef>
              <a:spcPts val="0"/>
            </a:spcBef>
            <a:spcAft>
              <a:spcPts val="0"/>
            </a:spcAft>
            <a:defRPr/>
          </a:pPr>
          <a:r>
            <a:rPr lang="en-US" sz="3200" b="1">
              <a:latin typeface="Candara"/>
              <a:cs typeface="Arial"/>
            </a:rPr>
            <a:t>Problem/Solution</a:t>
          </a:r>
          <a:endParaRPr lang="en-US" sz="3200"/>
        </a:p>
      </dsp:txBody>
      <dsp:txXfrm>
        <a:off x="45623" y="3131533"/>
        <a:ext cx="4652379" cy="843355"/>
      </dsp:txXfrm>
    </dsp:sp>
    <dsp:sp modelId="{E495AB57-53F3-4EE5-AC25-FF0419652A59}">
      <dsp:nvSpPr>
        <dsp:cNvPr id="1557183245" name=""/>
        <dsp:cNvSpPr/>
      </dsp:nvSpPr>
      <dsp:spPr bwMode="auto">
        <a:xfrm>
          <a:off x="4743625" y="4113972"/>
          <a:ext cx="7115438" cy="934601"/>
        </a:xfrm>
        <a:prstGeom prst="rightArrow">
          <a:avLst>
            <a:gd name="adj1" fmla="val 75000"/>
            <a:gd name="adj2" fmla="val 50000"/>
          </a:avLst>
        </a:prstGeom>
        <a:solidFill>
          <a:schemeClr val="accent6">
            <a:tint val="40000"/>
            <a:hueOff val="0"/>
            <a:satOff val="0"/>
            <a:lumOff val="0"/>
            <a:alphaOff val="0"/>
            <a:alpha val="90000"/>
          </a:schemeClr>
        </a:solidFill>
        <a:ln w="12700" cap="flat" cmpd="sng" algn="ctr">
          <a:solidFill>
            <a:schemeClr val="accent6">
              <a:tint val="40000"/>
              <a:hueOff val="0"/>
              <a:satOff val="0"/>
              <a:lumOff val="0"/>
              <a:alphaOff val="0"/>
              <a:alpha val="90000"/>
            </a:schemeClr>
          </a:solidFill>
          <a:prstDash val="solid"/>
          <a:miter lim="800000"/>
        </a:ln>
        <a:effectLst/>
      </dsp:spPr>
      <dsp:style>
        <a:lnRef idx="2">
          <a:srgbClr val="000000"/>
        </a:lnRef>
        <a:fillRef idx="1">
          <a:srgbClr val="000000"/>
        </a:fillRef>
        <a:effectRef idx="0">
          <a:srgbClr val="000000"/>
        </a:effectRef>
        <a:fontRef idx="minor"/>
      </dsp:style>
    </dsp:sp>
    <dsp:sp modelId="{B7FCDF33-809F-4DF2-8B49-217FE9562199}">
      <dsp:nvSpPr>
        <dsp:cNvPr id="1428790004" name=""/>
        <dsp:cNvSpPr/>
      </dsp:nvSpPr>
      <dsp:spPr bwMode="auto">
        <a:xfrm>
          <a:off x="0" y="4113972"/>
          <a:ext cx="4743625" cy="934601"/>
        </a:xfrm>
        <a:prstGeom prst="roundRect">
          <a:avLst>
            <a:gd name="adj" fmla="val 16667"/>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21920" tIns="60960" rIns="121920" bIns="60960" numCol="1" spcCol="1270" anchor="ctr" anchorCtr="0">
          <a:noAutofit/>
        </a:bodyPr>
        <a:lstStyle/>
        <a:p>
          <a:pPr lvl="0" algn="ctr" defTabSz="1422400">
            <a:lnSpc>
              <a:spcPct val="90000"/>
            </a:lnSpc>
            <a:spcBef>
              <a:spcPts val="0"/>
            </a:spcBef>
            <a:spcAft>
              <a:spcPts val="0"/>
            </a:spcAft>
            <a:defRPr/>
          </a:pPr>
          <a:r>
            <a:rPr lang="en-US" sz="3200" b="1">
              <a:latin typeface="Candara"/>
              <a:cs typeface="Arial"/>
            </a:rPr>
            <a:t>Comparison/Contrast</a:t>
          </a:r>
          <a:endParaRPr lang="en-US" sz="3200"/>
        </a:p>
      </dsp:txBody>
      <dsp:txXfrm>
        <a:off x="45623" y="4159595"/>
        <a:ext cx="4652379" cy="843355"/>
      </dsp:txXfrm>
    </dsp:sp>
  </dsp:spTree>
</dsp:drawing>
</file>

<file path=ppt/diagrams/drawing3.xml><?xml version="1.0" encoding="utf-8"?>
<dsp:drawing xmlns:dsp="http://schemas.microsoft.com/office/drawing/2008/diagram" xmlns:dgm="http://schemas.openxmlformats.org/drawingml/2006/diagram" xmlns:a="http://schemas.openxmlformats.org/drawingml/2006/main" xmlns:r="http://schemas.openxmlformats.org/officeDocument/2006/relationships">
  <dsp:spTree>
    <dsp:nvGrpSpPr>
      <dsp:cNvPr id="177271040" name=""/>
      <dsp:cNvGrpSpPr/>
    </dsp:nvGrpSpPr>
    <dsp:grpSpPr bwMode="auto">
      <a:xfrm>
        <a:off x="0" y="0"/>
        <a:ext cx="12192000" cy="6032826"/>
        <a:chOff x="0" y="0"/>
        <a:chExt cx="12192000" cy="6032826"/>
      </a:xfrm>
    </dsp:grpSpPr>
    <dsp:sp modelId="{F1AD6545-10B3-4E80-B977-933384D26C03}">
      <dsp:nvSpPr>
        <dsp:cNvPr id="0" name=""/>
        <dsp:cNvSpPr/>
      </dsp:nvSpPr>
      <dsp:spPr bwMode="auto">
        <a:xfrm rot="0" flipH="0" flipV="0">
          <a:off x="1270040" y="0"/>
          <a:ext cx="6031483" cy="6032826"/>
        </a:xfrm>
        <a:prstGeom prst="circularArrow">
          <a:avLst>
            <a:gd name="adj1" fmla="val 10980"/>
            <a:gd name="adj2" fmla="val 1142322"/>
            <a:gd name="adj3" fmla="val 9000000"/>
            <a:gd name="adj4" fmla="val 10800000"/>
            <a:gd name="adj5" fmla="val 12500"/>
          </a:avLst>
        </a:prstGeom>
        <a:ln/>
      </dsp:spPr>
      <dsp:style>
        <a:lnRef idx="3">
          <a:schemeClr val="lt1"/>
        </a:lnRef>
        <a:fillRef idx="1">
          <a:schemeClr val="accent2"/>
        </a:fillRef>
        <a:effectRef idx="1">
          <a:srgbClr val="000000"/>
        </a:effectRef>
        <a:fontRef idx="minor">
          <a:schemeClr val="lt1"/>
        </a:fontRef>
      </dsp:style>
    </dsp:sp>
    <dsp:sp modelId="{B2F50737-A595-4DEB-AF61-4DFED5E724A3}">
      <dsp:nvSpPr>
        <dsp:cNvPr id="0" name=""/>
        <dsp:cNvSpPr/>
      </dsp:nvSpPr>
      <dsp:spPr bwMode="auto">
        <a:xfrm rot="0" flipH="0" flipV="0">
          <a:off x="7302489" y="1798385"/>
          <a:ext cx="3619469" cy="2413733"/>
        </a:xfrm>
        <a:prstGeom prst="rect">
          <a:avLst/>
        </a:prstGeom>
        <a:ln/>
      </dsp:spPr>
      <dsp:style>
        <a:lnRef idx="0">
          <a:srgbClr val="000000"/>
        </a:lnRef>
        <a:fillRef idx="0">
          <a:schemeClr val="lt1">
            <a:alpha val="0"/>
          </a:schemeClr>
        </a:fillRef>
        <a:effectRef idx="0">
          <a:srgbClr val="000000"/>
        </a:effectRef>
        <a:fontRef idx="minor"/>
      </dsp:style>
      <dsp:txBody>
        <a:bodyPr vertOverflow="overflow" horzOverflow="overflow" vert="horz" wrap="square" lIns="91440" tIns="45720" rIns="91440" bIns="45720" numCol="1" spcCol="0" rtlCol="0" fromWordArt="0" anchor="ctr" anchorCtr="0" forceAA="0" upright="0" compatLnSpc="0"/>
        <a:p>
          <a:pPr marL="195764" lvl="0" indent="-284400" algn="l">
            <a:lnSpc>
              <a:spcPct val="90000"/>
            </a:lnSpc>
            <a:buFontTx/>
            <a:buChar char="•"/>
            <a:defRPr/>
          </a:pPr>
          <a:r>
            <a:rPr lang="en-US"/>
            <a:t>Rough </a:t>
          </a:r>
          <a:endParaRPr lang="en-US"/>
        </a:p>
        <a:p>
          <a:pPr marL="195764" lvl="1" indent="-284400" algn="l">
            <a:lnSpc>
              <a:spcPct val="90000"/>
            </a:lnSpc>
            <a:buFontTx/>
            <a:buChar char="•"/>
            <a:defRPr/>
          </a:pPr>
          <a:r>
            <a:rPr lang="en-US"/>
            <a:t>Final </a:t>
          </a:r>
          <a:endParaRPr lang="en-US"/>
        </a:p>
        <a:p>
          <a:pPr marL="195764" lvl="2" indent="-284400" algn="l">
            <a:lnSpc>
              <a:spcPct val="90000"/>
            </a:lnSpc>
            <a:buFontTx/>
            <a:buChar char="•"/>
            <a:defRPr/>
          </a:pPr>
          <a:r>
            <a:rPr lang="en-US"/>
            <a:t>Working </a:t>
          </a:r>
          <a:endParaRPr lang="en-US"/>
        </a:p>
      </dsp:txBody>
      <dsp:txXfrm rot="0">
        <a:off x="7302489" y="1798385"/>
        <a:ext cx="3619469" cy="2413733"/>
      </dsp:txXfrm>
    </dsp:sp>
    <dsp:sp modelId="{A101B6B8-037D-40A5-80B1-9E258C2B0A86}">
      <dsp:nvSpPr>
        <dsp:cNvPr id="0" name=""/>
        <dsp:cNvSpPr/>
      </dsp:nvSpPr>
      <dsp:spPr bwMode="auto">
        <a:xfrm rot="0" flipH="0" flipV="0">
          <a:off x="2602005" y="2183883"/>
          <a:ext cx="3365623" cy="1682555"/>
        </a:xfrm>
        <a:prstGeom prst="rect">
          <a:avLst/>
        </a:prstGeom>
        <a:ln/>
      </dsp:spPr>
      <dsp:style>
        <a:lnRef idx="0">
          <a:srgbClr val="000000"/>
        </a:lnRef>
        <a:fillRef idx="0">
          <a:schemeClr val="lt1">
            <a:alpha val="0"/>
          </a:schemeClr>
        </a:fillRef>
        <a:effectRef idx="0">
          <a:srgbClr val="000000"/>
        </a:effectRef>
        <a:fontRef idx="minor"/>
      </dsp:style>
      <dsp:txBody>
        <a:bodyPr vertOverflow="overflow" horzOverflow="overflow" vert="horz" wrap="square" lIns="91440" tIns="45720" rIns="91440" bIns="45720" numCol="1" spcCol="0" rtlCol="0" fromWordArt="0" anchor="ctr" anchorCtr="0" forceAA="0" upright="0" compatLnSpc="0"/>
        <a:p>
          <a:pPr algn="ctr">
            <a:lnSpc>
              <a:spcPct val="90000"/>
            </a:lnSpc>
            <a:defRPr/>
          </a:pPr>
          <a:r>
            <a:rPr lang="en-US"/>
            <a:t>Draft </a:t>
          </a:r>
          <a:endParaRPr lang="en-US"/>
        </a:p>
      </dsp:txBody>
      <dsp:txXfrm rot="0">
        <a:off x="2602005" y="2183883"/>
        <a:ext cx="3365623" cy="1682555"/>
      </dsp:txXfrm>
    </dsp:sp>
  </dsp:spTree>
</dsp:drawing>
</file>

<file path=ppt/diagrams/layout1.xml><?xml version="1.0" encoding="utf-8"?>
<dgm:layoutDef xmlns:dgm="http://schemas.openxmlformats.org/drawingml/2006/diagram" xmlns:a="http://schemas.openxmlformats.org/drawingml/2006/main" xmlns:r="http://schemas.openxmlformats.org/officeDocument/2006/relationships" uniqueId="urn:microsoft.com/office/officeart/2005/8/layout/default">
  <dgm:title val=""/>
  <dgm:desc val=""/>
  <dgm:catLst>
    <dgm:cat type="list" pri="400"/>
  </dgm:catLst>
  <dgm:sampData>
    <dgm:dataModel>
      <dgm:ptLst>
        <dgm:pt modelId="0" type="doc"/>
        <dgm:pt modelId="1" type="node">
          <dgm:prSet phldr="1"/>
        </dgm:pt>
        <dgm:pt modelId="2" type="node">
          <dgm:prSet phldr="1"/>
        </dgm:pt>
        <dgm:pt modelId="3" type="node">
          <dgm:prSet phldr="1"/>
        </dgm:pt>
        <dgm:pt modelId="4" type="node">
          <dgm:prSet phldr="1"/>
        </dgm:pt>
        <dgm:pt modelId="5" type="node">
          <dgm:prSet phldr="1"/>
        </dgm:pt>
      </dgm:ptLst>
      <dgm:cxnLst>
        <dgm:cxn modelId="6" type="parOf" srcId="0" destId="1" srcOrd="0" destOrd="0"/>
        <dgm:cxn modelId="7" type="parOf" srcId="0" destId="2" srcOrd="1" destOrd="0"/>
        <dgm:cxn modelId="8" type="parOf" srcId="0" destId="3" srcOrd="2" destOrd="0"/>
        <dgm:cxn modelId="9" type="parOf" srcId="0" destId="4" srcOrd="3" destOrd="0"/>
        <dgm:cxn modelId="10" type="parOf" srcId="0" destId="5" srcOrd="4" destOrd="0"/>
      </dgm:cxnLst>
      <dgm:bg/>
      <dgm:whole/>
    </dgm:dataModel>
  </dgm:sampData>
  <dgm:styleData>
    <dgm:dataModel>
      <dgm:ptLst>
        <dgm:pt modelId="0" type="doc"/>
        <dgm:pt modelId="1" type="node"/>
        <dgm:pt modelId="2" type="node"/>
      </dgm:ptLst>
      <dgm:cxnLst>
        <dgm:cxn modelId="3" type="parOf" srcId="0" destId="1" srcOrd="0" destOrd="0"/>
        <dgm:cxn modelId="4" type="parOf" srcId="0" destId="2" srcOrd="1" destOrd="0"/>
      </dgm:cxnLst>
      <dgm:bg/>
      <dgm:whole/>
    </dgm:dataModel>
  </dgm:styleData>
  <dgm:clrData>
    <dgm:dataModel>
      <dgm:ptLst>
        <dgm:pt modelId="0" type="doc"/>
        <dgm:pt modelId="1" type="node"/>
        <dgm:pt modelId="2" type="node"/>
        <dgm:pt modelId="3" type="node"/>
        <dgm:pt modelId="4" type="node"/>
        <dgm:pt modelId="5" type="node"/>
        <dgm:pt modelId="6" type="node"/>
      </dgm:ptLst>
      <dgm:cxnLst>
        <dgm:cxn modelId="7" type="parOf" srcId="0" destId="1" srcOrd="0" destOrd="0"/>
        <dgm:cxn modelId="8" type="parOf" srcId="0" destId="2" srcOrd="1" destOrd="0"/>
        <dgm:cxn modelId="9" type="parOf" srcId="0" destId="3" srcOrd="2" destOrd="0"/>
        <dgm:cxn modelId="10" type="parOf" srcId="0" destId="4" srcOrd="3" destOrd="0"/>
        <dgm:cxn modelId="11" type="parOf" srcId="0" destId="5" srcOrd="4" destOrd="0"/>
        <dgm:cxn modelId="12" type="parOf" srcId="0" destId="6" srcOrd="5" destOrd="0"/>
      </dgm:cxnLst>
      <dgm:bg/>
      <dgm:whole/>
    </dgm:dataModel>
  </dgm:clrData>
  <dgm:layoutNode name="diagram">
    <dgm:shape rot="0.000000" type="none" r:blip="" blipPhldr="0" lkTxEntry="0" zOrderOff="0" hideGeom="0">
      <dgm:adjLst/>
    </dgm:shape>
    <dgm:presOf/>
    <dgm:constrLst>
      <dgm:constr type="w" for="ch" forName="node" ptType="all" refPtType="all" refType="w" refFor="self" op="none" fact="1.000000" val="0"/>
      <dgm:constr type="h" for="ch" forName="node" ptType="all" refPtType="all" refType="w" refFor="ch" refForName="node" op="none" fact="0.600000" val="0"/>
      <dgm:constr type="w" for="ch" forName="sibTrans" ptType="all" refPtType="all" refType="w" refFor="ch" refForName="node" op="none" fact="0.100000" val="0"/>
      <dgm:constr type="sp" for="self" ptType="all" refPtType="all" refType="w" refFor="ch" refForName="sibTrans" op="none" fact="1.000000" val="0"/>
      <dgm:constr type="primFontSz" for="ch" forName="node" ptType="all" refPtType="all" refType="none" refFor="self" op="equ" fact="1.000000" val="65"/>
    </dgm:constrLst>
    <dgm:ruleLst/>
    <dgm:varLst>
      <dgm:dir val="norm"/>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forEach name="Name3" axis="ch" ptType="node">
      <dgm:layoutNode name="node">
        <dgm:alg type="tx"/>
        <dgm:shape rot="0.000000" type="rect" r:blip="" blipPhldr="0" lkTxEntry="0" zOrderOff="0" hideGeom="0">
          <dgm:adjLst/>
        </dgm:shape>
        <dgm:presOf axis="desOrSelf" ptType="node"/>
        <dgm:constrLst>
          <dgm:constr type="lMarg" for="self" ptType="all" refPtType="all" refType="primFontSz" refFor="self" op="none" fact="0.300000" val="0"/>
          <dgm:constr type="rMarg" for="self" ptType="all" refPtType="all" refType="primFontSz" refFor="self" op="none" fact="0.300000" val="0"/>
          <dgm:constr type="tMarg" for="self" ptType="all" refPtType="all" refType="primFontSz" refFor="self" op="none" fact="0.300000" val="0"/>
          <dgm:constr type="bMarg" for="self" ptType="all" refPtType="all" refType="primFontSz" refFor="self" op="none" fact="0.300000" val="0"/>
        </dgm:constrLst>
        <dgm:ruleLst>
          <dgm:rule type="primFontSz" for="self" ptType="all" val="5" fact="NaN" max="NaN"/>
        </dgm:ruleLst>
        <dgm:varLst>
          <dgm:bulletEnabled val="1"/>
        </dgm:varLst>
      </dgm:layoutNode>
      <dgm:forEach name="Name4" axis="followSib" ptType="sibTrans" cnt="1">
        <dgm:layoutNode name="sibTrans">
          <dgm:alg type="sp"/>
          <dgm:shape rot="0.000000" type="none" r:blip="" blipPhldr="0" lkTxEntry="0" zOrderOff="0" hideGeom="0">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xmlns:r="http://schemas.openxmlformats.org/officeDocument/2006/relationships" uniqueId="urn:microsoft.com/office/officeart/2005/8/layout/vList6">
  <dgm:title val=""/>
  <dgm:desc val=""/>
  <dgm:catLst>
    <dgm:cat type="process" pri="22000"/>
    <dgm:cat type="list" pri="17000"/>
  </dgm:catLst>
  <dgm:sampData>
    <dgm:dataModel>
      <dgm:ptLst>
        <dgm:pt modelId="0" type="doc"/>
        <dgm:pt modelId="1" type="node">
          <dgm:prSet phldr="1"/>
        </dgm:pt>
        <dgm:pt modelId="11" type="node">
          <dgm:prSet phldr="1"/>
        </dgm:pt>
        <dgm:pt modelId="12" type="node">
          <dgm:prSet phldr="1"/>
        </dgm:pt>
        <dgm:pt modelId="2" type="node">
          <dgm:prSet phldr="1"/>
        </dgm:pt>
        <dgm:pt modelId="21" type="node">
          <dgm:prSet phldr="1"/>
        </dgm:pt>
        <dgm:pt modelId="22" type="node">
          <dgm:prSet phldr="1"/>
        </dgm:pt>
      </dgm:ptLst>
      <dgm:cxnLst>
        <dgm:cxn modelId="4" type="parOf" srcId="0" destId="1" srcOrd="0" destOrd="0"/>
        <dgm:cxn modelId="5" type="parOf" srcId="0" destId="2" srcOrd="1" destOrd="0"/>
        <dgm:cxn modelId="13" type="parOf" srcId="1" destId="11" srcOrd="0" destOrd="0"/>
        <dgm:cxn modelId="14" type="parOf" srcId="1" destId="12" srcOrd="0" destOrd="0"/>
        <dgm:cxn modelId="23" type="parOf" srcId="2" destId="21" srcOrd="0" destOrd="0"/>
        <dgm:cxn modelId="24" type="parOf" srcId="2" destId="22" srcOrd="0" destOrd="0"/>
      </dgm:cxnLst>
      <dgm:bg/>
      <dgm:whole/>
    </dgm:dataModel>
  </dgm:sampData>
  <dgm:styleData>
    <dgm:dataModel>
      <dgm:ptLst>
        <dgm:pt modelId="0" type="doc"/>
        <dgm:pt modelId="1" type="node"/>
        <dgm:pt modelId="2" type="node"/>
      </dgm:ptLst>
      <dgm:cxnLst>
        <dgm:cxn modelId="3" type="parOf" srcId="0" destId="1" srcOrd="0" destOrd="0"/>
        <dgm:cxn modelId="4" type="parOf" srcId="0" destId="2" srcOrd="1" destOrd="0"/>
      </dgm:cxnLst>
      <dgm:bg/>
      <dgm:whole/>
    </dgm:dataModel>
  </dgm:styleData>
  <dgm:clrData>
    <dgm:dataModel>
      <dgm:ptLst>
        <dgm:pt modelId="0" type="doc"/>
        <dgm:pt modelId="1" type="node"/>
        <dgm:pt modelId="2" type="node"/>
        <dgm:pt modelId="3" type="node"/>
        <dgm:pt modelId="4" type="node"/>
      </dgm:ptLst>
      <dgm:cxnLst>
        <dgm:cxn modelId="5" type="parOf" srcId="0" destId="1" srcOrd="0" destOrd="0"/>
        <dgm:cxn modelId="6" type="parOf" srcId="0" destId="2" srcOrd="1" destOrd="0"/>
        <dgm:cxn modelId="7" type="parOf" srcId="0" destId="3" srcOrd="2" destOrd="0"/>
        <dgm:cxn modelId="8" type="parOf" srcId="0" destId="4" srcOrd="3" destOrd="0"/>
      </dgm:cxnLst>
      <dgm:bg/>
      <dgm:whole/>
    </dgm:dataModel>
  </dgm:clrData>
  <dgm:layoutNode name="Name0">
    <dgm:alg type="lin">
      <dgm:param type="linDir" val="fromT"/>
    </dgm:alg>
    <dgm:shape rot="0.000000" type="none" r:blip="" blipPhldr="0" lkTxEntry="0" zOrderOff="0" hideGeom="0">
      <dgm:adjLst/>
    </dgm:shape>
    <dgm:presOf/>
    <dgm:constrLst>
      <dgm:constr type="w" for="ch" forName="linNode" ptType="all" refPtType="all" refType="w" refFor="self" op="none" fact="1.000000" val="0"/>
      <dgm:constr type="h" for="ch" forName="linNode" ptType="all" refPtType="all" refType="h" refFor="self" op="none" fact="1.000000" val="0"/>
      <dgm:constr type="h" for="ch" forName="spacing" ptType="all" refPtType="all" refType="h" refFor="ch" refForName="linNode" op="none" fact="0.100000" val="0"/>
      <dgm:constr type="primFontSz" for="des" forName="parentShp" ptType="all" refPtType="all" refType="none" refFor="self" op="equ" fact="1.000000" val="65"/>
      <dgm:constr type="primFontSz" for="des" forName="childShp" ptType="all" refPtType="all" refType="none" refFor="self" op="equ" fact="1.000000" val="65"/>
    </dgm:constrLst>
    <dgm:ruleLst/>
    <dgm:varLst>
      <dgm:dir val="norm"/>
      <dgm:animLvl val="lvl"/>
      <dgm:resizeHandles val="exact"/>
    </dgm:varLst>
    <dgm:forEach name="Name1" axis="ch" ptType="node">
      <dgm:layoutNode name="linNode">
        <dgm:shape rot="0.000000" type="none" r:blip="" blipPhldr="0" lkTxEntry="0" zOrderOff="0" hideGeom="0">
          <dgm:adjLst/>
        </dgm:shape>
        <dgm:presOf/>
        <dgm:ruleLst/>
        <dgm:choose name="Name2">
          <dgm:if name="Name3" func="var" arg="dir" op="equ" val="norm">
            <dgm:alg type="lin">
              <dgm:param type="linDir" val="fromL"/>
            </dgm:alg>
          </dgm:if>
          <dgm:else name="Name4">
            <dgm:alg type="lin">
              <dgm:param type="linDir" val="fromR"/>
            </dgm:alg>
          </dgm:else>
        </dgm:choose>
        <dgm:choose name="Name5">
          <dgm:if name="Name6" func="var" arg="dir" op="equ" val="norm">
            <dgm:constrLst>
              <dgm:constr type="w" for="ch" forName="parentShp" ptType="all" refPtType="all" refType="w" refFor="self" op="none" fact="0.400000" val="0"/>
              <dgm:constr type="h" for="ch" forName="parentShp" ptType="all" refPtType="all" refType="h" refFor="self" op="none" fact="1.000000" val="0"/>
              <dgm:constr type="w" for="ch" forName="childShp" ptType="all" refPtType="all" refType="w" refFor="self" op="none" fact="0.600000" val="0"/>
              <dgm:constr type="h" for="ch" forName="childShp" ptType="all" refPtType="all" refType="h" refFor="ch" refForName="parentShp" op="none" fact="1.000000" val="0"/>
            </dgm:constrLst>
          </dgm:if>
          <dgm:else name="Name7">
            <dgm:constrLst>
              <dgm:constr type="w" for="ch" forName="parentShp" ptType="all" refPtType="all" refType="w" refFor="self" op="none" fact="0.400000" val="0"/>
              <dgm:constr type="h" for="ch" forName="parentShp" ptType="all" refPtType="all" refType="h" refFor="self" op="none" fact="1.000000" val="0"/>
              <dgm:constr type="w" for="ch" forName="childShp" ptType="all" refPtType="all" refType="w" refFor="self" op="none" fact="0.600000" val="0"/>
              <dgm:constr type="h" for="ch" forName="childShp" ptType="all" refPtType="all" refType="h" refFor="ch" refForName="parentShp" op="none" fact="1.000000" val="0"/>
            </dgm:constrLst>
          </dgm:else>
        </dgm:choose>
        <dgm:layoutNode name="parentShp" styleLbl="node1">
          <dgm:alg type="tx"/>
          <dgm:shape rot="0.000000" type="roundRect" r:blip="" blipPhldr="0" lkTxEntry="0" zOrderOff="0" hideGeom="0">
            <dgm:adjLst/>
          </dgm:shape>
          <dgm:presOf axis="self" ptType="node"/>
          <dgm:constrLst>
            <dgm:constr type="tMarg" for="self" ptType="all" refPtType="all" refType="primFontSz" refFor="self" op="none" fact="0.150000" val="0"/>
            <dgm:constr type="bMarg" for="self" ptType="all" refPtType="all" refType="primFontSz" refFor="self" op="none" fact="0.150000" val="0"/>
            <dgm:constr type="lMarg" for="self" ptType="all" refPtType="all" refType="primFontSz" refFor="self" op="none" fact="0.300000" val="0"/>
            <dgm:constr type="rMarg" for="self" ptType="all" refPtType="all" refType="primFontSz" refFor="self" op="none" fact="0.300000" val="0"/>
          </dgm:constrLst>
          <dgm:ruleLst>
            <dgm:rule type="primFontSz" for="self" ptType="all" val="5" fact="NaN" max="NaN"/>
          </dgm:ruleLst>
          <dgm:varLst>
            <dgm:bulletEnabled val="1"/>
          </dgm:varLst>
        </dgm:layoutNode>
        <dgm:layoutNode name="childShp" styleLbl="bgAccFollowNode1">
          <dgm:alg type="tx">
            <dgm:param type="stBulletLvl" val="1"/>
          </dgm:alg>
          <dgm:presOf axis="des" ptType="node"/>
          <dgm:constrLst>
            <dgm:constr type="secFontSz" for="self" ptType="all" refPtType="all" refType="primFontSz" refFor="self" op="none" fact="1.000000" val="0"/>
            <dgm:constr type="tMarg" for="self" ptType="all" refPtType="all" refType="primFontSz" refFor="self" op="none" fact="0.050000" val="0"/>
            <dgm:constr type="bMarg" for="self" ptType="all" refPtType="all" refType="primFontSz" refFor="self" op="none" fact="0.050000" val="0"/>
            <dgm:constr type="lMarg" for="self" ptType="all" refPtType="all" refType="primFontSz" refFor="self" op="none" fact="0.050000" val="0"/>
            <dgm:constr type="rMarg" for="self" ptType="all" refPtType="all" refType="primFontSz" refFor="self" op="none" fact="0.050000" val="0"/>
          </dgm:constrLst>
          <dgm:ruleLst>
            <dgm:rule type="primFontSz" for="self" ptType="all" val="5" fact="NaN" max="NaN"/>
          </dgm:ruleLst>
          <dgm:varLst>
            <dgm:bulletEnabled val="1"/>
          </dgm:varLst>
          <dgm:choose name="Name8">
            <dgm:if name="Name9" func="var" arg="dir" op="equ" val="norm">
              <dgm:shape rot="0.000000" type="rightArrow" r:blip="" blipPhldr="0" lkTxEntry="0" zOrderOff="-2" hideGeom="0">
                <dgm:adjLst>
                  <dgm:adj idx="1" val="0.750000"/>
                </dgm:adjLst>
              </dgm:shape>
            </dgm:if>
            <dgm:else name="Name10">
              <dgm:shape rot="180.000000" type="rightArrow" r:blip="" blipPhldr="0" lkTxEntry="0" zOrderOff="-2" hideGeom="0">
                <dgm:adjLst>
                  <dgm:adj idx="1" val="0.750000"/>
                </dgm:adjLst>
              </dgm:shape>
            </dgm:else>
          </dgm:choose>
        </dgm:layoutNode>
      </dgm:layoutNode>
      <dgm:forEach name="Name11" axis="followSib" ptType="sibTrans" cnt="1">
        <dgm:layoutNode name="spacing">
          <dgm:alg type="sp"/>
          <dgm:shape rot="0.000000" type="none" r:blip="" blipPhldr="0" lkTxEntry="0" zOrderOff="0" hideGeom="0">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xmlns:r="http://schemas.openxmlformats.org/officeDocument/2006/relationships" uniqueId="urn:microsoft.com/office/officeart/2009/layout/CircleArrowProcess">
  <dgm:title val=""/>
  <dgm:desc val=""/>
  <dgm:catLst>
    <dgm:cat type="process" pri="16500"/>
    <dgm:cat type="cycle" pri="16000"/>
  </dgm:catLst>
  <dgm:sampData>
    <dgm:dataModel>
      <dgm:ptLst>
        <dgm:pt modelId="0" type="doc"/>
        <dgm:pt modelId="10" type="node">
          <dgm:prSet phldr="1"/>
        </dgm:pt>
        <dgm:pt modelId="20" type="node">
          <dgm:prSet phldr="1"/>
        </dgm:pt>
        <dgm:pt modelId="30" type="node">
          <dgm:prSet phldr="1"/>
        </dgm:pt>
      </dgm:ptLst>
      <dgm:cxnLst>
        <dgm:cxn modelId="40" type="parOf" srcId="0" destId="10" srcOrd="0" destOrd="0"/>
        <dgm:cxn modelId="50" type="parOf" srcId="0" destId="20" srcOrd="1" destOrd="0"/>
        <dgm:cxn modelId="60" type="parOf" srcId="0" destId="30" srcOrd="2" destOrd="0"/>
      </dgm:cxnLst>
      <dgm:bg/>
      <dgm:whole/>
    </dgm:dataModel>
  </dgm:sampData>
  <dgm:styleData>
    <dgm:dataModel>
      <dgm:ptLst>
        <dgm:pt modelId="0" type="doc"/>
        <dgm:pt modelId="10" type="node">
          <dgm:prSet phldr="1"/>
        </dgm:pt>
        <dgm:pt modelId="20" type="node">
          <dgm:prSet phldr="1"/>
        </dgm:pt>
      </dgm:ptLst>
      <dgm:cxnLst>
        <dgm:cxn modelId="30" type="parOf" srcId="0" destId="10" srcOrd="0" destOrd="0"/>
        <dgm:cxn modelId="40" type="parOf" srcId="0" destId="20" srcOrd="1" destOrd="0"/>
      </dgm:cxnLst>
      <dgm:bg/>
      <dgm:whole/>
    </dgm:dataModel>
  </dgm:styleData>
  <dgm:clrData>
    <dgm:dataModel>
      <dgm:ptLst>
        <dgm:pt modelId="0" type="doc"/>
        <dgm:pt modelId="10" type="node">
          <dgm:prSet phldr="1"/>
        </dgm:pt>
        <dgm:pt modelId="20" type="node">
          <dgm:prSet phldr="1"/>
        </dgm:pt>
        <dgm:pt modelId="30" type="node">
          <dgm:prSet phldr="1"/>
        </dgm:pt>
        <dgm:pt modelId="40" type="node">
          <dgm:prSet phldr="1"/>
        </dgm:pt>
      </dgm:ptLst>
      <dgm:cxnLst>
        <dgm:cxn modelId="50" type="parOf" srcId="0" destId="10" srcOrd="0" destOrd="0"/>
        <dgm:cxn modelId="60" type="parOf" srcId="0" destId="20" srcOrd="1" destOrd="0"/>
        <dgm:cxn modelId="70" type="parOf" srcId="0" destId="30" srcOrd="2" destOrd="0"/>
        <dgm:cxn modelId="80" type="parOf" srcId="0" destId="40" srcOrd="3" destOrd="0"/>
      </dgm:cxnLst>
      <dgm:bg/>
      <dgm:whole/>
    </dgm:dataModel>
  </dgm:clrData>
  <dgm:layoutNode name="Name0">
    <dgm:shape rot="0.000000" type="none" r:blip="" blipPhldr="0" lkTxEntry="0" zOrderOff="0" hideGeom="0">
      <dgm:adjLst/>
    </dgm:shape>
    <dgm:varLst>
      <dgm:chMax val="7"/>
      <dgm:chPref val="7"/>
      <dgm:dir val="norm"/>
      <dgm:animLvl val="lvl"/>
    </dgm:varLst>
    <dgm:choose name="Name1">
      <dgm:if name="Name2" func="var" arg="dir" op="equ" val="norm">
        <dgm:choose name="Name3">
          <dgm:if name="Name4" axis="ch" ptType="node" func="cnt" arg="none" op="equ" val="1">
            <dgm:alg type="composite">
              <dgm:param type="ar" val="1.5999"/>
            </dgm:alg>
            <dgm:constrLst>
              <dgm:constr type="primFontSz" for="des" forName="Child1" ptType="all" refPtType="all" refType="none" refFor="self" op="none" fact="1.000000" val="65"/>
              <dgm:constr type="primFontSz" for="des" forName="Parent1" ptType="all" refPtType="all" refType="none" refFor="self" op="none" fact="1.000000" val="65"/>
              <dgm:constr type="primFontSz" for="des" forName="Child1" ptType="all" refPtType="all" refType="primFontSz" refFor="des" refForName="Parent1" op="lte" fact="1.000000" val="0"/>
              <dgm:constr type="l" for="ch" forName="Child1" ptType="all" refPtType="all" refType="w" refFor="self" op="none" fact="0.625000" val="0"/>
              <dgm:constr type="t" for="ch" forName="Child1" ptType="all" refPtType="all" refType="h" refFor="self" op="none" fact="0.298100" val="0"/>
              <dgm:constr type="w" for="ch" forName="Child1" ptType="all" refPtType="all" refType="w" refFor="self" op="none" fact="0.375000" val="0"/>
              <dgm:constr type="h" for="ch" forName="Child1" ptType="all" refPtType="all" refType="h" refFor="self" op="none" fact="0.400100" val="0"/>
              <dgm:constr type="l" for="ch" forName="Accent1" ptType="all" refPtType="all" refType="w" refFor="self" op="none" fact="0.000000" val="0"/>
              <dgm:constr type="t" for="ch" forName="Accent1" ptType="all" refPtType="all" refType="h" refFor="self" op="none" fact="0.000000" val="0"/>
              <dgm:constr type="w" for="ch" forName="Accent1" ptType="all" refPtType="all" refType="w" refFor="self" op="none" fact="0.624900" val="0"/>
              <dgm:constr type="h" for="ch" forName="Accent1" ptType="all" refPtType="all" refType="h" refFor="self" op="none" fact="1.000000" val="0"/>
              <dgm:constr type="l" for="ch" forName="Parent1" ptType="all" refPtType="all" refType="w" refFor="self" op="none" fact="0.138000" val="0"/>
              <dgm:constr type="t" for="ch" forName="Parent1" ptType="all" refPtType="all" refType="h" refFor="self" op="none" fact="0.362000" val="0"/>
              <dgm:constr type="w" for="ch" forName="Parent1" ptType="all" refPtType="all" refType="w" refFor="self" op="none" fact="0.348700" val="0"/>
              <dgm:constr type="h" for="ch" forName="Parent1" ptType="all" refPtType="all" refType="h" refFor="self" op="none" fact="0.278900" val="0"/>
            </dgm:constrLst>
          </dgm:if>
          <dgm:if name="Name5" axis="ch" ptType="node" func="cnt" arg="none" op="equ" val="2">
            <dgm:alg type="composite">
              <dgm:param type="ar" val="1.2026"/>
            </dgm:alg>
            <dgm:constrLst>
              <dgm:constr type="primFontSz" for="des" forName="Child1" ptType="all" refPtType="all" refType="none" refFor="self" op="none" fact="1.000000" val="65"/>
              <dgm:constr type="primFontSz" for="des" forName="Parent1" ptType="all" refPtType="all" refType="none" refFor="self" op="none" fact="1.000000" val="65"/>
              <dgm:constr type="primFontSz" for="des" forName="Child1" ptType="all" refPtType="all" refType="primFontSz" refFor="des" refForName="Parent1" op="lte" fact="1.000000" val="0"/>
              <dgm:constr type="primFontSz" for="des" forName="Child2" ptType="all" refPtType="all" refType="primFontSz" refFor="des" refForName="Parent1" op="lte" fact="1.000000" val="0"/>
              <dgm:constr type="primFontSz" for="des" forName="Child1" ptType="all" refPtType="all" refType="primFontSz" refFor="des" refForName="Parent2" op="lte" fact="1.000000" val="0"/>
              <dgm:constr type="primFontSz" for="des" forName="Child2" ptType="all" refPtType="all" refType="primFontSz" refFor="des" refForName="Parent2" op="lte" fact="1.000000" val="0"/>
              <dgm:constr type="primFontSz" for="des" forName="Parent2" ptType="all" refPtType="all" refType="primFontSz" refFor="des" refForName="Parent1" op="equ" fact="1.000000" val="0"/>
              <dgm:constr type="primFontSz" for="des" forName="Child2" ptType="all" refPtType="all" refType="primFontSz" refFor="des" refForName="Child1" op="equ" fact="1.000000" val="0"/>
              <dgm:constr type="l" for="ch" forName="Accent1" ptType="all" refPtType="all" refType="w" refFor="self" op="none" fact="0.114400" val="0"/>
              <dgm:constr type="t" for="ch" forName="Accent1" ptType="all" refPtType="all" refType="h" refFor="self" op="none" fact="0.000000" val="0"/>
              <dgm:constr type="w" for="ch" forName="Accent1" ptType="all" refPtType="all" refType="w" refFor="self" op="none" fact="0.554200" val="0"/>
              <dgm:constr type="h" for="ch" forName="Accent1" ptType="all" refPtType="all" refType="h" refFor="self" op="none" fact="0.666500" val="0"/>
              <dgm:constr type="l" for="ch" forName="Parent1" ptType="all" refPtType="all" refType="w" refFor="self" op="none" fact="0.236800" val="0"/>
              <dgm:constr type="t" for="ch" forName="Parent1" ptType="all" refPtType="all" refType="h" refFor="self" op="none" fact="0.241300" val="0"/>
              <dgm:constr type="w" for="ch" forName="Parent1" ptType="all" refPtType="all" refType="w" refFor="self" op="none" fact="0.309200" val="0"/>
              <dgm:constr type="h" for="ch" forName="Parent1" ptType="all" refPtType="all" refType="h" refFor="self" op="none" fact="0.185900" val="0"/>
              <dgm:constr type="l" for="ch" forName="Parent2" ptType="all" refPtType="all" refType="w" refFor="self" op="none" fact="0.082200" val="0"/>
              <dgm:constr type="t" for="ch" forName="Parent2" ptType="all" refPtType="all" refType="h" refFor="self" op="none" fact="0.625000" val="0"/>
              <dgm:constr type="w" for="ch" forName="Parent2" ptType="all" refPtType="all" refType="w" refFor="self" op="none" fact="0.309200" val="0"/>
              <dgm:constr type="h" for="ch" forName="Parent2" ptType="all" refPtType="all" refType="h" refFor="self" op="none" fact="0.185900" val="0"/>
              <dgm:constr type="l" for="ch" forName="Child1" ptType="all" refPtType="all" refType="w" refFor="self" op="none" fact="0.667800" val="0"/>
              <dgm:constr type="t" for="ch" forName="Child1" ptType="all" refPtType="all" refType="h" refFor="self" op="none" fact="0.197800" val="0"/>
              <dgm:constr type="w" for="ch" forName="Child1" ptType="all" refPtType="all" refType="w" refFor="self" op="none" fact="0.332200" val="0"/>
              <dgm:constr type="h" for="ch" forName="Child1" ptType="all" refPtType="all" refType="h" refFor="self" op="none" fact="0.265000" val="0"/>
              <dgm:constr type="l" for="ch" forName="Child2" ptType="all" refPtType="all" refType="w" refFor="self" op="none" fact="0.516400" val="0"/>
              <dgm:constr type="t" for="ch" forName="Child2" ptType="all" refPtType="all" refType="h" refFor="self" op="none" fact="0.585500" val="0"/>
              <dgm:constr type="w" for="ch" forName="Child2" ptType="all" refPtType="all" refType="w" refFor="self" op="none" fact="0.332200" val="0"/>
              <dgm:constr type="h" for="ch" forName="Child2" ptType="all" refPtType="all" refType="h" refFor="self" op="none" fact="0.265000" val="0"/>
              <dgm:constr type="l" for="ch" forName="Accent2" ptType="all" refPtType="all" refType="w" refFor="self" op="none" fact="0.000000" val="0"/>
              <dgm:constr type="t" for="ch" forName="Accent2" ptType="all" refPtType="all" refType="h" refFor="self" op="none" fact="0.427200" val="0"/>
              <dgm:constr type="w" for="ch" forName="Accent2" ptType="all" refPtType="all" refType="w" refFor="self" op="none" fact="0.476100" val="0"/>
              <dgm:constr type="h" for="ch" forName="Accent2" ptType="all" refPtType="all" refType="h" refFor="self" op="none" fact="0.572800" val="0"/>
            </dgm:constrLst>
          </dgm:if>
          <dgm:if name="Name6" axis="ch" ptType="node" func="cnt" arg="none" op="equ" val="3">
            <dgm:alg type="composite">
              <dgm:param type="ar" val="0.9039"/>
            </dgm:alg>
            <dgm:shape rot="0.000000" type="none" r:blip="" blipPhldr="0" lkTxEntry="0" zOrderOff="0" hideGeom="0">
              <dgm:adjLst/>
            </dgm:shape>
            <dgm:constrLst>
              <dgm:constr type="primFontSz" for="des" forName="Child1" ptType="all" refPtType="all" refType="none" refFor="self" op="none" fact="1.000000" val="65"/>
              <dgm:constr type="primFontSz" for="des" forName="Parent1" ptType="all" refPtType="all" refType="none" refFor="self" op="none" fact="1.000000" val="65"/>
              <dgm:constr type="primFontSz" for="des" forName="Child1" ptType="all" refPtType="all" refType="primFontSz" refFor="des" refForName="Parent1" op="lte" fact="1.000000" val="0"/>
              <dgm:constr type="primFontSz" for="des" forName="Child2" ptType="all" refPtType="all" refType="primFontSz" refFor="des" refForName="Parent1" op="lte" fact="1.000000" val="0"/>
              <dgm:constr type="primFontSz" for="des" forName="Child3" ptType="all" refPtType="all" refType="primFontSz" refFor="des" refForName="Parent1" op="lte" fact="1.000000" val="0"/>
              <dgm:constr type="primFontSz" for="des" forName="Child1" ptType="all" refPtType="all" refType="primFontSz" refFor="des" refForName="Parent2" op="lte" fact="1.000000" val="0"/>
              <dgm:constr type="primFontSz" for="des" forName="Child2" ptType="all" refPtType="all" refType="primFontSz" refFor="des" refForName="Parent2" op="lte" fact="1.000000" val="0"/>
              <dgm:constr type="primFontSz" for="des" forName="Child3" ptType="all" refPtType="all" refType="primFontSz" refFor="des" refForName="Parent2" op="lte" fact="1.000000" val="0"/>
              <dgm:constr type="primFontSz" for="des" forName="Child1" ptType="all" refPtType="all" refType="primFontSz" refFor="des" refForName="Parent3" op="lte" fact="1.000000" val="0"/>
              <dgm:constr type="primFontSz" for="des" forName="Child2" ptType="all" refPtType="all" refType="primFontSz" refFor="des" refForName="Parent3" op="lte" fact="1.000000" val="0"/>
              <dgm:constr type="primFontSz" for="des" forName="Child3" ptType="all" refPtType="all" refType="primFontSz" refFor="des" refForName="Parent3" op="lte" fact="1.000000" val="0"/>
              <dgm:constr type="primFontSz" for="des" forName="Parent2" ptType="all" refPtType="all" refType="primFontSz" refFor="des" refForName="Parent1" op="equ" fact="1.000000" val="0"/>
              <dgm:constr type="primFontSz" for="des" forName="Parent3" ptType="all" refPtType="all" refType="primFontSz" refFor="des" refForName="Parent1" op="equ" fact="1.000000" val="0"/>
              <dgm:constr type="primFontSz" for="des" forName="Child2" ptType="all" refPtType="all" refType="primFontSz" refFor="des" refForName="Child1" op="equ" fact="1.000000" val="0"/>
              <dgm:constr type="primFontSz" for="des" forName="Child3" ptType="all" refPtType="all" refType="primFontSz" refFor="des" refForName="Child1" op="equ" fact="1.000000" val="0"/>
              <dgm:constr type="l" for="ch" forName="Accent1" ptType="all" refPtType="all" refType="w" refFor="self" op="none" fact="0.147900" val="0"/>
              <dgm:constr type="t" for="ch" forName="Accent1" ptType="all" refPtType="all" refType="h" refFor="self" op="none" fact="0.000000" val="0"/>
              <dgm:constr type="w" for="ch" forName="Accent1" ptType="all" refPtType="all" refType="w" refFor="self" op="none" fact="0.532500" val="0"/>
              <dgm:constr type="h" for="ch" forName="Accent1" ptType="all" refPtType="all" refType="h" refFor="self" op="none" fact="0.481400" val="0"/>
              <dgm:constr type="l" for="ch" forName="Accent2" ptType="all" refPtType="all" refType="w" refFor="self" op="none" fact="0.000000" val="0"/>
              <dgm:constr type="t" for="ch" forName="Accent2" ptType="all" refPtType="all" refType="h" refFor="self" op="none" fact="0.276600" val="0"/>
              <dgm:constr type="w" for="ch" forName="Accent2" ptType="all" refPtType="all" refType="w" refFor="self" op="none" fact="0.532500" val="0"/>
              <dgm:constr type="h" for="ch" forName="Accent2" ptType="all" refPtType="all" refType="h" refFor="self" op="none" fact="0.481400" val="0"/>
              <dgm:constr type="l" for="ch" forName="Parent1" ptType="all" refPtType="all" refType="w" refFor="self" op="none" fact="0.265600" val="0"/>
              <dgm:constr type="t" for="ch" forName="Parent1" ptType="all" refPtType="all" refType="h" refFor="self" op="none" fact="0.173800" val="0"/>
              <dgm:constr type="w" for="ch" forName="Parent1" ptType="all" refPtType="all" refType="w" refFor="self" op="none" fact="0.295900" val="0"/>
              <dgm:constr type="h" for="ch" forName="Parent1" ptType="all" refPtType="all" refType="h" refFor="self" op="none" fact="0.133700" val="0"/>
              <dgm:constr type="l" for="ch" forName="Accent3" ptType="all" refPtType="all" refType="w" refFor="self" op="none" fact="0.185800" val="0"/>
              <dgm:constr type="t" for="ch" forName="Accent3" ptType="all" refPtType="all" refType="h" refFor="self" op="none" fact="0.586300" val="0"/>
              <dgm:constr type="w" for="ch" forName="Accent3" ptType="all" refPtType="all" refType="w" refFor="self" op="none" fact="0.457500" val="0"/>
              <dgm:constr type="h" for="ch" forName="Accent3" ptType="all" refPtType="all" refType="h" refFor="self" op="none" fact="0.413700" val="0"/>
              <dgm:constr type="l" for="ch" forName="Parent2" ptType="all" refPtType="all" refType="w" refFor="self" op="none" fact="0.118300" val="0"/>
              <dgm:constr type="t" for="ch" forName="Parent2" ptType="all" refPtType="all" refType="h" refFor="self" op="none" fact="0.452000" val="0"/>
              <dgm:constr type="w" for="ch" forName="Parent2" ptType="all" refPtType="all" refType="w" refFor="self" op="none" fact="0.295900" val="0"/>
              <dgm:constr type="h" for="ch" forName="Parent2" ptType="all" refPtType="all" refType="h" refFor="self" op="none" fact="0.133700" val="0"/>
              <dgm:constr type="l" for="ch" forName="Parent3" ptType="all" refPtType="all" refType="w" refFor="self" op="none" fact="0.266300" val="0"/>
              <dgm:constr type="t" for="ch" forName="Parent3" ptType="all" refPtType="all" refType="h" refFor="self" op="none" fact="0.730600" val="0"/>
              <dgm:constr type="w" for="ch" forName="Parent3" ptType="all" refPtType="all" refType="w" refFor="self" op="none" fact="0.295900" val="0"/>
              <dgm:constr type="h" for="ch" forName="Parent3" ptType="all" refPtType="all" refType="h" refFor="self" op="none" fact="0.133700" val="0"/>
              <dgm:constr type="l" for="ch" forName="Child2" ptType="all" refPtType="all" refType="w" refFor="self" op="none" fact="0.532500" val="0"/>
              <dgm:constr type="t" for="ch" forName="Child2" ptType="all" refPtType="all" refType="h" refFor="self" op="none" fact="0.421700" val="0"/>
              <dgm:constr type="w" for="ch" forName="Child2" ptType="all" refPtType="all" refType="w" refFor="self" op="none" fact="0.319500" val="0"/>
              <dgm:constr type="h" for="ch" forName="Child2" ptType="all" refPtType="all" refType="h" refFor="self" op="none" fact="0.192600" val="0"/>
              <dgm:constr type="l" for="ch" forName="Child1" ptType="all" refPtType="all" refType="w" refFor="self" op="none" fact="0.680500" val="0"/>
              <dgm:constr type="t" for="ch" forName="Child1" ptType="all" refPtType="all" refType="h" refFor="self" op="none" fact="0.143500" val="0"/>
              <dgm:constr type="w" for="ch" forName="Child1" ptType="all" refPtType="all" refType="w" refFor="self" op="none" fact="0.319500" val="0"/>
              <dgm:constr type="h" for="ch" forName="Child1" ptType="all" refPtType="all" refType="h" refFor="self" op="none" fact="0.192600" val="0"/>
              <dgm:constr type="l" for="ch" forName="Child3" ptType="all" refPtType="all" refType="w" refFor="self" op="none" fact="0.680500" val="0"/>
              <dgm:constr type="t" for="ch" forName="Child3" ptType="all" refPtType="all" refType="h" refFor="self" op="none" fact="0.699800" val="0"/>
              <dgm:constr type="w" for="ch" forName="Child3" ptType="all" refPtType="all" refType="w" refFor="self" op="none" fact="0.319500" val="0"/>
              <dgm:constr type="h" for="ch" forName="Child3" ptType="all" refPtType="all" refType="h" refFor="self" op="none" fact="0.192600" val="0"/>
            </dgm:constrLst>
          </dgm:if>
          <dgm:if name="Name7" axis="ch" ptType="node" func="cnt" arg="none" op="equ" val="4">
            <dgm:alg type="composite">
              <dgm:param type="ar" val="0.7073"/>
            </dgm:alg>
            <dgm:constrLst>
              <dgm:constr type="primFontSz" for="des" forName="Child1" ptType="all" refPtType="all" refType="none" refFor="self" op="none" fact="1.000000" val="65"/>
              <dgm:constr type="primFontSz" for="des" forName="Parent1" ptType="all" refPtType="all" refType="none" refFor="self" op="none" fact="1.000000" val="65"/>
              <dgm:constr type="primFontSz" for="des" forName="Child1" ptType="all" refPtType="all" refType="primFontSz" refFor="des" refForName="Parent1" op="lte" fact="1.000000" val="0"/>
              <dgm:constr type="primFontSz" for="des" forName="Child2" ptType="all" refPtType="all" refType="primFontSz" refFor="des" refForName="Parent1" op="lte" fact="1.000000" val="0"/>
              <dgm:constr type="primFontSz" for="des" forName="Child3" ptType="all" refPtType="all" refType="primFontSz" refFor="des" refForName="Parent1" op="lte" fact="1.000000" val="0"/>
              <dgm:constr type="primFontSz" for="des" forName="Child4" ptType="all" refPtType="all" refType="primFontSz" refFor="des" refForName="Parent1" op="lte" fact="1.000000" val="0"/>
              <dgm:constr type="primFontSz" for="des" forName="Child1" ptType="all" refPtType="all" refType="primFontSz" refFor="des" refForName="Parent2" op="lte" fact="1.000000" val="0"/>
              <dgm:constr type="primFontSz" for="des" forName="Child2" ptType="all" refPtType="all" refType="primFontSz" refFor="des" refForName="Parent2" op="lte" fact="1.000000" val="0"/>
              <dgm:constr type="primFontSz" for="des" forName="Child3" ptType="all" refPtType="all" refType="primFontSz" refFor="des" refForName="Parent2" op="lte" fact="1.000000" val="0"/>
              <dgm:constr type="primFontSz" for="des" forName="Child4" ptType="all" refPtType="all" refType="primFontSz" refFor="des" refForName="Parent2" op="lte" fact="1.000000" val="0"/>
              <dgm:constr type="primFontSz" for="des" forName="Child1" ptType="all" refPtType="all" refType="primFontSz" refFor="des" refForName="Parent3" op="lte" fact="1.000000" val="0"/>
              <dgm:constr type="primFontSz" for="des" forName="Child2" ptType="all" refPtType="all" refType="primFontSz" refFor="des" refForName="Parent3" op="lte" fact="1.000000" val="0"/>
              <dgm:constr type="primFontSz" for="des" forName="Child3" ptType="all" refPtType="all" refType="primFontSz" refFor="des" refForName="Parent3" op="lte" fact="1.000000" val="0"/>
              <dgm:constr type="primFontSz" for="des" forName="Child4" ptType="all" refPtType="all" refType="primFontSz" refFor="des" refForName="Parent3" op="lte" fact="1.000000" val="0"/>
              <dgm:constr type="primFontSz" for="des" forName="Child1" ptType="all" refPtType="all" refType="primFontSz" refFor="des" refForName="Parent4" op="lte" fact="1.000000" val="0"/>
              <dgm:constr type="primFontSz" for="des" forName="Child2" ptType="all" refPtType="all" refType="primFontSz" refFor="des" refForName="Parent4" op="lte" fact="1.000000" val="0"/>
              <dgm:constr type="primFontSz" for="des" forName="Child3" ptType="all" refPtType="all" refType="primFontSz" refFor="des" refForName="Parent4" op="lte" fact="1.000000" val="0"/>
              <dgm:constr type="primFontSz" for="des" forName="Child4" ptType="all" refPtType="all" refType="primFontSz" refFor="des" refForName="Parent4" op="lte" fact="1.000000" val="0"/>
              <dgm:constr type="primFontSz" for="des" forName="Parent2" ptType="all" refPtType="all" refType="primFontSz" refFor="des" refForName="Parent1" op="equ" fact="1.000000" val="0"/>
              <dgm:constr type="primFontSz" for="des" forName="Parent3" ptType="all" refPtType="all" refType="primFontSz" refFor="des" refForName="Parent1" op="equ" fact="1.000000" val="0"/>
              <dgm:constr type="primFontSz" for="des" forName="Parent4" ptType="all" refPtType="all" refType="primFontSz" refFor="des" refForName="Parent1" op="equ" fact="1.000000" val="0"/>
              <dgm:constr type="primFontSz" for="des" forName="Child2" ptType="all" refPtType="all" refType="primFontSz" refFor="des" refForName="Child1" op="equ" fact="1.000000" val="0"/>
              <dgm:constr type="primFontSz" for="des" forName="Child3" ptType="all" refPtType="all" refType="primFontSz" refFor="des" refForName="Child1" op="equ" fact="1.000000" val="0"/>
              <dgm:constr type="primFontSz" for="des" forName="Child4" ptType="all" refPtType="all" refType="primFontSz" refFor="des" refForName="Child1" op="equ" fact="1.000000" val="0"/>
              <dgm:constr type="l" for="ch" forName="Accent1" ptType="all" refPtType="all" refType="w" refFor="self" op="none" fact="0.148100" val="0"/>
              <dgm:constr type="t" for="ch" forName="Accent1" ptType="all" refPtType="all" refType="h" refFor="self" op="none" fact="0.000000" val="0"/>
              <dgm:constr type="w" for="ch" forName="Accent1" ptType="all" refPtType="all" refType="w" refFor="self" op="none" fact="0.533100" val="0"/>
              <dgm:constr type="h" for="ch" forName="Accent1" ptType="all" refPtType="all" refType="h" refFor="self" op="none" fact="0.377100" val="0"/>
              <dgm:constr type="l" for="ch" forName="Accent2" ptType="all" refPtType="all" refType="w" refFor="self" op="none" fact="0.000000" val="0"/>
              <dgm:constr type="t" for="ch" forName="Accent2" ptType="all" refPtType="all" refType="h" refFor="self" op="none" fact="0.216700" val="0"/>
              <dgm:constr type="w" for="ch" forName="Accent2" ptType="all" refPtType="all" refType="w" refFor="self" op="none" fact="0.533100" val="0"/>
              <dgm:constr type="h" for="ch" forName="Accent2" ptType="all" refPtType="all" refType="h" refFor="self" op="none" fact="0.377100" val="0"/>
              <dgm:constr type="l" for="ch" forName="Accent3" ptType="all" refPtType="all" refType="w" refFor="self" op="none" fact="0.148100" val="0"/>
              <dgm:constr type="t" for="ch" forName="Accent3" ptType="all" refPtType="all" refType="h" refFor="self" op="none" fact="0.434200" val="0"/>
              <dgm:constr type="w" for="ch" forName="Accent3" ptType="all" refPtType="all" refType="w" refFor="self" op="none" fact="0.533100" val="0"/>
              <dgm:constr type="h" for="ch" forName="Accent3" ptType="all" refPtType="all" refType="h" refFor="self" op="none" fact="0.377100" val="0"/>
              <dgm:constr type="l" for="ch" forName="Parent1" ptType="all" refPtType="all" refType="w" refFor="self" op="none" fact="0.265800" val="0"/>
              <dgm:constr type="t" for="ch" forName="Parent1" ptType="all" refPtType="all" refType="h" refFor="self" op="none" fact="0.136500" val="0"/>
              <dgm:constr type="w" for="ch" forName="Parent1" ptType="all" refPtType="all" refType="w" refFor="self" op="none" fact="0.297500" val="0"/>
              <dgm:constr type="h" for="ch" forName="Parent1" ptType="all" refPtType="all" refType="h" refFor="self" op="none" fact="0.105200" val="0"/>
              <dgm:constr type="l" for="ch" forName="Parent2" ptType="all" refPtType="all" refType="w" refFor="self" op="none" fact="0.117100" val="0"/>
              <dgm:constr type="t" for="ch" forName="Parent2" ptType="all" refPtType="all" refType="h" refFor="self" op="none" fact="0.353600" val="0"/>
              <dgm:constr type="w" for="ch" forName="Parent2" ptType="all" refPtType="all" refType="w" refFor="self" op="none" fact="0.297500" val="0"/>
              <dgm:constr type="h" for="ch" forName="Parent2" ptType="all" refPtType="all" refType="h" refFor="self" op="none" fact="0.105200" val="0"/>
              <dgm:constr type="l" for="ch" forName="Parent3" ptType="all" refPtType="all" refType="w" refFor="self" op="none" fact="0.265800" val="0"/>
              <dgm:constr type="t" for="ch" forName="Parent3" ptType="all" refPtType="all" refType="h" refFor="self" op="none" fact="0.570700" val="0"/>
              <dgm:constr type="w" for="ch" forName="Parent3" ptType="all" refPtType="all" refType="w" refFor="self" op="none" fact="0.297500" val="0"/>
              <dgm:constr type="h" for="ch" forName="Parent3" ptType="all" refPtType="all" refType="h" refFor="self" op="none" fact="0.105200" val="0"/>
              <dgm:constr type="l" for="ch" forName="Parent4" ptType="all" refPtType="all" refType="w" refFor="self" op="none" fact="0.117100" val="0"/>
              <dgm:constr type="t" for="ch" forName="Parent4" ptType="all" refPtType="all" refType="h" refFor="self" op="none" fact="0.787800" val="0"/>
              <dgm:constr type="w" for="ch" forName="Parent4" ptType="all" refPtType="all" refType="w" refFor="self" op="none" fact="0.297500" val="0"/>
              <dgm:constr type="h" for="ch" forName="Parent4" ptType="all" refPtType="all" refType="h" refFor="self" op="none" fact="0.105200" val="0"/>
              <dgm:constr type="l" for="ch" forName="Child1" ptType="all" refPtType="all" refType="w" refFor="self" op="none" fact="0.680400" val="0"/>
              <dgm:constr type="t" for="ch" forName="Child1" ptType="all" refPtType="all" refType="h" refFor="self" op="none" fact="0.111900" val="0"/>
              <dgm:constr type="w" for="ch" forName="Child1" ptType="all" refPtType="all" refType="w" refFor="self" op="none" fact="0.319600" val="0"/>
              <dgm:constr type="h" for="ch" forName="Child1" ptType="all" refPtType="all" refType="h" refFor="self" op="none" fact="0.150000" val="0"/>
              <dgm:constr type="l" for="ch" forName="Child2" ptType="all" refPtType="all" refType="w" refFor="self" op="none" fact="0.534800" val="0"/>
              <dgm:constr type="t" for="ch" forName="Child2" ptType="all" refPtType="all" refType="h" refFor="self" op="none" fact="0.331200" val="0"/>
              <dgm:constr type="w" for="ch" forName="Child2" ptType="all" refPtType="all" refType="w" refFor="self" op="none" fact="0.319600" val="0"/>
              <dgm:constr type="h" for="ch" forName="Child2" ptType="all" refPtType="all" refType="h" refFor="self" op="none" fact="0.150000" val="0"/>
              <dgm:constr type="l" for="ch" forName="Child3" ptType="all" refPtType="all" refType="w" refFor="self" op="none" fact="0.680400" val="0"/>
              <dgm:constr type="t" for="ch" forName="Child3" ptType="all" refPtType="all" refType="h" refFor="self" op="none" fact="0.546100" val="0"/>
              <dgm:constr type="w" for="ch" forName="Child3" ptType="all" refPtType="all" refType="w" refFor="self" op="none" fact="0.319600" val="0"/>
              <dgm:constr type="h" for="ch" forName="Child3" ptType="all" refPtType="all" refType="h" refFor="self" op="none" fact="0.150000" val="0"/>
              <dgm:constr type="l" for="ch" forName="Child4" ptType="all" refPtType="all" refType="w" refFor="self" op="none" fact="0.534800" val="0"/>
              <dgm:constr type="t" for="ch" forName="Child4" ptType="all" refPtType="all" refType="h" refFor="self" op="none" fact="0.763200" val="0"/>
              <dgm:constr type="w" for="ch" forName="Child4" ptType="all" refPtType="all" refType="w" refFor="self" op="none" fact="0.319600" val="0"/>
              <dgm:constr type="h" for="ch" forName="Child4" ptType="all" refPtType="all" refType="h" refFor="self" op="none" fact="0.150000" val="0"/>
              <dgm:constr type="l" for="ch" forName="Accent4" ptType="all" refPtType="all" refType="w" refFor="self" op="none" fact="0.038000" val="0"/>
              <dgm:constr type="t" for="ch" forName="Accent4" ptType="all" refPtType="all" refType="h" refFor="self" op="none" fact="0.675900" val="0"/>
              <dgm:constr type="w" for="ch" forName="Accent4" ptType="all" refPtType="all" refType="w" refFor="self" op="none" fact="0.458000" val="0"/>
              <dgm:constr type="h" for="ch" forName="Accent4" ptType="all" refPtType="all" refType="h" refFor="self" op="none" fact="0.324100" val="0"/>
            </dgm:constrLst>
          </dgm:if>
          <dgm:if name="Name8" axis="ch" ptType="node" func="cnt" arg="none" op="equ" val="5">
            <dgm:alg type="composite">
              <dgm:param type="ar" val="0.5811"/>
            </dgm:alg>
            <dgm:constrLst>
              <dgm:constr type="primFontSz" for="des" forName="Child1" ptType="all" refPtType="all" refType="none" refFor="self" op="none" fact="1.000000" val="65"/>
              <dgm:constr type="primFontSz" for="des" forName="Parent1" ptType="all" refPtType="all" refType="none" refFor="self" op="none" fact="1.000000" val="65"/>
              <dgm:constr type="primFontSz" for="des" forName="Child1" ptType="all" refPtType="all" refType="primFontSz" refFor="des" refForName="Parent1" op="lte" fact="1.000000" val="0"/>
              <dgm:constr type="primFontSz" for="des" forName="Child2" ptType="all" refPtType="all" refType="primFontSz" refFor="des" refForName="Parent1" op="lte" fact="1.000000" val="0"/>
              <dgm:constr type="primFontSz" for="des" forName="Child3" ptType="all" refPtType="all" refType="primFontSz" refFor="des" refForName="Parent1" op="lte" fact="1.000000" val="0"/>
              <dgm:constr type="primFontSz" for="des" forName="Child4" ptType="all" refPtType="all" refType="primFontSz" refFor="des" refForName="Parent1" op="lte" fact="1.000000" val="0"/>
              <dgm:constr type="primFontSz" for="des" forName="Child5" ptType="all" refPtType="all" refType="primFontSz" refFor="des" refForName="Parent1" op="lte" fact="1.000000" val="0"/>
              <dgm:constr type="primFontSz" for="des" forName="Child1" ptType="all" refPtType="all" refType="primFontSz" refFor="des" refForName="Parent2" op="lte" fact="1.000000" val="0"/>
              <dgm:constr type="primFontSz" for="des" forName="Child2" ptType="all" refPtType="all" refType="primFontSz" refFor="des" refForName="Parent2" op="lte" fact="1.000000" val="0"/>
              <dgm:constr type="primFontSz" for="des" forName="Child3" ptType="all" refPtType="all" refType="primFontSz" refFor="des" refForName="Parent2" op="lte" fact="1.000000" val="0"/>
              <dgm:constr type="primFontSz" for="des" forName="Child4" ptType="all" refPtType="all" refType="primFontSz" refFor="des" refForName="Parent2" op="lte" fact="1.000000" val="0"/>
              <dgm:constr type="primFontSz" for="des" forName="Child5" ptType="all" refPtType="all" refType="primFontSz" refFor="des" refForName="Parent2" op="lte" fact="1.000000" val="0"/>
              <dgm:constr type="primFontSz" for="des" forName="Child1" ptType="all" refPtType="all" refType="primFontSz" refFor="des" refForName="Parent3" op="lte" fact="1.000000" val="0"/>
              <dgm:constr type="primFontSz" for="des" forName="Child2" ptType="all" refPtType="all" refType="primFontSz" refFor="des" refForName="Parent3" op="lte" fact="1.000000" val="0"/>
              <dgm:constr type="primFontSz" for="des" forName="Child3" ptType="all" refPtType="all" refType="primFontSz" refFor="des" refForName="Parent3" op="lte" fact="1.000000" val="0"/>
              <dgm:constr type="primFontSz" for="des" forName="Child4" ptType="all" refPtType="all" refType="primFontSz" refFor="des" refForName="Parent3" op="lte" fact="1.000000" val="0"/>
              <dgm:constr type="primFontSz" for="des" forName="Child5" ptType="all" refPtType="all" refType="primFontSz" refFor="des" refForName="Parent3" op="lte" fact="1.000000" val="0"/>
              <dgm:constr type="primFontSz" for="des" forName="Child1" ptType="all" refPtType="all" refType="primFontSz" refFor="des" refForName="Parent4" op="lte" fact="1.000000" val="0"/>
              <dgm:constr type="primFontSz" for="des" forName="Child2" ptType="all" refPtType="all" refType="primFontSz" refFor="des" refForName="Parent4" op="lte" fact="1.000000" val="0"/>
              <dgm:constr type="primFontSz" for="des" forName="Child3" ptType="all" refPtType="all" refType="primFontSz" refFor="des" refForName="Parent4" op="lte" fact="1.000000" val="0"/>
              <dgm:constr type="primFontSz" for="des" forName="Child4" ptType="all" refPtType="all" refType="primFontSz" refFor="des" refForName="Parent4" op="lte" fact="1.000000" val="0"/>
              <dgm:constr type="primFontSz" for="des" forName="Child5" ptType="all" refPtType="all" refType="primFontSz" refFor="des" refForName="Parent4" op="lte" fact="1.000000" val="0"/>
              <dgm:constr type="primFontSz" for="des" forName="Child1" ptType="all" refPtType="all" refType="primFontSz" refFor="des" refForName="Parent5" op="lte" fact="1.000000" val="0"/>
              <dgm:constr type="primFontSz" for="des" forName="Child2" ptType="all" refPtType="all" refType="primFontSz" refFor="des" refForName="Parent5" op="lte" fact="1.000000" val="0"/>
              <dgm:constr type="primFontSz" for="des" forName="Child3" ptType="all" refPtType="all" refType="primFontSz" refFor="des" refForName="Parent5" op="lte" fact="1.000000" val="0"/>
              <dgm:constr type="primFontSz" for="des" forName="Child4" ptType="all" refPtType="all" refType="primFontSz" refFor="des" refForName="Parent5" op="lte" fact="1.000000" val="0"/>
              <dgm:constr type="primFontSz" for="des" forName="Child5" ptType="all" refPtType="all" refType="primFontSz" refFor="des" refForName="Parent5" op="lte" fact="1.000000" val="0"/>
              <dgm:constr type="primFontSz" for="des" forName="Parent2" ptType="all" refPtType="all" refType="primFontSz" refFor="des" refForName="Parent1" op="equ" fact="1.000000" val="0"/>
              <dgm:constr type="primFontSz" for="des" forName="Parent3" ptType="all" refPtType="all" refType="primFontSz" refFor="des" refForName="Parent1" op="equ" fact="1.000000" val="0"/>
              <dgm:constr type="primFontSz" for="des" forName="Parent4" ptType="all" refPtType="all" refType="primFontSz" refFor="des" refForName="Parent1" op="equ" fact="1.000000" val="0"/>
              <dgm:constr type="primFontSz" for="des" forName="Parent5" ptType="all" refPtType="all" refType="primFontSz" refFor="des" refForName="Parent1" op="equ" fact="1.000000" val="0"/>
              <dgm:constr type="primFontSz" for="des" forName="Child2" ptType="all" refPtType="all" refType="primFontSz" refFor="des" refForName="Child1" op="equ" fact="1.000000" val="0"/>
              <dgm:constr type="primFontSz" for="des" forName="Child3" ptType="all" refPtType="all" refType="primFontSz" refFor="des" refForName="Child1" op="equ" fact="1.000000" val="0"/>
              <dgm:constr type="primFontSz" for="des" forName="Child4" ptType="all" refPtType="all" refType="primFontSz" refFor="des" refForName="Child1" op="equ" fact="1.000000" val="0"/>
              <dgm:constr type="primFontSz" for="des" forName="Child5" ptType="all" refPtType="all" refType="primFontSz" refFor="des" refForName="Child1" op="equ" fact="1.000000" val="0"/>
              <dgm:constr type="l" for="ch" forName="Accent1" ptType="all" refPtType="all" refType="w" refFor="self" op="none" fact="0.148100" val="0"/>
              <dgm:constr type="t" for="ch" forName="Accent1" ptType="all" refPtType="all" refType="h" refFor="self" op="none" fact="0.000000" val="0"/>
              <dgm:constr type="w" for="ch" forName="Accent1" ptType="all" refPtType="all" refType="w" refFor="self" op="none" fact="0.533100" val="0"/>
              <dgm:constr type="h" for="ch" forName="Accent1" ptType="all" refPtType="all" refType="h" refFor="self" op="none" fact="0.309800" val="0"/>
              <dgm:constr type="l" for="ch" forName="Accent2" ptType="all" refPtType="all" refType="w" refFor="self" op="none" fact="0.000000" val="0"/>
              <dgm:constr type="t" for="ch" forName="Accent2" ptType="all" refPtType="all" refType="h" refFor="self" op="none" fact="0.178000" val="0"/>
              <dgm:constr type="w" for="ch" forName="Accent2" ptType="all" refPtType="all" refType="w" refFor="self" op="none" fact="0.533100" val="0"/>
              <dgm:constr type="h" for="ch" forName="Accent2" ptType="all" refPtType="all" refType="h" refFor="self" op="none" fact="0.309800" val="0"/>
              <dgm:constr type="l" for="ch" forName="Accent3" ptType="all" refPtType="all" refType="w" refFor="self" op="none" fact="0.148100" val="0"/>
              <dgm:constr type="t" for="ch" forName="Accent3" ptType="all" refPtType="all" refType="h" refFor="self" op="none" fact="0.356800" val="0"/>
              <dgm:constr type="w" for="ch" forName="Accent3" ptType="all" refPtType="all" refType="w" refFor="self" op="none" fact="0.533100" val="0"/>
              <dgm:constr type="h" for="ch" forName="Accent3" ptType="all" refPtType="all" refType="h" refFor="self" op="none" fact="0.309800" val="0"/>
              <dgm:constr type="l" for="ch" forName="Accent4" ptType="all" refPtType="all" refType="w" refFor="self" op="none" fact="0.000000" val="0"/>
              <dgm:constr type="t" for="ch" forName="Accent4" ptType="all" refPtType="all" refType="h" refFor="self" op="none" fact="0.535100" val="0"/>
              <dgm:constr type="w" for="ch" forName="Accent4" ptType="all" refPtType="all" refType="w" refFor="self" op="none" fact="0.533100" val="0"/>
              <dgm:constr type="h" for="ch" forName="Accent4" ptType="all" refPtType="all" refType="h" refFor="self" op="none" fact="0.309800" val="0"/>
              <dgm:constr type="l" for="ch" forName="Accent5" ptType="all" refPtType="all" refType="w" refFor="self" op="none" fact="0.186000" val="0"/>
              <dgm:constr type="t" for="ch" forName="Accent5" ptType="all" refPtType="all" refType="h" refFor="self" op="none" fact="0.733700" val="0"/>
              <dgm:constr type="w" for="ch" forName="Accent5" ptType="all" refPtType="all" refType="w" refFor="self" op="none" fact="0.458000" val="0"/>
              <dgm:constr type="h" for="ch" forName="Accent5" ptType="all" refPtType="all" refType="h" refFor="self" op="none" fact="0.266300" val="0"/>
              <dgm:constr type="l" for="ch" forName="Parent1" ptType="all" refPtType="all" refType="w" refFor="self" op="none" fact="0.265800" val="0"/>
              <dgm:constr type="t" for="ch" forName="Parent1" ptType="all" refPtType="all" refType="h" refFor="self" op="none" fact="0.112200" val="0"/>
              <dgm:constr type="w" for="ch" forName="Parent1" ptType="all" refPtType="all" refType="w" refFor="self" op="none" fact="0.297500" val="0"/>
              <dgm:constr type="h" for="ch" forName="Parent1" ptType="all" refPtType="all" refType="h" refFor="self" op="none" fact="0.086400" val="0"/>
              <dgm:constr type="l" for="ch" forName="Parent2" ptType="all" refPtType="all" refType="w" refFor="self" op="none" fact="0.117100" val="0"/>
              <dgm:constr type="t" for="ch" forName="Parent2" ptType="all" refPtType="all" refType="h" refFor="self" op="none" fact="0.290600" val="0"/>
              <dgm:constr type="w" for="ch" forName="Parent2" ptType="all" refPtType="all" refType="w" refFor="self" op="none" fact="0.297500" val="0"/>
              <dgm:constr type="h" for="ch" forName="Parent2" ptType="all" refPtType="all" refType="h" refFor="self" op="none" fact="0.086400" val="0"/>
              <dgm:constr type="l" for="ch" forName="Parent3" ptType="all" refPtType="all" refType="w" refFor="self" op="none" fact="0.265800" val="0"/>
              <dgm:constr type="t" for="ch" forName="Parent3" ptType="all" refPtType="all" refType="h" refFor="self" op="none" fact="0.468900" val="0"/>
              <dgm:constr type="w" for="ch" forName="Parent3" ptType="all" refPtType="all" refType="w" refFor="self" op="none" fact="0.297500" val="0"/>
              <dgm:constr type="h" for="ch" forName="Parent3" ptType="all" refPtType="all" refType="h" refFor="self" op="none" fact="0.086400" val="0"/>
              <dgm:constr type="l" for="ch" forName="Parent4" ptType="all" refPtType="all" refType="w" refFor="self" op="none" fact="0.117100" val="0"/>
              <dgm:constr type="t" for="ch" forName="Parent4" ptType="all" refPtType="all" refType="h" refFor="self" op="none" fact="0.647300" val="0"/>
              <dgm:constr type="w" for="ch" forName="Parent4" ptType="all" refPtType="all" refType="w" refFor="self" op="none" fact="0.297500" val="0"/>
              <dgm:constr type="h" for="ch" forName="Parent4" ptType="all" refPtType="all" refType="h" refFor="self" op="none" fact="0.086400" val="0"/>
              <dgm:constr type="l" for="ch" forName="Parent5" ptType="all" refPtType="all" refType="w" refFor="self" op="none" fact="0.265800" val="0"/>
              <dgm:constr type="t" for="ch" forName="Parent5" ptType="all" refPtType="all" refType="h" refFor="self" op="none" fact="0.825700" val="0"/>
              <dgm:constr type="w" for="ch" forName="Parent5" ptType="all" refPtType="all" refType="w" refFor="self" op="none" fact="0.297500" val="0"/>
              <dgm:constr type="h" for="ch" forName="Parent5" ptType="all" refPtType="all" refType="h" refFor="self" op="none" fact="0.086400" val="0"/>
              <dgm:constr type="l" for="ch" forName="Child1" ptType="all" refPtType="all" refType="w" refFor="self" op="none" fact="0.680400" val="0"/>
              <dgm:constr type="t" for="ch" forName="Child1" ptType="all" refPtType="all" refType="h" refFor="self" op="none" fact="0.091900" val="0"/>
              <dgm:constr type="w" for="ch" forName="Child1" ptType="all" refPtType="all" refType="w" refFor="self" op="none" fact="0.319600" val="0"/>
              <dgm:constr type="h" for="ch" forName="Child1" ptType="all" refPtType="all" refType="h" refFor="self" op="none" fact="0.123200" val="0"/>
              <dgm:constr type="l" for="ch" forName="Child2" ptType="all" refPtType="all" refType="w" refFor="self" op="none" fact="0.534800" val="0"/>
              <dgm:constr type="t" for="ch" forName="Child2" ptType="all" refPtType="all" refType="h" refFor="self" op="none" fact="0.272200" val="0"/>
              <dgm:constr type="w" for="ch" forName="Child2" ptType="all" refPtType="all" refType="w" refFor="self" op="none" fact="0.319600" val="0"/>
              <dgm:constr type="h" for="ch" forName="Child2" ptType="all" refPtType="all" refType="h" refFor="self" op="none" fact="0.123200" val="0"/>
              <dgm:constr type="l" for="ch" forName="Child3" ptType="all" refPtType="all" refType="w" refFor="self" op="none" fact="0.680400" val="0"/>
              <dgm:constr type="t" for="ch" forName="Child3" ptType="all" refPtType="all" refType="h" refFor="self" op="none" fact="0.448700" val="0"/>
              <dgm:constr type="w" for="ch" forName="Child3" ptType="all" refPtType="all" refType="w" refFor="self" op="none" fact="0.319600" val="0"/>
              <dgm:constr type="h" for="ch" forName="Child3" ptType="all" refPtType="all" refType="h" refFor="self" op="none" fact="0.123200" val="0"/>
              <dgm:constr type="l" for="ch" forName="Child4" ptType="all" refPtType="all" refType="w" refFor="self" op="none" fact="0.534800" val="0"/>
              <dgm:constr type="t" for="ch" forName="Child4" ptType="all" refPtType="all" refType="h" refFor="self" op="none" fact="0.627100" val="0"/>
              <dgm:constr type="w" for="ch" forName="Child4" ptType="all" refPtType="all" refType="w" refFor="self" op="none" fact="0.319600" val="0"/>
              <dgm:constr type="h" for="ch" forName="Child4" ptType="all" refPtType="all" refType="h" refFor="self" op="none" fact="0.123200" val="0"/>
              <dgm:constr type="l" for="ch" forName="Child5" ptType="all" refPtType="all" refType="w" refFor="self" op="none" fact="0.680400" val="0"/>
              <dgm:constr type="t" for="ch" forName="Child5" ptType="all" refPtType="all" refType="h" refFor="self" op="none" fact="0.807300" val="0"/>
              <dgm:constr type="w" for="ch" forName="Child5" ptType="all" refPtType="all" refType="w" refFor="self" op="none" fact="0.319600" val="0"/>
              <dgm:constr type="h" for="ch" forName="Child5" ptType="all" refPtType="all" refType="h" refFor="self" op="none" fact="0.123200" val="0"/>
            </dgm:constrLst>
          </dgm:if>
          <dgm:if name="Name9" axis="ch" ptType="node" func="cnt" arg="none" op="equ" val="6">
            <dgm:alg type="composite">
              <dgm:param type="ar" val="0.4931"/>
            </dgm:alg>
            <dgm:constrLst>
              <dgm:constr type="primFontSz" for="des" forName="Child1" ptType="all" refPtType="all" refType="none" refFor="self" op="none" fact="1.000000" val="65"/>
              <dgm:constr type="primFontSz" for="des" forName="Parent1" ptType="all" refPtType="all" refType="none" refFor="self" op="none" fact="1.000000" val="65"/>
              <dgm:constr type="primFontSz" for="des" forName="Child1" ptType="all" refPtType="all" refType="primFontSz" refFor="des" refForName="Parent1" op="lte" fact="1.000000" val="0"/>
              <dgm:constr type="primFontSz" for="des" forName="Child2" ptType="all" refPtType="all" refType="primFontSz" refFor="des" refForName="Parent1" op="lte" fact="1.000000" val="0"/>
              <dgm:constr type="primFontSz" for="des" forName="Child3" ptType="all" refPtType="all" refType="primFontSz" refFor="des" refForName="Parent1" op="lte" fact="1.000000" val="0"/>
              <dgm:constr type="primFontSz" for="des" forName="Child4" ptType="all" refPtType="all" refType="primFontSz" refFor="des" refForName="Parent1" op="lte" fact="1.000000" val="0"/>
              <dgm:constr type="primFontSz" for="des" forName="Child5" ptType="all" refPtType="all" refType="primFontSz" refFor="des" refForName="Parent1" op="lte" fact="1.000000" val="0"/>
              <dgm:constr type="primFontSz" for="des" forName="Child6" ptType="all" refPtType="all" refType="primFontSz" refFor="des" refForName="Parent1" op="lte" fact="1.000000" val="0"/>
              <dgm:constr type="primFontSz" for="des" forName="Child1" ptType="all" refPtType="all" refType="primFontSz" refFor="des" refForName="Parent2" op="lte" fact="1.000000" val="0"/>
              <dgm:constr type="primFontSz" for="des" forName="Child2" ptType="all" refPtType="all" refType="primFontSz" refFor="des" refForName="Parent2" op="lte" fact="1.000000" val="0"/>
              <dgm:constr type="primFontSz" for="des" forName="Child3" ptType="all" refPtType="all" refType="primFontSz" refFor="des" refForName="Parent2" op="lte" fact="1.000000" val="0"/>
              <dgm:constr type="primFontSz" for="des" forName="Child4" ptType="all" refPtType="all" refType="primFontSz" refFor="des" refForName="Parent2" op="lte" fact="1.000000" val="0"/>
              <dgm:constr type="primFontSz" for="des" forName="Child5" ptType="all" refPtType="all" refType="primFontSz" refFor="des" refForName="Parent2" op="lte" fact="1.000000" val="0"/>
              <dgm:constr type="primFontSz" for="des" forName="Child6" ptType="all" refPtType="all" refType="primFontSz" refFor="des" refForName="Parent2" op="lte" fact="1.000000" val="0"/>
              <dgm:constr type="primFontSz" for="des" forName="Child1" ptType="all" refPtType="all" refType="primFontSz" refFor="des" refForName="Parent3" op="lte" fact="1.000000" val="0"/>
              <dgm:constr type="primFontSz" for="des" forName="Child2" ptType="all" refPtType="all" refType="primFontSz" refFor="des" refForName="Parent3" op="lte" fact="1.000000" val="0"/>
              <dgm:constr type="primFontSz" for="des" forName="Child3" ptType="all" refPtType="all" refType="primFontSz" refFor="des" refForName="Parent3" op="lte" fact="1.000000" val="0"/>
              <dgm:constr type="primFontSz" for="des" forName="Child4" ptType="all" refPtType="all" refType="primFontSz" refFor="des" refForName="Parent3" op="lte" fact="1.000000" val="0"/>
              <dgm:constr type="primFontSz" for="des" forName="Child5" ptType="all" refPtType="all" refType="primFontSz" refFor="des" refForName="Parent3" op="lte" fact="1.000000" val="0"/>
              <dgm:constr type="primFontSz" for="des" forName="Child6" ptType="all" refPtType="all" refType="primFontSz" refFor="des" refForName="Parent3" op="lte" fact="1.000000" val="0"/>
              <dgm:constr type="primFontSz" for="des" forName="Child1" ptType="all" refPtType="all" refType="primFontSz" refFor="des" refForName="Parent4" op="lte" fact="1.000000" val="0"/>
              <dgm:constr type="primFontSz" for="des" forName="Child2" ptType="all" refPtType="all" refType="primFontSz" refFor="des" refForName="Parent4" op="lte" fact="1.000000" val="0"/>
              <dgm:constr type="primFontSz" for="des" forName="Child3" ptType="all" refPtType="all" refType="primFontSz" refFor="des" refForName="Parent4" op="lte" fact="1.000000" val="0"/>
              <dgm:constr type="primFontSz" for="des" forName="Child4" ptType="all" refPtType="all" refType="primFontSz" refFor="des" refForName="Parent4" op="lte" fact="1.000000" val="0"/>
              <dgm:constr type="primFontSz" for="des" forName="Child5" ptType="all" refPtType="all" refType="primFontSz" refFor="des" refForName="Parent4" op="lte" fact="1.000000" val="0"/>
              <dgm:constr type="primFontSz" for="des" forName="Child6" ptType="all" refPtType="all" refType="primFontSz" refFor="des" refForName="Parent4" op="lte" fact="1.000000" val="0"/>
              <dgm:constr type="primFontSz" for="des" forName="Child1" ptType="all" refPtType="all" refType="primFontSz" refFor="des" refForName="Parent5" op="lte" fact="1.000000" val="0"/>
              <dgm:constr type="primFontSz" for="des" forName="Child2" ptType="all" refPtType="all" refType="primFontSz" refFor="des" refForName="Parent5" op="lte" fact="1.000000" val="0"/>
              <dgm:constr type="primFontSz" for="des" forName="Child3" ptType="all" refPtType="all" refType="primFontSz" refFor="des" refForName="Parent5" op="lte" fact="1.000000" val="0"/>
              <dgm:constr type="primFontSz" for="des" forName="Child4" ptType="all" refPtType="all" refType="primFontSz" refFor="des" refForName="Parent5" op="lte" fact="1.000000" val="0"/>
              <dgm:constr type="primFontSz" for="des" forName="Child5" ptType="all" refPtType="all" refType="primFontSz" refFor="des" refForName="Parent5" op="lte" fact="1.000000" val="0"/>
              <dgm:constr type="primFontSz" for="des" forName="Child6" ptType="all" refPtType="all" refType="primFontSz" refFor="des" refForName="Parent5" op="lte" fact="1.000000" val="0"/>
              <dgm:constr type="primFontSz" for="des" forName="Child1" ptType="all" refPtType="all" refType="primFontSz" refFor="des" refForName="Parent6" op="lte" fact="1.000000" val="0"/>
              <dgm:constr type="primFontSz" for="des" forName="Child2" ptType="all" refPtType="all" refType="primFontSz" refFor="des" refForName="Parent6" op="lte" fact="1.000000" val="0"/>
              <dgm:constr type="primFontSz" for="des" forName="Child3" ptType="all" refPtType="all" refType="primFontSz" refFor="des" refForName="Parent6" op="lte" fact="1.000000" val="0"/>
              <dgm:constr type="primFontSz" for="des" forName="Child4" ptType="all" refPtType="all" refType="primFontSz" refFor="des" refForName="Parent6" op="lte" fact="1.000000" val="0"/>
              <dgm:constr type="primFontSz" for="des" forName="Child5" ptType="all" refPtType="all" refType="primFontSz" refFor="des" refForName="Parent6" op="lte" fact="1.000000" val="0"/>
              <dgm:constr type="primFontSz" for="des" forName="Child6" ptType="all" refPtType="all" refType="primFontSz" refFor="des" refForName="Parent6" op="lte" fact="1.000000" val="0"/>
              <dgm:constr type="primFontSz" for="des" forName="Parent2" ptType="all" refPtType="all" refType="primFontSz" refFor="des" refForName="Parent1" op="equ" fact="1.000000" val="0"/>
              <dgm:constr type="primFontSz" for="des" forName="Parent3" ptType="all" refPtType="all" refType="primFontSz" refFor="des" refForName="Parent1" op="equ" fact="1.000000" val="0"/>
              <dgm:constr type="primFontSz" for="des" forName="Parent4" ptType="all" refPtType="all" refType="primFontSz" refFor="des" refForName="Parent1" op="equ" fact="1.000000" val="0"/>
              <dgm:constr type="primFontSz" for="des" forName="Parent5" ptType="all" refPtType="all" refType="primFontSz" refFor="des" refForName="Parent1" op="equ" fact="1.000000" val="0"/>
              <dgm:constr type="primFontSz" for="des" forName="Parent6" ptType="all" refPtType="all" refType="primFontSz" refFor="des" refForName="Parent1" op="equ" fact="1.000000" val="0"/>
              <dgm:constr type="primFontSz" for="des" forName="Child2" ptType="all" refPtType="all" refType="primFontSz" refFor="des" refForName="Child1" op="equ" fact="1.000000" val="0"/>
              <dgm:constr type="primFontSz" for="des" forName="Child3" ptType="all" refPtType="all" refType="primFontSz" refFor="des" refForName="Child1" op="equ" fact="1.000000" val="0"/>
              <dgm:constr type="primFontSz" for="des" forName="Child4" ptType="all" refPtType="all" refType="primFontSz" refFor="des" refForName="Child1" op="equ" fact="1.000000" val="0"/>
              <dgm:constr type="primFontSz" for="des" forName="Child5" ptType="all" refPtType="all" refType="primFontSz" refFor="des" refForName="Child1" op="equ" fact="1.000000" val="0"/>
              <dgm:constr type="primFontSz" for="des" forName="Child6" ptType="all" refPtType="all" refType="primFontSz" refFor="des" refForName="Child1" op="equ" fact="1.000000" val="0"/>
              <dgm:constr type="l" for="ch" forName="Accent1" ptType="all" refPtType="all" refType="w" refFor="self" op="none" fact="0.148100" val="0"/>
              <dgm:constr type="t" for="ch" forName="Accent1" ptType="all" refPtType="all" refType="h" refFor="self" op="none" fact="0.000000" val="0"/>
              <dgm:constr type="w" for="ch" forName="Accent1" ptType="all" refPtType="all" refType="w" refFor="self" op="none" fact="0.533100" val="0"/>
              <dgm:constr type="h" for="ch" forName="Accent1" ptType="all" refPtType="all" refType="h" refFor="self" op="none" fact="0.262900" val="0"/>
              <dgm:constr type="l" for="ch" forName="Accent2" ptType="all" refPtType="all" refType="w" refFor="self" op="none" fact="0.000000" val="0"/>
              <dgm:constr type="t" for="ch" forName="Accent2" ptType="all" refPtType="all" refType="h" refFor="self" op="none" fact="0.151100" val="0"/>
              <dgm:constr type="w" for="ch" forName="Accent2" ptType="all" refPtType="all" refType="w" refFor="self" op="none" fact="0.533100" val="0"/>
              <dgm:constr type="h" for="ch" forName="Accent2" ptType="all" refPtType="all" refType="h" refFor="self" op="none" fact="0.262900" val="0"/>
              <dgm:constr type="l" for="ch" forName="Accent3" ptType="all" refPtType="all" refType="w" refFor="self" op="none" fact="0.148100" val="0"/>
              <dgm:constr type="t" for="ch" forName="Accent3" ptType="all" refPtType="all" refType="h" refFor="self" op="none" fact="0.302700" val="0"/>
              <dgm:constr type="w" for="ch" forName="Accent3" ptType="all" refPtType="all" refType="w" refFor="self" op="none" fact="0.533100" val="0"/>
              <dgm:constr type="h" for="ch" forName="Accent3" ptType="all" refPtType="all" refType="h" refFor="self" op="none" fact="0.262900" val="0"/>
              <dgm:constr type="l" for="ch" forName="Accent4" ptType="all" refPtType="all" refType="w" refFor="self" op="none" fact="0.000000" val="0"/>
              <dgm:constr type="t" for="ch" forName="Accent4" ptType="all" refPtType="all" refType="h" refFor="self" op="none" fact="0.454100" val="0"/>
              <dgm:constr type="w" for="ch" forName="Accent4" ptType="all" refPtType="all" refType="w" refFor="self" op="none" fact="0.533100" val="0"/>
              <dgm:constr type="h" for="ch" forName="Accent4" ptType="all" refPtType="all" refType="h" refFor="self" op="none" fact="0.262900" val="0"/>
              <dgm:constr type="l" for="ch" forName="Parent1" ptType="all" refPtType="all" refType="w" refFor="self" op="none" fact="0.265800" val="0"/>
              <dgm:constr type="t" for="ch" forName="Parent1" ptType="all" refPtType="all" refType="h" refFor="self" op="none" fact="0.095200" val="0"/>
              <dgm:constr type="w" for="ch" forName="Parent1" ptType="all" refPtType="all" refType="w" refFor="self" op="none" fact="0.297500" val="0"/>
              <dgm:constr type="h" for="ch" forName="Parent1" ptType="all" refPtType="all" refType="h" refFor="self" op="none" fact="0.073300" val="0"/>
              <dgm:constr type="l" for="ch" forName="Parent2" ptType="all" refPtType="all" refType="w" refFor="self" op="none" fact="0.117100" val="0"/>
              <dgm:constr type="t" for="ch" forName="Parent2" ptType="all" refPtType="all" refType="h" refFor="self" op="none" fact="0.246600" val="0"/>
              <dgm:constr type="w" for="ch" forName="Parent2" ptType="all" refPtType="all" refType="w" refFor="self" op="none" fact="0.297500" val="0"/>
              <dgm:constr type="h" for="ch" forName="Parent2" ptType="all" refPtType="all" refType="h" refFor="self" op="none" fact="0.073300" val="0"/>
              <dgm:constr type="l" for="ch" forName="Parent3" ptType="all" refPtType="all" refType="w" refFor="self" op="none" fact="0.265800" val="0"/>
              <dgm:constr type="t" for="ch" forName="Parent3" ptType="all" refPtType="all" refType="h" refFor="self" op="none" fact="0.397900" val="0"/>
              <dgm:constr type="w" for="ch" forName="Parent3" ptType="all" refPtType="all" refType="w" refFor="self" op="none" fact="0.297500" val="0"/>
              <dgm:constr type="h" for="ch" forName="Parent3" ptType="all" refPtType="all" refType="h" refFor="self" op="none" fact="0.073300" val="0"/>
              <dgm:constr type="l" for="ch" forName="Parent4" ptType="all" refPtType="all" refType="w" refFor="self" op="none" fact="0.117100" val="0"/>
              <dgm:constr type="t" for="ch" forName="Parent4" ptType="all" refPtType="all" refType="h" refFor="self" op="none" fact="0.549300" val="0"/>
              <dgm:constr type="w" for="ch" forName="Parent4" ptType="all" refPtType="all" refType="w" refFor="self" op="none" fact="0.297500" val="0"/>
              <dgm:constr type="h" for="ch" forName="Parent4" ptType="all" refPtType="all" refType="h" refFor="self" op="none" fact="0.073300" val="0"/>
              <dgm:constr type="l" for="ch" forName="Child1" ptType="all" refPtType="all" refType="w" refFor="self" op="none" fact="0.680400" val="0"/>
              <dgm:constr type="t" for="ch" forName="Child1" ptType="all" refPtType="all" refType="h" refFor="self" op="none" fact="0.078000" val="0"/>
              <dgm:constr type="w" for="ch" forName="Child1" ptType="all" refPtType="all" refType="w" refFor="self" op="none" fact="0.319600" val="0"/>
              <dgm:constr type="h" for="ch" forName="Child1" ptType="all" refPtType="all" refType="h" refFor="self" op="none" fact="0.104600" val="0"/>
              <dgm:constr type="l" for="ch" forName="Child2" ptType="all" refPtType="all" refType="w" refFor="self" op="none" fact="0.534800" val="0"/>
              <dgm:constr type="t" for="ch" forName="Child2" ptType="all" refPtType="all" refType="h" refFor="self" op="none" fact="0.231000" val="0"/>
              <dgm:constr type="w" for="ch" forName="Child2" ptType="all" refPtType="all" refType="w" refFor="self" op="none" fact="0.319600" val="0"/>
              <dgm:constr type="h" for="ch" forName="Child2" ptType="all" refPtType="all" refType="h" refFor="self" op="none" fact="0.104600" val="0"/>
              <dgm:constr type="l" for="ch" forName="Child3" ptType="all" refPtType="all" refType="w" refFor="self" op="none" fact="0.680400" val="0"/>
              <dgm:constr type="t" for="ch" forName="Child3" ptType="all" refPtType="all" refType="h" refFor="self" op="none" fact="0.380800" val="0"/>
              <dgm:constr type="w" for="ch" forName="Child3" ptType="all" refPtType="all" refType="w" refFor="self" op="none" fact="0.319600" val="0"/>
              <dgm:constr type="h" for="ch" forName="Child3" ptType="all" refPtType="all" refType="h" refFor="self" op="none" fact="0.104600" val="0"/>
              <dgm:constr type="l" for="ch" forName="Child4" ptType="all" refPtType="all" refType="w" refFor="self" op="none" fact="0.534800" val="0"/>
              <dgm:constr type="t" for="ch" forName="Child4" ptType="all" refPtType="all" refType="h" refFor="self" op="none" fact="0.532200" val="0"/>
              <dgm:constr type="w" for="ch" forName="Child4" ptType="all" refPtType="all" refType="w" refFor="self" op="none" fact="0.319600" val="0"/>
              <dgm:constr type="h" for="ch" forName="Child4" ptType="all" refPtType="all" refType="h" refFor="self" op="none" fact="0.104600" val="0"/>
              <dgm:constr type="l" for="ch" forName="Accent5" ptType="all" refPtType="all" refType="w" refFor="self" op="none" fact="0.148100" val="0"/>
              <dgm:constr type="t" for="ch" forName="Accent5" ptType="all" refPtType="all" refType="h" refFor="self" op="none" fact="0.605300" val="0"/>
              <dgm:constr type="w" for="ch" forName="Accent5" ptType="all" refPtType="all" refType="w" refFor="self" op="none" fact="0.533100" val="0"/>
              <dgm:constr type="h" for="ch" forName="Accent5" ptType="all" refPtType="all" refType="h" refFor="self" op="none" fact="0.262900" val="0"/>
              <dgm:constr type="l" for="ch" forName="Accent6" ptType="all" refPtType="all" refType="w" refFor="self" op="none" fact="0.038000" val="0"/>
              <dgm:constr type="t" for="ch" forName="Accent6" ptType="all" refPtType="all" refType="h" refFor="self" op="none" fact="0.774000" val="0"/>
              <dgm:constr type="w" for="ch" forName="Accent6" ptType="all" refPtType="all" refType="w" refFor="self" op="none" fact="0.458000" val="0"/>
              <dgm:constr type="h" for="ch" forName="Accent6" ptType="all" refPtType="all" refType="h" refFor="self" op="none" fact="0.226000" val="0"/>
              <dgm:constr type="l" for="ch" forName="Parent5" ptType="all" refPtType="all" refType="w" refFor="self" op="none" fact="0.265800" val="0"/>
              <dgm:constr type="t" for="ch" forName="Parent5" ptType="all" refPtType="all" refType="h" refFor="self" op="none" fact="0.700500" val="0"/>
              <dgm:constr type="w" for="ch" forName="Parent5" ptType="all" refPtType="all" refType="w" refFor="self" op="none" fact="0.297500" val="0"/>
              <dgm:constr type="h" for="ch" forName="Parent5" ptType="all" refPtType="all" refType="h" refFor="self" op="none" fact="0.073300" val="0"/>
              <dgm:constr type="l" for="ch" forName="Parent6" ptType="all" refPtType="all" refType="w" refFor="self" op="none" fact="0.117100" val="0"/>
              <dgm:constr type="t" for="ch" forName="Parent6" ptType="all" refPtType="all" refType="h" refFor="self" op="none" fact="0.851900" val="0"/>
              <dgm:constr type="w" for="ch" forName="Parent6" ptType="all" refPtType="all" refType="w" refFor="self" op="none" fact="0.297500" val="0"/>
              <dgm:constr type="h" for="ch" forName="Parent6" ptType="all" refPtType="all" refType="h" refFor="self" op="none" fact="0.073300" val="0"/>
              <dgm:constr type="l" for="ch" forName="Child5" ptType="all" refPtType="all" refType="w" refFor="self" op="none" fact="0.680400" val="0"/>
              <dgm:constr type="t" for="ch" forName="Child5" ptType="all" refPtType="all" refType="h" refFor="self" op="none" fact="0.683300" val="0"/>
              <dgm:constr type="w" for="ch" forName="Child5" ptType="all" refPtType="all" refType="w" refFor="self" op="none" fact="0.319600" val="0"/>
              <dgm:constr type="h" for="ch" forName="Child5" ptType="all" refPtType="all" refType="h" refFor="self" op="none" fact="0.104600" val="0"/>
              <dgm:constr type="l" for="ch" forName="Child6" ptType="all" refPtType="all" refType="w" refFor="self" op="none" fact="0.534800" val="0"/>
              <dgm:constr type="t" for="ch" forName="Child6" ptType="all" refPtType="all" refType="h" refFor="self" op="none" fact="0.834700" val="0"/>
              <dgm:constr type="w" for="ch" forName="Child6" ptType="all" refPtType="all" refType="w" refFor="self" op="none" fact="0.319600" val="0"/>
              <dgm:constr type="h" for="ch" forName="Child6" ptType="all" refPtType="all" refType="h" refFor="self" op="none" fact="0.104600" val="0"/>
            </dgm:constrLst>
          </dgm:if>
          <dgm:else name="Name10">
            <dgm:alg type="composite">
              <dgm:param type="ar" val="0.4284"/>
            </dgm:alg>
            <dgm:constrLst>
              <dgm:constr type="primFontSz" for="des" forName="Child1" ptType="all" refPtType="all" refType="none" refFor="self" op="none" fact="1.000000" val="65"/>
              <dgm:constr type="primFontSz" for="des" forName="Parent1" ptType="all" refPtType="all" refType="none" refFor="self" op="none" fact="1.000000" val="65"/>
              <dgm:constr type="primFontSz" for="des" forName="Child1" ptType="all" refPtType="all" refType="primFontSz" refFor="des" refForName="Parent1" op="lte" fact="1.000000" val="0"/>
              <dgm:constr type="primFontSz" for="des" forName="Child2" ptType="all" refPtType="all" refType="primFontSz" refFor="des" refForName="Parent1" op="lte" fact="1.000000" val="0"/>
              <dgm:constr type="primFontSz" for="des" forName="Child3" ptType="all" refPtType="all" refType="primFontSz" refFor="des" refForName="Parent1" op="lte" fact="1.000000" val="0"/>
              <dgm:constr type="primFontSz" for="des" forName="Child4" ptType="all" refPtType="all" refType="primFontSz" refFor="des" refForName="Parent1" op="lte" fact="1.000000" val="0"/>
              <dgm:constr type="primFontSz" for="des" forName="Child5" ptType="all" refPtType="all" refType="primFontSz" refFor="des" refForName="Parent1" op="lte" fact="1.000000" val="0"/>
              <dgm:constr type="primFontSz" for="des" forName="Child6" ptType="all" refPtType="all" refType="primFontSz" refFor="des" refForName="Parent1" op="lte" fact="1.000000" val="0"/>
              <dgm:constr type="primFontSz" for="des" forName="Child7" ptType="all" refPtType="all" refType="primFontSz" refFor="des" refForName="Parent1" op="lte" fact="1.000000" val="0"/>
              <dgm:constr type="primFontSz" for="des" forName="Child1" ptType="all" refPtType="all" refType="primFontSz" refFor="des" refForName="Parent2" op="lte" fact="1.000000" val="0"/>
              <dgm:constr type="primFontSz" for="des" forName="Child2" ptType="all" refPtType="all" refType="primFontSz" refFor="des" refForName="Parent2" op="lte" fact="1.000000" val="0"/>
              <dgm:constr type="primFontSz" for="des" forName="Child3" ptType="all" refPtType="all" refType="primFontSz" refFor="des" refForName="Parent2" op="lte" fact="1.000000" val="0"/>
              <dgm:constr type="primFontSz" for="des" forName="Child4" ptType="all" refPtType="all" refType="primFontSz" refFor="des" refForName="Parent2" op="lte" fact="1.000000" val="0"/>
              <dgm:constr type="primFontSz" for="des" forName="Child5" ptType="all" refPtType="all" refType="primFontSz" refFor="des" refForName="Parent2" op="lte" fact="1.000000" val="0"/>
              <dgm:constr type="primFontSz" for="des" forName="Child6" ptType="all" refPtType="all" refType="primFontSz" refFor="des" refForName="Parent2" op="lte" fact="1.000000" val="0"/>
              <dgm:constr type="primFontSz" for="des" forName="Child7" ptType="all" refPtType="all" refType="primFontSz" refFor="des" refForName="Parent2" op="lte" fact="1.000000" val="0"/>
              <dgm:constr type="primFontSz" for="des" forName="Child1" ptType="all" refPtType="all" refType="primFontSz" refFor="des" refForName="Parent3" op="lte" fact="1.000000" val="0"/>
              <dgm:constr type="primFontSz" for="des" forName="Child2" ptType="all" refPtType="all" refType="primFontSz" refFor="des" refForName="Parent3" op="lte" fact="1.000000" val="0"/>
              <dgm:constr type="primFontSz" for="des" forName="Child3" ptType="all" refPtType="all" refType="primFontSz" refFor="des" refForName="Parent3" op="lte" fact="1.000000" val="0"/>
              <dgm:constr type="primFontSz" for="des" forName="Child4" ptType="all" refPtType="all" refType="primFontSz" refFor="des" refForName="Parent3" op="lte" fact="1.000000" val="0"/>
              <dgm:constr type="primFontSz" for="des" forName="Child5" ptType="all" refPtType="all" refType="primFontSz" refFor="des" refForName="Parent3" op="lte" fact="1.000000" val="0"/>
              <dgm:constr type="primFontSz" for="des" forName="Child6" ptType="all" refPtType="all" refType="primFontSz" refFor="des" refForName="Parent3" op="lte" fact="1.000000" val="0"/>
              <dgm:constr type="primFontSz" for="des" forName="Child7" ptType="all" refPtType="all" refType="primFontSz" refFor="des" refForName="Parent3" op="lte" fact="1.000000" val="0"/>
              <dgm:constr type="primFontSz" for="des" forName="Child1" ptType="all" refPtType="all" refType="primFontSz" refFor="des" refForName="Parent4" op="lte" fact="1.000000" val="0"/>
              <dgm:constr type="primFontSz" for="des" forName="Child2" ptType="all" refPtType="all" refType="primFontSz" refFor="des" refForName="Parent4" op="lte" fact="1.000000" val="0"/>
              <dgm:constr type="primFontSz" for="des" forName="Child3" ptType="all" refPtType="all" refType="primFontSz" refFor="des" refForName="Parent4" op="lte" fact="1.000000" val="0"/>
              <dgm:constr type="primFontSz" for="des" forName="Child4" ptType="all" refPtType="all" refType="primFontSz" refFor="des" refForName="Parent4" op="lte" fact="1.000000" val="0"/>
              <dgm:constr type="primFontSz" for="des" forName="Child5" ptType="all" refPtType="all" refType="primFontSz" refFor="des" refForName="Parent4" op="lte" fact="1.000000" val="0"/>
              <dgm:constr type="primFontSz" for="des" forName="Child6" ptType="all" refPtType="all" refType="primFontSz" refFor="des" refForName="Parent4" op="lte" fact="1.000000" val="0"/>
              <dgm:constr type="primFontSz" for="des" forName="Child7" ptType="all" refPtType="all" refType="primFontSz" refFor="des" refForName="Parent4" op="lte" fact="1.000000" val="0"/>
              <dgm:constr type="primFontSz" for="des" forName="Child1" ptType="all" refPtType="all" refType="primFontSz" refFor="des" refForName="Parent5" op="lte" fact="1.000000" val="0"/>
              <dgm:constr type="primFontSz" for="des" forName="Child2" ptType="all" refPtType="all" refType="primFontSz" refFor="des" refForName="Parent5" op="lte" fact="1.000000" val="0"/>
              <dgm:constr type="primFontSz" for="des" forName="Child3" ptType="all" refPtType="all" refType="primFontSz" refFor="des" refForName="Parent5" op="lte" fact="1.000000" val="0"/>
              <dgm:constr type="primFontSz" for="des" forName="Child4" ptType="all" refPtType="all" refType="primFontSz" refFor="des" refForName="Parent5" op="lte" fact="1.000000" val="0"/>
              <dgm:constr type="primFontSz" for="des" forName="Child5" ptType="all" refPtType="all" refType="primFontSz" refFor="des" refForName="Parent5" op="lte" fact="1.000000" val="0"/>
              <dgm:constr type="primFontSz" for="des" forName="Child6" ptType="all" refPtType="all" refType="primFontSz" refFor="des" refForName="Parent5" op="lte" fact="1.000000" val="0"/>
              <dgm:constr type="primFontSz" for="des" forName="Child7" ptType="all" refPtType="all" refType="primFontSz" refFor="des" refForName="Parent5" op="lte" fact="1.000000" val="0"/>
              <dgm:constr type="primFontSz" for="des" forName="Child1" ptType="all" refPtType="all" refType="primFontSz" refFor="des" refForName="Parent6" op="lte" fact="1.000000" val="0"/>
              <dgm:constr type="primFontSz" for="des" forName="Child2" ptType="all" refPtType="all" refType="primFontSz" refFor="des" refForName="Parent6" op="lte" fact="1.000000" val="0"/>
              <dgm:constr type="primFontSz" for="des" forName="Child3" ptType="all" refPtType="all" refType="primFontSz" refFor="des" refForName="Parent6" op="lte" fact="1.000000" val="0"/>
              <dgm:constr type="primFontSz" for="des" forName="Child4" ptType="all" refPtType="all" refType="primFontSz" refFor="des" refForName="Parent6" op="lte" fact="1.000000" val="0"/>
              <dgm:constr type="primFontSz" for="des" forName="Child5" ptType="all" refPtType="all" refType="primFontSz" refFor="des" refForName="Parent6" op="lte" fact="1.000000" val="0"/>
              <dgm:constr type="primFontSz" for="des" forName="Child6" ptType="all" refPtType="all" refType="primFontSz" refFor="des" refForName="Parent6" op="lte" fact="1.000000" val="0"/>
              <dgm:constr type="primFontSz" for="des" forName="Child7" ptType="all" refPtType="all" refType="primFontSz" refFor="des" refForName="Parent6" op="lte" fact="1.000000" val="0"/>
              <dgm:constr type="primFontSz" for="des" forName="Child1" ptType="all" refPtType="all" refType="primFontSz" refFor="des" refForName="Parent7" op="lte" fact="1.000000" val="0"/>
              <dgm:constr type="primFontSz" for="des" forName="Child2" ptType="all" refPtType="all" refType="primFontSz" refFor="des" refForName="Parent7" op="lte" fact="1.000000" val="0"/>
              <dgm:constr type="primFontSz" for="des" forName="Child3" ptType="all" refPtType="all" refType="primFontSz" refFor="des" refForName="Parent7" op="lte" fact="1.000000" val="0"/>
              <dgm:constr type="primFontSz" for="des" forName="Child4" ptType="all" refPtType="all" refType="primFontSz" refFor="des" refForName="Parent7" op="lte" fact="1.000000" val="0"/>
              <dgm:constr type="primFontSz" for="des" forName="Child5" ptType="all" refPtType="all" refType="primFontSz" refFor="des" refForName="Parent7" op="lte" fact="1.000000" val="0"/>
              <dgm:constr type="primFontSz" for="des" forName="Child6" ptType="all" refPtType="all" refType="primFontSz" refFor="des" refForName="Parent7" op="lte" fact="1.000000" val="0"/>
              <dgm:constr type="primFontSz" for="des" forName="Child7" ptType="all" refPtType="all" refType="primFontSz" refFor="des" refForName="Parent7" op="lte" fact="1.000000" val="0"/>
              <dgm:constr type="primFontSz" for="des" forName="Parent2" ptType="all" refPtType="all" refType="primFontSz" refFor="des" refForName="Parent1" op="equ" fact="1.000000" val="0"/>
              <dgm:constr type="primFontSz" for="des" forName="Parent3" ptType="all" refPtType="all" refType="primFontSz" refFor="des" refForName="Parent1" op="equ" fact="1.000000" val="0"/>
              <dgm:constr type="primFontSz" for="des" forName="Parent4" ptType="all" refPtType="all" refType="primFontSz" refFor="des" refForName="Parent1" op="equ" fact="1.000000" val="0"/>
              <dgm:constr type="primFontSz" for="des" forName="Parent5" ptType="all" refPtType="all" refType="primFontSz" refFor="des" refForName="Parent1" op="equ" fact="1.000000" val="0"/>
              <dgm:constr type="primFontSz" for="des" forName="Parent6" ptType="all" refPtType="all" refType="primFontSz" refFor="des" refForName="Parent1" op="equ" fact="1.000000" val="0"/>
              <dgm:constr type="primFontSz" for="des" forName="Parent7" ptType="all" refPtType="all" refType="primFontSz" refFor="des" refForName="Parent1" op="equ" fact="1.000000" val="0"/>
              <dgm:constr type="primFontSz" for="des" forName="Child2" ptType="all" refPtType="all" refType="primFontSz" refFor="des" refForName="Child1" op="equ" fact="1.000000" val="0"/>
              <dgm:constr type="primFontSz" for="des" forName="Child3" ptType="all" refPtType="all" refType="primFontSz" refFor="des" refForName="Child1" op="equ" fact="1.000000" val="0"/>
              <dgm:constr type="primFontSz" for="des" forName="Child4" ptType="all" refPtType="all" refType="primFontSz" refFor="des" refForName="Child1" op="equ" fact="1.000000" val="0"/>
              <dgm:constr type="primFontSz" for="des" forName="Child5" ptType="all" refPtType="all" refType="primFontSz" refFor="des" refForName="Child1" op="equ" fact="1.000000" val="0"/>
              <dgm:constr type="primFontSz" for="des" forName="Child6" ptType="all" refPtType="all" refType="primFontSz" refFor="des" refForName="Child1" op="equ" fact="1.000000" val="0"/>
              <dgm:constr type="primFontSz" for="des" forName="Child7" ptType="all" refPtType="all" refType="primFontSz" refFor="des" refForName="Child1" op="equ" fact="1.000000" val="0"/>
              <dgm:constr type="l" for="ch" forName="Accent1" ptType="all" refPtType="all" refType="w" refFor="self" op="none" fact="0.148100" val="0"/>
              <dgm:constr type="t" for="ch" forName="Accent1" ptType="all" refPtType="all" refType="h" refFor="self" op="none" fact="0.000000" val="0"/>
              <dgm:constr type="w" for="ch" forName="Accent1" ptType="all" refPtType="all" refType="w" refFor="self" op="none" fact="0.533100" val="0"/>
              <dgm:constr type="h" for="ch" forName="Accent1" ptType="all" refPtType="all" refType="h" refFor="self" op="none" fact="0.228400" val="0"/>
              <dgm:constr type="l" for="ch" forName="Accent2" ptType="all" refPtType="all" refType="w" refFor="self" op="none" fact="0.000000" val="0"/>
              <dgm:constr type="t" for="ch" forName="Accent2" ptType="all" refPtType="all" refType="h" refFor="self" op="none" fact="0.131200" val="0"/>
              <dgm:constr type="w" for="ch" forName="Accent2" ptType="all" refPtType="all" refType="w" refFor="self" op="none" fact="0.533100" val="0"/>
              <dgm:constr type="h" for="ch" forName="Accent2" ptType="all" refPtType="all" refType="h" refFor="self" op="none" fact="0.228400" val="0"/>
              <dgm:constr type="l" for="ch" forName="Accent3" ptType="all" refPtType="all" refType="w" refFor="self" op="none" fact="0.148100" val="0"/>
              <dgm:constr type="t" for="ch" forName="Accent3" ptType="all" refPtType="all" refType="h" refFor="self" op="none" fact="0.263000" val="0"/>
              <dgm:constr type="w" for="ch" forName="Accent3" ptType="all" refPtType="all" refType="w" refFor="self" op="none" fact="0.533100" val="0"/>
              <dgm:constr type="h" for="ch" forName="Accent3" ptType="all" refPtType="all" refType="h" refFor="self" op="none" fact="0.228400" val="0"/>
              <dgm:constr type="l" for="ch" forName="Accent4" ptType="all" refPtType="all" refType="w" refFor="self" op="none" fact="0.000000" val="0"/>
              <dgm:constr type="t" for="ch" forName="Accent4" ptType="all" refPtType="all" refType="h" refFor="self" op="none" fact="0.394500" val="0"/>
              <dgm:constr type="w" for="ch" forName="Accent4" ptType="all" refPtType="all" refType="w" refFor="self" op="none" fact="0.533100" val="0"/>
              <dgm:constr type="h" for="ch" forName="Accent4" ptType="all" refPtType="all" refType="h" refFor="self" op="none" fact="0.228400" val="0"/>
              <dgm:constr type="l" for="ch" forName="Parent1" ptType="all" refPtType="all" refType="w" refFor="self" op="none" fact="0.265800" val="0"/>
              <dgm:constr type="t" for="ch" forName="Parent1" ptType="all" refPtType="all" refType="h" refFor="self" op="none" fact="0.082700" val="0"/>
              <dgm:constr type="w" for="ch" forName="Parent1" ptType="all" refPtType="all" refType="w" refFor="self" op="none" fact="0.297500" val="0"/>
              <dgm:constr type="h" for="ch" forName="Parent1" ptType="all" refPtType="all" refType="h" refFor="self" op="none" fact="0.063700" val="0"/>
              <dgm:constr type="l" for="ch" forName="Parent2" ptType="all" refPtType="all" refType="w" refFor="self" op="none" fact="0.117100" val="0"/>
              <dgm:constr type="t" for="ch" forName="Parent2" ptType="all" refPtType="all" refType="h" refFor="self" op="none" fact="0.214200" val="0"/>
              <dgm:constr type="w" for="ch" forName="Parent2" ptType="all" refPtType="all" refType="w" refFor="self" op="none" fact="0.297500" val="0"/>
              <dgm:constr type="h" for="ch" forName="Parent2" ptType="all" refPtType="all" refType="h" refFor="self" op="none" fact="0.063700" val="0"/>
              <dgm:constr type="l" for="ch" forName="Parent3" ptType="all" refPtType="all" refType="w" refFor="self" op="none" fact="0.265800" val="0"/>
              <dgm:constr type="t" for="ch" forName="Parent3" ptType="all" refPtType="all" refType="h" refFor="self" op="none" fact="0.345700" val="0"/>
              <dgm:constr type="w" for="ch" forName="Parent3" ptType="all" refPtType="all" refType="w" refFor="self" op="none" fact="0.297500" val="0"/>
              <dgm:constr type="h" for="ch" forName="Parent3" ptType="all" refPtType="all" refType="h" refFor="self" op="none" fact="0.063700" val="0"/>
              <dgm:constr type="l" for="ch" forName="Parent4" ptType="all" refPtType="all" refType="w" refFor="self" op="none" fact="0.117100" val="0"/>
              <dgm:constr type="t" for="ch" forName="Parent4" ptType="all" refPtType="all" refType="h" refFor="self" op="none" fact="0.477200" val="0"/>
              <dgm:constr type="w" for="ch" forName="Parent4" ptType="all" refPtType="all" refType="w" refFor="self" op="none" fact="0.297500" val="0"/>
              <dgm:constr type="h" for="ch" forName="Parent4" ptType="all" refPtType="all" refType="h" refFor="self" op="none" fact="0.063700" val="0"/>
              <dgm:constr type="l" for="ch" forName="Child1" ptType="all" refPtType="all" refType="w" refFor="self" op="none" fact="0.680400" val="0"/>
              <dgm:constr type="t" for="ch" forName="Child1" ptType="all" refPtType="all" refType="h" refFor="self" op="none" fact="0.067800" val="0"/>
              <dgm:constr type="w" for="ch" forName="Child1" ptType="all" refPtType="all" refType="w" refFor="self" op="none" fact="0.319600" val="0"/>
              <dgm:constr type="h" for="ch" forName="Child1" ptType="all" refPtType="all" refType="h" refFor="self" op="none" fact="0.090800" val="0"/>
              <dgm:constr type="l" for="ch" forName="Child2" ptType="all" refPtType="all" refType="w" refFor="self" op="none" fact="0.534800" val="0"/>
              <dgm:constr type="t" for="ch" forName="Child2" ptType="all" refPtType="all" refType="h" refFor="self" op="none" fact="0.200600" val="0"/>
              <dgm:constr type="w" for="ch" forName="Child2" ptType="all" refPtType="all" refType="w" refFor="self" op="none" fact="0.319600" val="0"/>
              <dgm:constr type="h" for="ch" forName="Child2" ptType="all" refPtType="all" refType="h" refFor="self" op="none" fact="0.090800" val="0"/>
              <dgm:constr type="l" for="ch" forName="Child3" ptType="all" refPtType="all" refType="w" refFor="self" op="none" fact="0.680400" val="0"/>
              <dgm:constr type="t" for="ch" forName="Child3" ptType="all" refPtType="all" refType="h" refFor="self" op="none" fact="0.330800" val="0"/>
              <dgm:constr type="w" for="ch" forName="Child3" ptType="all" refPtType="all" refType="w" refFor="self" op="none" fact="0.319600" val="0"/>
              <dgm:constr type="h" for="ch" forName="Child3" ptType="all" refPtType="all" refType="h" refFor="self" op="none" fact="0.090800" val="0"/>
              <dgm:constr type="l" for="ch" forName="Child4" ptType="all" refPtType="all" refType="w" refFor="self" op="none" fact="0.534800" val="0"/>
              <dgm:constr type="t" for="ch" forName="Child4" ptType="all" refPtType="all" refType="h" refFor="self" op="none" fact="0.462300" val="0"/>
              <dgm:constr type="w" for="ch" forName="Child4" ptType="all" refPtType="all" refType="w" refFor="self" op="none" fact="0.319600" val="0"/>
              <dgm:constr type="h" for="ch" forName="Child4" ptType="all" refPtType="all" refType="h" refFor="self" op="none" fact="0.090800" val="0"/>
              <dgm:constr type="l" for="ch" forName="Accent5" ptType="all" refPtType="all" refType="w" refFor="self" op="none" fact="0.148100" val="0"/>
              <dgm:constr type="t" for="ch" forName="Accent5" ptType="all" refPtType="all" refType="h" refFor="self" op="none" fact="0.525800" val="0"/>
              <dgm:constr type="w" for="ch" forName="Accent5" ptType="all" refPtType="all" refType="w" refFor="self" op="none" fact="0.533100" val="0"/>
              <dgm:constr type="h" for="ch" forName="Accent5" ptType="all" refPtType="all" refType="h" refFor="self" op="none" fact="0.228400" val="0"/>
              <dgm:constr type="l" for="ch" forName="Accent6" ptType="all" refPtType="all" refType="w" refFor="self" op="none" fact="0.000000" val="0"/>
              <dgm:constr type="t" for="ch" forName="Accent6" ptType="all" refPtType="all" refType="h" refFor="self" op="none" fact="0.657300" val="0"/>
              <dgm:constr type="w" for="ch" forName="Accent6" ptType="all" refPtType="all" refType="w" refFor="self" op="none" fact="0.533100" val="0"/>
              <dgm:constr type="h" for="ch" forName="Accent6" ptType="all" refPtType="all" refType="h" refFor="self" op="none" fact="0.228400" val="0"/>
              <dgm:constr type="l" for="ch" forName="Accent7" ptType="all" refPtType="all" refType="w" refFor="self" op="none" fact="0.186000" val="0"/>
              <dgm:constr type="t" for="ch" forName="Accent7" ptType="all" refPtType="all" refType="h" refFor="self" op="none" fact="0.803700" val="0"/>
              <dgm:constr type="w" for="ch" forName="Accent7" ptType="all" refPtType="all" refType="w" refFor="self" op="none" fact="0.458000" val="0"/>
              <dgm:constr type="h" for="ch" forName="Accent7" ptType="all" refPtType="all" refType="h" refFor="self" op="none" fact="0.196300" val="0"/>
              <dgm:constr type="l" for="ch" forName="Parent5" ptType="all" refPtType="all" refType="w" refFor="self" op="none" fact="0.265800" val="0"/>
              <dgm:constr type="t" for="ch" forName="Parent5" ptType="all" refPtType="all" refType="h" refFor="self" op="none" fact="0.608500" val="0"/>
              <dgm:constr type="w" for="ch" forName="Parent5" ptType="all" refPtType="all" refType="w" refFor="self" op="none" fact="0.297500" val="0"/>
              <dgm:constr type="h" for="ch" forName="Parent5" ptType="all" refPtType="all" refType="h" refFor="self" op="none" fact="0.063700" val="0"/>
              <dgm:constr type="l" for="ch" forName="Parent6" ptType="all" refPtType="all" refType="w" refFor="self" op="none" fact="0.117100" val="0"/>
              <dgm:constr type="t" for="ch" forName="Parent6" ptType="all" refPtType="all" refType="h" refFor="self" op="none" fact="0.740000" val="0"/>
              <dgm:constr type="w" for="ch" forName="Parent6" ptType="all" refPtType="all" refType="w" refFor="self" op="none" fact="0.297500" val="0"/>
              <dgm:constr type="h" for="ch" forName="Parent6" ptType="all" refPtType="all" refType="h" refFor="self" op="none" fact="0.063700" val="0"/>
              <dgm:constr type="l" for="ch" forName="Parent7" ptType="all" refPtType="all" refType="w" refFor="self" op="none" fact="0.265800" val="0"/>
              <dgm:constr type="t" for="ch" forName="Parent7" ptType="all" refPtType="all" refType="h" refFor="self" op="none" fact="0.871500" val="0"/>
              <dgm:constr type="w" for="ch" forName="Parent7" ptType="all" refPtType="all" refType="w" refFor="self" op="none" fact="0.297500" val="0"/>
              <dgm:constr type="h" for="ch" forName="Parent7" ptType="all" refPtType="all" refType="h" refFor="self" op="none" fact="0.063700" val="0"/>
              <dgm:constr type="l" for="ch" forName="Child5" ptType="all" refPtType="all" refType="w" refFor="self" op="none" fact="0.680400" val="0"/>
              <dgm:constr type="t" for="ch" forName="Child5" ptType="all" refPtType="all" refType="h" refFor="self" op="none" fact="0.593600" val="0"/>
              <dgm:constr type="w" for="ch" forName="Child5" ptType="all" refPtType="all" refType="w" refFor="self" op="none" fact="0.319600" val="0"/>
              <dgm:constr type="h" for="ch" forName="Child5" ptType="all" refPtType="all" refType="h" refFor="self" op="none" fact="0.090800" val="0"/>
              <dgm:constr type="l" for="ch" forName="Child6" ptType="all" refPtType="all" refType="w" refFor="self" op="none" fact="0.534800" val="0"/>
              <dgm:constr type="t" for="ch" forName="Child6" ptType="all" refPtType="all" refType="h" refFor="self" op="none" fact="0.725100" val="0"/>
              <dgm:constr type="w" for="ch" forName="Child6" ptType="all" refPtType="all" refType="w" refFor="self" op="none" fact="0.319600" val="0"/>
              <dgm:constr type="h" for="ch" forName="Child6" ptType="all" refPtType="all" refType="h" refFor="self" op="none" fact="0.090800" val="0"/>
              <dgm:constr type="l" for="ch" forName="Child7" ptType="all" refPtType="all" refType="w" refFor="self" op="none" fact="0.680400" val="0"/>
              <dgm:constr type="t" for="ch" forName="Child7" ptType="all" refPtType="all" refType="h" refFor="self" op="none" fact="0.857900" val="0"/>
              <dgm:constr type="w" for="ch" forName="Child7" ptType="all" refPtType="all" refType="w" refFor="self" op="none" fact="0.319600" val="0"/>
              <dgm:constr type="h" for="ch" forName="Child7" ptType="all" refPtType="all" refType="h" refFor="self" op="none" fact="0.090800" val="0"/>
            </dgm:constrLst>
          </dgm:else>
        </dgm:choose>
      </dgm:if>
      <dgm:else name="Name11">
        <dgm:choose name="Name12">
          <dgm:if name="Name13" axis="ch" ptType="node" func="cnt" arg="none" op="equ" val="1">
            <dgm:alg type="composite">
              <dgm:param type="ar" val="1.5999"/>
            </dgm:alg>
            <dgm:constrLst>
              <dgm:constr type="primFontSz" for="des" forName="Child1" ptType="all" refPtType="all" refType="none" refFor="self" op="none" fact="1.000000" val="65"/>
              <dgm:constr type="primFontSz" for="des" forName="Parent1" ptType="all" refPtType="all" refType="none" refFor="self" op="none" fact="1.000000" val="65"/>
              <dgm:constr type="primFontSz" for="des" forName="Child1" ptType="all" refPtType="all" refType="primFontSz" refFor="des" refForName="Parent1" op="lte" fact="1.000000" val="0"/>
              <dgm:constr type="l" for="ch" forName="Child1" ptType="all" refPtType="all" refType="w" refFor="self" op="none" fact="0.625000" val="0"/>
              <dgm:constr type="t" for="ch" forName="Child1" ptType="all" refPtType="all" refType="h" refFor="self" op="none" fact="0.298100" val="0"/>
              <dgm:constr type="w" for="ch" forName="Child1" ptType="all" refPtType="all" refType="w" refFor="self" op="none" fact="0.375000" val="0"/>
              <dgm:constr type="h" for="ch" forName="Child1" ptType="all" refPtType="all" refType="h" refFor="self" op="none" fact="0.400100" val="0"/>
              <dgm:constr type="l" for="ch" forName="Accent1" ptType="all" refPtType="all" refType="w" refFor="self" op="none" fact="0.000000" val="0"/>
              <dgm:constr type="t" for="ch" forName="Accent1" ptType="all" refPtType="all" refType="h" refFor="self" op="none" fact="0.000000" val="0"/>
              <dgm:constr type="w" for="ch" forName="Accent1" ptType="all" refPtType="all" refType="w" refFor="self" op="none" fact="0.624900" val="0"/>
              <dgm:constr type="h" for="ch" forName="Accent1" ptType="all" refPtType="all" refType="h" refFor="self" op="none" fact="1.000000" val="0"/>
              <dgm:constr type="l" for="ch" forName="Parent1" ptType="all" refPtType="all" refType="w" refFor="self" op="none" fact="0.138000" val="0"/>
              <dgm:constr type="t" for="ch" forName="Parent1" ptType="all" refPtType="all" refType="h" refFor="self" op="none" fact="0.362000" val="0"/>
              <dgm:constr type="w" for="ch" forName="Parent1" ptType="all" refPtType="all" refType="w" refFor="self" op="none" fact="0.348700" val="0"/>
              <dgm:constr type="h" for="ch" forName="Parent1" ptType="all" refPtType="all" refType="h" refFor="self" op="none" fact="0.278900" val="0"/>
            </dgm:constrLst>
          </dgm:if>
          <dgm:if name="Name14" axis="ch" ptType="node" func="cnt" arg="none" op="equ" val="2">
            <dgm:alg type="composite">
              <dgm:param type="ar" val="1.2026"/>
            </dgm:alg>
            <dgm:constrLst>
              <dgm:constr type="primFontSz" for="des" forName="Child1" ptType="all" refPtType="all" refType="none" refFor="self" op="none" fact="1.000000" val="65"/>
              <dgm:constr type="primFontSz" for="des" forName="Parent1" ptType="all" refPtType="all" refType="none" refFor="self" op="none" fact="1.000000" val="65"/>
              <dgm:constr type="primFontSz" for="des" forName="Child1" ptType="all" refPtType="all" refType="primFontSz" refFor="des" refForName="Parent1" op="lte" fact="1.000000" val="0"/>
              <dgm:constr type="primFontSz" for="des" forName="Child2" ptType="all" refPtType="all" refType="primFontSz" refFor="des" refForName="Parent1" op="lte" fact="1.000000" val="0"/>
              <dgm:constr type="primFontSz" for="des" forName="Child1" ptType="all" refPtType="all" refType="primFontSz" refFor="des" refForName="Parent2" op="lte" fact="1.000000" val="0"/>
              <dgm:constr type="primFontSz" for="des" forName="Child2" ptType="all" refPtType="all" refType="primFontSz" refFor="des" refForName="Parent2" op="lte" fact="1.000000" val="0"/>
              <dgm:constr type="primFontSz" for="des" forName="Parent2" ptType="all" refPtType="all" refType="primFontSz" refFor="des" refForName="Parent1" op="equ" fact="1.000000" val="0"/>
              <dgm:constr type="primFontSz" for="des" forName="Child2" ptType="all" refPtType="all" refType="primFontSz" refFor="des" refForName="Child1" op="equ" fact="1.000000" val="0"/>
              <dgm:constr type="l" for="ch" forName="Accent1" ptType="all" refPtType="all" refType="w" refFor="self" op="none" fact="-0.040700" val="0"/>
              <dgm:constr type="t" for="ch" forName="Accent1" ptType="all" refPtType="all" refType="h" refFor="self" op="none" fact="0.000000" val="0"/>
              <dgm:constr type="w" for="ch" forName="Accent1" ptType="all" refPtType="all" refType="w" refFor="self" op="none" fact="0.554200" val="0"/>
              <dgm:constr type="h" for="ch" forName="Accent1" ptType="all" refPtType="all" refType="h" refFor="self" op="none" fact="0.666500" val="0"/>
              <dgm:constr type="l" for="ch" forName="Accent2" ptType="all" refPtType="all" refType="w" refFor="self" op="none" fact="0.153300" val="0"/>
              <dgm:constr type="t" for="ch" forName="Accent2" ptType="all" refPtType="all" refType="h" refFor="self" op="none" fact="0.427200" val="0"/>
              <dgm:constr type="w" for="ch" forName="Accent2" ptType="all" refPtType="all" refType="w" refFor="self" op="none" fact="0.476100" val="0"/>
              <dgm:constr type="h" for="ch" forName="Accent2" ptType="all" refPtType="all" refType="h" refFor="self" op="none" fact="0.572800" val="0"/>
              <dgm:constr type="l" for="ch" forName="Parent1" ptType="all" refPtType="all" refType="w" refFor="self" op="none" fact="0.082200" val="0"/>
              <dgm:constr type="t" for="ch" forName="Parent1" ptType="all" refPtType="all" refType="h" refFor="self" op="none" fact="0.241300" val="0"/>
              <dgm:constr type="w" for="ch" forName="Parent1" ptType="all" refPtType="all" refType="w" refFor="self" op="none" fact="0.309200" val="0"/>
              <dgm:constr type="h" for="ch" forName="Parent1" ptType="all" refPtType="all" refType="h" refFor="self" op="none" fact="0.185900" val="0"/>
              <dgm:constr type="l" for="ch" forName="Parent2" ptType="all" refPtType="all" refType="w" refFor="self" op="none" fact="0.236800" val="0"/>
              <dgm:constr type="t" for="ch" forName="Parent2" ptType="all" refPtType="all" refType="h" refFor="self" op="none" fact="0.625000" val="0"/>
              <dgm:constr type="w" for="ch" forName="Parent2" ptType="all" refPtType="all" refType="w" refFor="self" op="none" fact="0.309200" val="0"/>
              <dgm:constr type="h" for="ch" forName="Parent2" ptType="all" refPtType="all" refType="h" refFor="self" op="none" fact="0.185900" val="0"/>
              <dgm:constr type="l" for="ch" forName="Child1" ptType="all" refPtType="all" refType="w" refFor="self" op="none" fact="0.516400" val="0"/>
              <dgm:constr type="t" for="ch" forName="Child1" ptType="all" refPtType="all" refType="h" refFor="self" op="none" fact="0.197800" val="0"/>
              <dgm:constr type="w" for="ch" forName="Child1" ptType="all" refPtType="all" refType="w" refFor="self" op="none" fact="0.332200" val="0"/>
              <dgm:constr type="h" for="ch" forName="Child1" ptType="all" refPtType="all" refType="h" refFor="self" op="none" fact="0.265000" val="0"/>
              <dgm:constr type="l" for="ch" forName="Child2" ptType="all" refPtType="all" refType="w" refFor="self" op="none" fact="0.667800" val="0"/>
              <dgm:constr type="t" for="ch" forName="Child2" ptType="all" refPtType="all" refType="h" refFor="self" op="none" fact="0.585500" val="0"/>
              <dgm:constr type="w" for="ch" forName="Child2" ptType="all" refPtType="all" refType="w" refFor="self" op="none" fact="0.332200" val="0"/>
              <dgm:constr type="h" for="ch" forName="Child2" ptType="all" refPtType="all" refType="h" refFor="self" op="none" fact="0.265000" val="0"/>
            </dgm:constrLst>
          </dgm:if>
          <dgm:if name="Name15" axis="ch" ptType="node" func="cnt" arg="none" op="equ" val="3">
            <dgm:alg type="composite">
              <dgm:param type="ar" val="0.9039"/>
            </dgm:alg>
            <dgm:shape rot="0.000000" type="none" r:blip="" blipPhldr="0" lkTxEntry="0" zOrderOff="0" hideGeom="0">
              <dgm:adjLst/>
            </dgm:shape>
            <dgm:constrLst>
              <dgm:constr type="primFontSz" for="des" forName="Child1" ptType="all" refPtType="all" refType="none" refFor="self" op="none" fact="1.000000" val="65"/>
              <dgm:constr type="primFontSz" for="des" forName="Parent1" ptType="all" refPtType="all" refType="none" refFor="self" op="none" fact="1.000000" val="65"/>
              <dgm:constr type="primFontSz" for="des" forName="Child1" ptType="all" refPtType="all" refType="primFontSz" refFor="des" refForName="Parent1" op="lte" fact="1.000000" val="0"/>
              <dgm:constr type="primFontSz" for="des" forName="Child2" ptType="all" refPtType="all" refType="primFontSz" refFor="des" refForName="Parent1" op="lte" fact="1.000000" val="0"/>
              <dgm:constr type="primFontSz" for="des" forName="Child3" ptType="all" refPtType="all" refType="primFontSz" refFor="des" refForName="Parent1" op="lte" fact="1.000000" val="0"/>
              <dgm:constr type="primFontSz" for="des" forName="Child1" ptType="all" refPtType="all" refType="primFontSz" refFor="des" refForName="Parent2" op="lte" fact="1.000000" val="0"/>
              <dgm:constr type="primFontSz" for="des" forName="Child2" ptType="all" refPtType="all" refType="primFontSz" refFor="des" refForName="Parent2" op="lte" fact="1.000000" val="0"/>
              <dgm:constr type="primFontSz" for="des" forName="Child3" ptType="all" refPtType="all" refType="primFontSz" refFor="des" refForName="Parent2" op="lte" fact="1.000000" val="0"/>
              <dgm:constr type="primFontSz" for="des" forName="Child1" ptType="all" refPtType="all" refType="primFontSz" refFor="des" refForName="Parent3" op="lte" fact="1.000000" val="0"/>
              <dgm:constr type="primFontSz" for="des" forName="Child2" ptType="all" refPtType="all" refType="primFontSz" refFor="des" refForName="Parent3" op="lte" fact="1.000000" val="0"/>
              <dgm:constr type="primFontSz" for="des" forName="Child3" ptType="all" refPtType="all" refType="primFontSz" refFor="des" refForName="Parent3" op="lte" fact="1.000000" val="0"/>
              <dgm:constr type="primFontSz" for="des" forName="Parent2" ptType="all" refPtType="all" refType="primFontSz" refFor="des" refForName="Parent1" op="equ" fact="1.000000" val="0"/>
              <dgm:constr type="primFontSz" for="des" forName="Parent3" ptType="all" refPtType="all" refType="primFontSz" refFor="des" refForName="Parent1" op="equ" fact="1.000000" val="0"/>
              <dgm:constr type="primFontSz" for="des" forName="Child2" ptType="all" refPtType="all" refType="primFontSz" refFor="des" refForName="Child1" op="equ" fact="1.000000" val="0"/>
              <dgm:constr type="primFontSz" for="des" forName="Child3" ptType="all" refPtType="all" refType="primFontSz" refFor="des" refForName="Child1" op="equ" fact="1.000000" val="0"/>
              <dgm:constr type="l" for="ch" forName="Accent1" ptType="all" refPtType="all" refType="w" refFor="self" op="none" fact="0.000000" val="0"/>
              <dgm:constr type="t" for="ch" forName="Accent1" ptType="all" refPtType="all" refType="h" refFor="self" op="none" fact="0.000000" val="0"/>
              <dgm:constr type="w" for="ch" forName="Accent1" ptType="all" refPtType="all" refType="w" refFor="self" op="none" fact="0.532500" val="0"/>
              <dgm:constr type="h" for="ch" forName="Accent1" ptType="all" refPtType="all" refType="h" refFor="self" op="none" fact="0.481400" val="0"/>
              <dgm:constr type="l" for="ch" forName="Accent2" ptType="all" refPtType="all" refType="w" refFor="self" op="none" fact="0.147900" val="0"/>
              <dgm:constr type="t" for="ch" forName="Accent2" ptType="all" refPtType="all" refType="h" refFor="self" op="none" fact="0.276600" val="0"/>
              <dgm:constr type="w" for="ch" forName="Accent2" ptType="all" refPtType="all" refType="w" refFor="self" op="none" fact="0.532500" val="0"/>
              <dgm:constr type="h" for="ch" forName="Accent2" ptType="all" refPtType="all" refType="h" refFor="self" op="none" fact="0.481400" val="0"/>
              <dgm:constr type="l" for="ch" forName="Accent3" ptType="all" refPtType="all" refType="w" refFor="self" op="none" fact="0.037800" val="0"/>
              <dgm:constr type="t" for="ch" forName="Accent3" ptType="all" refPtType="all" refType="h" refFor="self" op="none" fact="0.586300" val="0"/>
              <dgm:constr type="w" for="ch" forName="Accent3" ptType="all" refPtType="all" refType="w" refFor="self" op="none" fact="0.457500" val="0"/>
              <dgm:constr type="h" for="ch" forName="Accent3" ptType="all" refPtType="all" refType="h" refFor="self" op="none" fact="0.413700" val="0"/>
              <dgm:constr type="l" for="ch" forName="Parent1" ptType="all" refPtType="all" refType="w" refFor="self" op="none" fact="0.118300" val="0"/>
              <dgm:constr type="t" for="ch" forName="Parent1" ptType="all" refPtType="all" refType="h" refFor="self" op="none" fact="0.173800" val="0"/>
              <dgm:constr type="w" for="ch" forName="Parent1" ptType="all" refPtType="all" refType="w" refFor="self" op="none" fact="0.295900" val="0"/>
              <dgm:constr type="h" for="ch" forName="Parent1" ptType="all" refPtType="all" refType="h" refFor="self" op="none" fact="0.133700" val="0"/>
              <dgm:constr type="l" for="ch" forName="Parent2" ptType="all" refPtType="all" refType="w" refFor="self" op="none" fact="0.265600" val="0"/>
              <dgm:constr type="t" for="ch" forName="Parent2" ptType="all" refPtType="all" refType="h" refFor="self" op="none" fact="0.452000" val="0"/>
              <dgm:constr type="w" for="ch" forName="Parent2" ptType="all" refPtType="all" refType="w" refFor="self" op="none" fact="0.295900" val="0"/>
              <dgm:constr type="h" for="ch" forName="Parent2" ptType="all" refPtType="all" refType="h" refFor="self" op="none" fact="0.133700" val="0"/>
              <dgm:constr type="l" for="ch" forName="Parent3" ptType="all" refPtType="all" refType="w" refFor="self" op="none" fact="0.118300" val="0"/>
              <dgm:constr type="t" for="ch" forName="Parent3" ptType="all" refPtType="all" refType="h" refFor="self" op="none" fact="0.730600" val="0"/>
              <dgm:constr type="w" for="ch" forName="Parent3" ptType="all" refPtType="all" refType="w" refFor="self" op="none" fact="0.295900" val="0"/>
              <dgm:constr type="h" for="ch" forName="Parent3" ptType="all" refPtType="all" refType="h" refFor="self" op="none" fact="0.133700" val="0"/>
              <dgm:constr type="l" for="ch" forName="Child1" ptType="all" refPtType="all" refType="w" refFor="self" op="none" fact="0.532500" val="0"/>
              <dgm:constr type="t" for="ch" forName="Child1" ptType="all" refPtType="all" refType="h" refFor="self" op="none" fact="0.143500" val="0"/>
              <dgm:constr type="w" for="ch" forName="Child1" ptType="all" refPtType="all" refType="w" refFor="self" op="none" fact="0.319500" val="0"/>
              <dgm:constr type="h" for="ch" forName="Child1" ptType="all" refPtType="all" refType="h" refFor="self" op="none" fact="0.192600" val="0"/>
              <dgm:constr type="l" for="ch" forName="Child2" ptType="all" refPtType="all" refType="w" refFor="self" op="none" fact="0.680500" val="0"/>
              <dgm:constr type="t" for="ch" forName="Child2" ptType="all" refPtType="all" refType="h" refFor="self" op="none" fact="0.421700" val="0"/>
              <dgm:constr type="w" for="ch" forName="Child2" ptType="all" refPtType="all" refType="w" refFor="self" op="none" fact="0.319500" val="0"/>
              <dgm:constr type="h" for="ch" forName="Child2" ptType="all" refPtType="all" refType="h" refFor="self" op="none" fact="0.192600" val="0"/>
              <dgm:constr type="l" for="ch" forName="Child3" ptType="all" refPtType="all" refType="w" refFor="self" op="none" fact="0.532500" val="0"/>
              <dgm:constr type="t" for="ch" forName="Child3" ptType="all" refPtType="all" refType="h" refFor="self" op="none" fact="0.699800" val="0"/>
              <dgm:constr type="w" for="ch" forName="Child3" ptType="all" refPtType="all" refType="w" refFor="self" op="none" fact="0.319500" val="0"/>
              <dgm:constr type="h" for="ch" forName="Child3" ptType="all" refPtType="all" refType="h" refFor="self" op="none" fact="0.192600" val="0"/>
            </dgm:constrLst>
          </dgm:if>
          <dgm:if name="Name16" axis="ch" ptType="node" func="cnt" arg="none" op="equ" val="4">
            <dgm:alg type="composite">
              <dgm:param type="ar" val="0.7073"/>
            </dgm:alg>
            <dgm:constrLst>
              <dgm:constr type="primFontSz" for="des" forName="Child1" ptType="all" refPtType="all" refType="none" refFor="self" op="none" fact="1.000000" val="65"/>
              <dgm:constr type="primFontSz" for="des" forName="Parent1" ptType="all" refPtType="all" refType="none" refFor="self" op="none" fact="1.000000" val="65"/>
              <dgm:constr type="primFontSz" for="des" forName="Child1" ptType="all" refPtType="all" refType="primFontSz" refFor="des" refForName="Parent1" op="lte" fact="1.000000" val="0"/>
              <dgm:constr type="primFontSz" for="des" forName="Child2" ptType="all" refPtType="all" refType="primFontSz" refFor="des" refForName="Parent1" op="lte" fact="1.000000" val="0"/>
              <dgm:constr type="primFontSz" for="des" forName="Child3" ptType="all" refPtType="all" refType="primFontSz" refFor="des" refForName="Parent1" op="lte" fact="1.000000" val="0"/>
              <dgm:constr type="primFontSz" for="des" forName="Child4" ptType="all" refPtType="all" refType="primFontSz" refFor="des" refForName="Parent1" op="lte" fact="1.000000" val="0"/>
              <dgm:constr type="primFontSz" for="des" forName="Child1" ptType="all" refPtType="all" refType="primFontSz" refFor="des" refForName="Parent2" op="lte" fact="1.000000" val="0"/>
              <dgm:constr type="primFontSz" for="des" forName="Child2" ptType="all" refPtType="all" refType="primFontSz" refFor="des" refForName="Parent2" op="lte" fact="1.000000" val="0"/>
              <dgm:constr type="primFontSz" for="des" forName="Child3" ptType="all" refPtType="all" refType="primFontSz" refFor="des" refForName="Parent2" op="lte" fact="1.000000" val="0"/>
              <dgm:constr type="primFontSz" for="des" forName="Child4" ptType="all" refPtType="all" refType="primFontSz" refFor="des" refForName="Parent2" op="lte" fact="1.000000" val="0"/>
              <dgm:constr type="primFontSz" for="des" forName="Child1" ptType="all" refPtType="all" refType="primFontSz" refFor="des" refForName="Parent3" op="lte" fact="1.000000" val="0"/>
              <dgm:constr type="primFontSz" for="des" forName="Child2" ptType="all" refPtType="all" refType="primFontSz" refFor="des" refForName="Parent3" op="lte" fact="1.000000" val="0"/>
              <dgm:constr type="primFontSz" for="des" forName="Child3" ptType="all" refPtType="all" refType="primFontSz" refFor="des" refForName="Parent3" op="lte" fact="1.000000" val="0"/>
              <dgm:constr type="primFontSz" for="des" forName="Child4" ptType="all" refPtType="all" refType="primFontSz" refFor="des" refForName="Parent3" op="lte" fact="1.000000" val="0"/>
              <dgm:constr type="primFontSz" for="des" forName="Child1" ptType="all" refPtType="all" refType="primFontSz" refFor="des" refForName="Parent4" op="lte" fact="1.000000" val="0"/>
              <dgm:constr type="primFontSz" for="des" forName="Child2" ptType="all" refPtType="all" refType="primFontSz" refFor="des" refForName="Parent4" op="lte" fact="1.000000" val="0"/>
              <dgm:constr type="primFontSz" for="des" forName="Child3" ptType="all" refPtType="all" refType="primFontSz" refFor="des" refForName="Parent4" op="lte" fact="1.000000" val="0"/>
              <dgm:constr type="primFontSz" for="des" forName="Child4" ptType="all" refPtType="all" refType="primFontSz" refFor="des" refForName="Parent4" op="lte" fact="1.000000" val="0"/>
              <dgm:constr type="primFontSz" for="des" forName="Parent2" ptType="all" refPtType="all" refType="primFontSz" refFor="des" refForName="Parent1" op="equ" fact="1.000000" val="0"/>
              <dgm:constr type="primFontSz" for="des" forName="Parent3" ptType="all" refPtType="all" refType="primFontSz" refFor="des" refForName="Parent1" op="equ" fact="1.000000" val="0"/>
              <dgm:constr type="primFontSz" for="des" forName="Parent4" ptType="all" refPtType="all" refType="primFontSz" refFor="des" refForName="Parent1" op="equ" fact="1.000000" val="0"/>
              <dgm:constr type="primFontSz" for="des" forName="Child2" ptType="all" refPtType="all" refType="primFontSz" refFor="des" refForName="Child1" op="equ" fact="1.000000" val="0"/>
              <dgm:constr type="primFontSz" for="des" forName="Child3" ptType="all" refPtType="all" refType="primFontSz" refFor="des" refForName="Child1" op="equ" fact="1.000000" val="0"/>
              <dgm:constr type="primFontSz" for="des" forName="Child4" ptType="all" refPtType="all" refType="primFontSz" refFor="des" refForName="Child1" op="equ" fact="1.000000" val="0"/>
              <dgm:constr type="l" for="ch" forName="Accent1" ptType="all" refPtType="all" refType="w" refFor="self" op="none" fact="0.000000" val="0"/>
              <dgm:constr type="t" for="ch" forName="Accent1" ptType="all" refPtType="all" refType="h" refFor="self" op="none" fact="0.000000" val="0"/>
              <dgm:constr type="w" for="ch" forName="Accent1" ptType="all" refPtType="all" refType="w" refFor="self" op="none" fact="0.533100" val="0"/>
              <dgm:constr type="h" for="ch" forName="Accent1" ptType="all" refPtType="all" refType="h" refFor="self" op="none" fact="0.377100" val="0"/>
              <dgm:constr type="l" for="ch" forName="Accent2" ptType="all" refPtType="all" refType="w" refFor="self" op="none" fact="0.148100" val="0"/>
              <dgm:constr type="t" for="ch" forName="Accent2" ptType="all" refPtType="all" refType="h" refFor="self" op="none" fact="0.216700" val="0"/>
              <dgm:constr type="w" for="ch" forName="Accent2" ptType="all" refPtType="all" refType="w" refFor="self" op="none" fact="0.533100" val="0"/>
              <dgm:constr type="h" for="ch" forName="Accent2" ptType="all" refPtType="all" refType="h" refFor="self" op="none" fact="0.377100" val="0"/>
              <dgm:constr type="l" for="ch" forName="Accent3" ptType="all" refPtType="all" refType="w" refFor="self" op="none" fact="0.000000" val="0"/>
              <dgm:constr type="t" for="ch" forName="Accent3" ptType="all" refPtType="all" refType="h" refFor="self" op="none" fact="0.434200" val="0"/>
              <dgm:constr type="w" for="ch" forName="Accent3" ptType="all" refPtType="all" refType="w" refFor="self" op="none" fact="0.533100" val="0"/>
              <dgm:constr type="h" for="ch" forName="Accent3" ptType="all" refPtType="all" refType="h" refFor="self" op="none" fact="0.377100" val="0"/>
              <dgm:constr type="l" for="ch" forName="Accent4" ptType="all" refPtType="all" refType="w" refFor="self" op="none" fact="0.186000" val="0"/>
              <dgm:constr type="t" for="ch" forName="Accent4" ptType="all" refPtType="all" refType="h" refFor="self" op="none" fact="0.675900" val="0"/>
              <dgm:constr type="w" for="ch" forName="Accent4" ptType="all" refPtType="all" refType="w" refFor="self" op="none" fact="0.458000" val="0"/>
              <dgm:constr type="h" for="ch" forName="Accent4" ptType="all" refPtType="all" refType="h" refFor="self" op="none" fact="0.324100" val="0"/>
              <dgm:constr type="l" for="ch" forName="Parent1" ptType="all" refPtType="all" refType="w" refFor="self" op="none" fact="0.117100" val="0"/>
              <dgm:constr type="t" for="ch" forName="Parent1" ptType="all" refPtType="all" refType="h" refFor="self" op="none" fact="0.136500" val="0"/>
              <dgm:constr type="w" for="ch" forName="Parent1" ptType="all" refPtType="all" refType="w" refFor="self" op="none" fact="0.297500" val="0"/>
              <dgm:constr type="h" for="ch" forName="Parent1" ptType="all" refPtType="all" refType="h" refFor="self" op="none" fact="0.105200" val="0"/>
              <dgm:constr type="l" for="ch" forName="Parent2" ptType="all" refPtType="all" refType="w" refFor="self" op="none" fact="0.265800" val="0"/>
              <dgm:constr type="t" for="ch" forName="Parent2" ptType="all" refPtType="all" refType="h" refFor="self" op="none" fact="0.353600" val="0"/>
              <dgm:constr type="w" for="ch" forName="Parent2" ptType="all" refPtType="all" refType="w" refFor="self" op="none" fact="0.297500" val="0"/>
              <dgm:constr type="h" for="ch" forName="Parent2" ptType="all" refPtType="all" refType="h" refFor="self" op="none" fact="0.105200" val="0"/>
              <dgm:constr type="l" for="ch" forName="Parent3" ptType="all" refPtType="all" refType="w" refFor="self" op="none" fact="0.117100" val="0"/>
              <dgm:constr type="t" for="ch" forName="Parent3" ptType="all" refPtType="all" refType="h" refFor="self" op="none" fact="0.570700" val="0"/>
              <dgm:constr type="w" for="ch" forName="Parent3" ptType="all" refPtType="all" refType="w" refFor="self" op="none" fact="0.297500" val="0"/>
              <dgm:constr type="h" for="ch" forName="Parent3" ptType="all" refPtType="all" refType="h" refFor="self" op="none" fact="0.105200" val="0"/>
              <dgm:constr type="l" for="ch" forName="Parent4" ptType="all" refPtType="all" refType="w" refFor="self" op="none" fact="0.265800" val="0"/>
              <dgm:constr type="t" for="ch" forName="Parent4" ptType="all" refPtType="all" refType="h" refFor="self" op="none" fact="0.787800" val="0"/>
              <dgm:constr type="w" for="ch" forName="Parent4" ptType="all" refPtType="all" refType="w" refFor="self" op="none" fact="0.297500" val="0"/>
              <dgm:constr type="h" for="ch" forName="Parent4" ptType="all" refPtType="all" refType="h" refFor="self" op="none" fact="0.105200" val="0"/>
              <dgm:constr type="l" for="ch" forName="Child1" ptType="all" refPtType="all" refType="w" refFor="self" op="none" fact="0.534800" val="0"/>
              <dgm:constr type="t" for="ch" forName="Child1" ptType="all" refPtType="all" refType="h" refFor="self" op="none" fact="0.111900" val="0"/>
              <dgm:constr type="w" for="ch" forName="Child1" ptType="all" refPtType="all" refType="w" refFor="self" op="none" fact="0.319600" val="0"/>
              <dgm:constr type="h" for="ch" forName="Child1" ptType="all" refPtType="all" refType="h" refFor="self" op="none" fact="0.150000" val="0"/>
              <dgm:constr type="l" for="ch" forName="Child2" ptType="all" refPtType="all" refType="w" refFor="self" op="none" fact="0.680400" val="0"/>
              <dgm:constr type="t" for="ch" forName="Child2" ptType="all" refPtType="all" refType="h" refFor="self" op="none" fact="0.331200" val="0"/>
              <dgm:constr type="w" for="ch" forName="Child2" ptType="all" refPtType="all" refType="w" refFor="self" op="none" fact="0.319600" val="0"/>
              <dgm:constr type="h" for="ch" forName="Child2" ptType="all" refPtType="all" refType="h" refFor="self" op="none" fact="0.150000" val="0"/>
              <dgm:constr type="l" for="ch" forName="Child3" ptType="all" refPtType="all" refType="w" refFor="self" op="none" fact="0.534800" val="0"/>
              <dgm:constr type="t" for="ch" forName="Child3" ptType="all" refPtType="all" refType="h" refFor="self" op="none" fact="0.546100" val="0"/>
              <dgm:constr type="w" for="ch" forName="Child3" ptType="all" refPtType="all" refType="w" refFor="self" op="none" fact="0.319600" val="0"/>
              <dgm:constr type="h" for="ch" forName="Child3" ptType="all" refPtType="all" refType="h" refFor="self" op="none" fact="0.150000" val="0"/>
              <dgm:constr type="l" for="ch" forName="Child4" ptType="all" refPtType="all" refType="w" refFor="self" op="none" fact="0.680400" val="0"/>
              <dgm:constr type="t" for="ch" forName="Child4" ptType="all" refPtType="all" refType="h" refFor="self" op="none" fact="0.763200" val="0"/>
              <dgm:constr type="w" for="ch" forName="Child4" ptType="all" refPtType="all" refType="w" refFor="self" op="none" fact="0.319600" val="0"/>
              <dgm:constr type="h" for="ch" forName="Child4" ptType="all" refPtType="all" refType="h" refFor="self" op="none" fact="0.150000" val="0"/>
            </dgm:constrLst>
          </dgm:if>
          <dgm:if name="Name17" axis="ch" ptType="node" func="cnt" arg="none" op="equ" val="5">
            <dgm:alg type="composite">
              <dgm:param type="ar" val="0.5811"/>
            </dgm:alg>
            <dgm:constrLst>
              <dgm:constr type="primFontSz" for="des" forName="Child1" ptType="all" refPtType="all" refType="none" refFor="self" op="none" fact="1.000000" val="65"/>
              <dgm:constr type="primFontSz" for="des" forName="Parent1" ptType="all" refPtType="all" refType="none" refFor="self" op="none" fact="1.000000" val="65"/>
              <dgm:constr type="primFontSz" for="des" forName="Child1" ptType="all" refPtType="all" refType="primFontSz" refFor="des" refForName="Parent1" op="lte" fact="1.000000" val="0"/>
              <dgm:constr type="primFontSz" for="des" forName="Child2" ptType="all" refPtType="all" refType="primFontSz" refFor="des" refForName="Parent1" op="lte" fact="1.000000" val="0"/>
              <dgm:constr type="primFontSz" for="des" forName="Child3" ptType="all" refPtType="all" refType="primFontSz" refFor="des" refForName="Parent1" op="lte" fact="1.000000" val="0"/>
              <dgm:constr type="primFontSz" for="des" forName="Child4" ptType="all" refPtType="all" refType="primFontSz" refFor="des" refForName="Parent1" op="lte" fact="1.000000" val="0"/>
              <dgm:constr type="primFontSz" for="des" forName="Child5" ptType="all" refPtType="all" refType="primFontSz" refFor="des" refForName="Parent1" op="lte" fact="1.000000" val="0"/>
              <dgm:constr type="primFontSz" for="des" forName="Child1" ptType="all" refPtType="all" refType="primFontSz" refFor="des" refForName="Parent2" op="lte" fact="1.000000" val="0"/>
              <dgm:constr type="primFontSz" for="des" forName="Child2" ptType="all" refPtType="all" refType="primFontSz" refFor="des" refForName="Parent2" op="lte" fact="1.000000" val="0"/>
              <dgm:constr type="primFontSz" for="des" forName="Child3" ptType="all" refPtType="all" refType="primFontSz" refFor="des" refForName="Parent2" op="lte" fact="1.000000" val="0"/>
              <dgm:constr type="primFontSz" for="des" forName="Child4" ptType="all" refPtType="all" refType="primFontSz" refFor="des" refForName="Parent2" op="lte" fact="1.000000" val="0"/>
              <dgm:constr type="primFontSz" for="des" forName="Child5" ptType="all" refPtType="all" refType="primFontSz" refFor="des" refForName="Parent2" op="lte" fact="1.000000" val="0"/>
              <dgm:constr type="primFontSz" for="des" forName="Child1" ptType="all" refPtType="all" refType="primFontSz" refFor="des" refForName="Parent3" op="lte" fact="1.000000" val="0"/>
              <dgm:constr type="primFontSz" for="des" forName="Child2" ptType="all" refPtType="all" refType="primFontSz" refFor="des" refForName="Parent3" op="lte" fact="1.000000" val="0"/>
              <dgm:constr type="primFontSz" for="des" forName="Child3" ptType="all" refPtType="all" refType="primFontSz" refFor="des" refForName="Parent3" op="lte" fact="1.000000" val="0"/>
              <dgm:constr type="primFontSz" for="des" forName="Child4" ptType="all" refPtType="all" refType="primFontSz" refFor="des" refForName="Parent3" op="lte" fact="1.000000" val="0"/>
              <dgm:constr type="primFontSz" for="des" forName="Child5" ptType="all" refPtType="all" refType="primFontSz" refFor="des" refForName="Parent3" op="lte" fact="1.000000" val="0"/>
              <dgm:constr type="primFontSz" for="des" forName="Child1" ptType="all" refPtType="all" refType="primFontSz" refFor="des" refForName="Parent4" op="lte" fact="1.000000" val="0"/>
              <dgm:constr type="primFontSz" for="des" forName="Child2" ptType="all" refPtType="all" refType="primFontSz" refFor="des" refForName="Parent4" op="lte" fact="1.000000" val="0"/>
              <dgm:constr type="primFontSz" for="des" forName="Child3" ptType="all" refPtType="all" refType="primFontSz" refFor="des" refForName="Parent4" op="lte" fact="1.000000" val="0"/>
              <dgm:constr type="primFontSz" for="des" forName="Child4" ptType="all" refPtType="all" refType="primFontSz" refFor="des" refForName="Parent4" op="lte" fact="1.000000" val="0"/>
              <dgm:constr type="primFontSz" for="des" forName="Child5" ptType="all" refPtType="all" refType="primFontSz" refFor="des" refForName="Parent4" op="lte" fact="1.000000" val="0"/>
              <dgm:constr type="primFontSz" for="des" forName="Child1" ptType="all" refPtType="all" refType="primFontSz" refFor="des" refForName="Parent5" op="lte" fact="1.000000" val="0"/>
              <dgm:constr type="primFontSz" for="des" forName="Child2" ptType="all" refPtType="all" refType="primFontSz" refFor="des" refForName="Parent5" op="lte" fact="1.000000" val="0"/>
              <dgm:constr type="primFontSz" for="des" forName="Child3" ptType="all" refPtType="all" refType="primFontSz" refFor="des" refForName="Parent5" op="lte" fact="1.000000" val="0"/>
              <dgm:constr type="primFontSz" for="des" forName="Child4" ptType="all" refPtType="all" refType="primFontSz" refFor="des" refForName="Parent5" op="lte" fact="1.000000" val="0"/>
              <dgm:constr type="primFontSz" for="des" forName="Child5" ptType="all" refPtType="all" refType="primFontSz" refFor="des" refForName="Parent5" op="lte" fact="1.000000" val="0"/>
              <dgm:constr type="primFontSz" for="des" forName="Parent2" ptType="all" refPtType="all" refType="primFontSz" refFor="des" refForName="Parent1" op="equ" fact="1.000000" val="0"/>
              <dgm:constr type="primFontSz" for="des" forName="Parent3" ptType="all" refPtType="all" refType="primFontSz" refFor="des" refForName="Parent1" op="equ" fact="1.000000" val="0"/>
              <dgm:constr type="primFontSz" for="des" forName="Parent4" ptType="all" refPtType="all" refType="primFontSz" refFor="des" refForName="Parent1" op="equ" fact="1.000000" val="0"/>
              <dgm:constr type="primFontSz" for="des" forName="Parent5" ptType="all" refPtType="all" refType="primFontSz" refFor="des" refForName="Parent1" op="equ" fact="1.000000" val="0"/>
              <dgm:constr type="primFontSz" for="des" forName="Child2" ptType="all" refPtType="all" refType="primFontSz" refFor="des" refForName="Child1" op="equ" fact="1.000000" val="0"/>
              <dgm:constr type="primFontSz" for="des" forName="Child3" ptType="all" refPtType="all" refType="primFontSz" refFor="des" refForName="Child1" op="equ" fact="1.000000" val="0"/>
              <dgm:constr type="primFontSz" for="des" forName="Child4" ptType="all" refPtType="all" refType="primFontSz" refFor="des" refForName="Child1" op="equ" fact="1.000000" val="0"/>
              <dgm:constr type="primFontSz" for="des" forName="Child5" ptType="all" refPtType="all" refType="primFontSz" refFor="des" refForName="Child1" op="equ" fact="1.000000" val="0"/>
              <dgm:constr type="l" for="ch" forName="Accent1" ptType="all" refPtType="all" refType="w" refFor="self" op="none" fact="0.000000" val="0"/>
              <dgm:constr type="t" for="ch" forName="Accent1" ptType="all" refPtType="all" refType="h" refFor="self" op="none" fact="0.000000" val="0"/>
              <dgm:constr type="w" for="ch" forName="Accent1" ptType="all" refPtType="all" refType="w" refFor="self" op="none" fact="0.533100" val="0"/>
              <dgm:constr type="h" for="ch" forName="Accent1" ptType="all" refPtType="all" refType="h" refFor="self" op="none" fact="0.309800" val="0"/>
              <dgm:constr type="l" for="ch" forName="Accent2" ptType="all" refPtType="all" refType="w" refFor="self" op="none" fact="0.148100" val="0"/>
              <dgm:constr type="t" for="ch" forName="Accent2" ptType="all" refPtType="all" refType="h" refFor="self" op="none" fact="0.178000" val="0"/>
              <dgm:constr type="w" for="ch" forName="Accent2" ptType="all" refPtType="all" refType="w" refFor="self" op="none" fact="0.533100" val="0"/>
              <dgm:constr type="h" for="ch" forName="Accent2" ptType="all" refPtType="all" refType="h" refFor="self" op="none" fact="0.309800" val="0"/>
              <dgm:constr type="l" for="ch" forName="Accent3" ptType="all" refPtType="all" refType="w" refFor="self" op="none" fact="0.000000" val="0"/>
              <dgm:constr type="t" for="ch" forName="Accent3" ptType="all" refPtType="all" refType="h" refFor="self" op="none" fact="0.356800" val="0"/>
              <dgm:constr type="w" for="ch" forName="Accent3" ptType="all" refPtType="all" refType="w" refFor="self" op="none" fact="0.533100" val="0"/>
              <dgm:constr type="h" for="ch" forName="Accent3" ptType="all" refPtType="all" refType="h" refFor="self" op="none" fact="0.309800" val="0"/>
              <dgm:constr type="l" for="ch" forName="Accent4" ptType="all" refPtType="all" refType="w" refFor="self" op="none" fact="0.148100" val="0"/>
              <dgm:constr type="t" for="ch" forName="Accent4" ptType="all" refPtType="all" refType="h" refFor="self" op="none" fact="0.535100" val="0"/>
              <dgm:constr type="w" for="ch" forName="Accent4" ptType="all" refPtType="all" refType="w" refFor="self" op="none" fact="0.533100" val="0"/>
              <dgm:constr type="h" for="ch" forName="Accent4" ptType="all" refPtType="all" refType="h" refFor="self" op="none" fact="0.309800" val="0"/>
              <dgm:constr type="l" for="ch" forName="Accent5" ptType="all" refPtType="all" refType="w" refFor="self" op="none" fact="0.037800" val="0"/>
              <dgm:constr type="t" for="ch" forName="Accent5" ptType="all" refPtType="all" refType="h" refFor="self" op="none" fact="0.733700" val="0"/>
              <dgm:constr type="w" for="ch" forName="Accent5" ptType="all" refPtType="all" refType="w" refFor="self" op="none" fact="0.458000" val="0"/>
              <dgm:constr type="h" for="ch" forName="Accent5" ptType="all" refPtType="all" refType="h" refFor="self" op="none" fact="0.266300" val="0"/>
              <dgm:constr type="l" for="ch" forName="Parent1" ptType="all" refPtType="all" refType="w" refFor="self" op="none" fact="0.117100" val="0"/>
              <dgm:constr type="t" for="ch" forName="Parent1" ptType="all" refPtType="all" refType="h" refFor="self" op="none" fact="0.112200" val="0"/>
              <dgm:constr type="w" for="ch" forName="Parent1" ptType="all" refPtType="all" refType="w" refFor="self" op="none" fact="0.297500" val="0"/>
              <dgm:constr type="h" for="ch" forName="Parent1" ptType="all" refPtType="all" refType="h" refFor="self" op="none" fact="0.086400" val="0"/>
              <dgm:constr type="l" for="ch" forName="Parent2" ptType="all" refPtType="all" refType="w" refFor="self" op="none" fact="0.265800" val="0"/>
              <dgm:constr type="t" for="ch" forName="Parent2" ptType="all" refPtType="all" refType="h" refFor="self" op="none" fact="0.290600" val="0"/>
              <dgm:constr type="w" for="ch" forName="Parent2" ptType="all" refPtType="all" refType="w" refFor="self" op="none" fact="0.297500" val="0"/>
              <dgm:constr type="h" for="ch" forName="Parent2" ptType="all" refPtType="all" refType="h" refFor="self" op="none" fact="0.086400" val="0"/>
              <dgm:constr type="l" for="ch" forName="Parent3" ptType="all" refPtType="all" refType="w" refFor="self" op="none" fact="0.117100" val="0"/>
              <dgm:constr type="t" for="ch" forName="Parent3" ptType="all" refPtType="all" refType="h" refFor="self" op="none" fact="0.468900" val="0"/>
              <dgm:constr type="w" for="ch" forName="Parent3" ptType="all" refPtType="all" refType="w" refFor="self" op="none" fact="0.297500" val="0"/>
              <dgm:constr type="h" for="ch" forName="Parent3" ptType="all" refPtType="all" refType="h" refFor="self" op="none" fact="0.086400" val="0"/>
              <dgm:constr type="l" for="ch" forName="Parent4" ptType="all" refPtType="all" refType="w" refFor="self" op="none" fact="0.265800" val="0"/>
              <dgm:constr type="t" for="ch" forName="Parent4" ptType="all" refPtType="all" refType="h" refFor="self" op="none" fact="0.647300" val="0"/>
              <dgm:constr type="w" for="ch" forName="Parent4" ptType="all" refPtType="all" refType="w" refFor="self" op="none" fact="0.297500" val="0"/>
              <dgm:constr type="h" for="ch" forName="Parent4" ptType="all" refPtType="all" refType="h" refFor="self" op="none" fact="0.086400" val="0"/>
              <dgm:constr type="l" for="ch" forName="Parent5" ptType="all" refPtType="all" refType="w" refFor="self" op="none" fact="0.117100" val="0"/>
              <dgm:constr type="t" for="ch" forName="Parent5" ptType="all" refPtType="all" refType="h" refFor="self" op="none" fact="0.825700" val="0"/>
              <dgm:constr type="w" for="ch" forName="Parent5" ptType="all" refPtType="all" refType="w" refFor="self" op="none" fact="0.297500" val="0"/>
              <dgm:constr type="h" for="ch" forName="Parent5" ptType="all" refPtType="all" refType="h" refFor="self" op="none" fact="0.086400" val="0"/>
              <dgm:constr type="l" for="ch" forName="Child1" ptType="all" refPtType="all" refType="w" refFor="self" op="none" fact="0.534800" val="0"/>
              <dgm:constr type="t" for="ch" forName="Child1" ptType="all" refPtType="all" refType="h" refFor="self" op="none" fact="0.091900" val="0"/>
              <dgm:constr type="w" for="ch" forName="Child1" ptType="all" refPtType="all" refType="w" refFor="self" op="none" fact="0.319600" val="0"/>
              <dgm:constr type="h" for="ch" forName="Child1" ptType="all" refPtType="all" refType="h" refFor="self" op="none" fact="0.123200" val="0"/>
              <dgm:constr type="l" for="ch" forName="Child2" ptType="all" refPtType="all" refType="w" refFor="self" op="none" fact="0.680400" val="0"/>
              <dgm:constr type="t" for="ch" forName="Child2" ptType="all" refPtType="all" refType="h" refFor="self" op="none" fact="0.272200" val="0"/>
              <dgm:constr type="w" for="ch" forName="Child2" ptType="all" refPtType="all" refType="w" refFor="self" op="none" fact="0.319600" val="0"/>
              <dgm:constr type="h" for="ch" forName="Child2" ptType="all" refPtType="all" refType="h" refFor="self" op="none" fact="0.123200" val="0"/>
              <dgm:constr type="l" for="ch" forName="Child3" ptType="all" refPtType="all" refType="w" refFor="self" op="none" fact="0.534800" val="0"/>
              <dgm:constr type="t" for="ch" forName="Child3" ptType="all" refPtType="all" refType="h" refFor="self" op="none" fact="0.448700" val="0"/>
              <dgm:constr type="w" for="ch" forName="Child3" ptType="all" refPtType="all" refType="w" refFor="self" op="none" fact="0.319600" val="0"/>
              <dgm:constr type="h" for="ch" forName="Child3" ptType="all" refPtType="all" refType="h" refFor="self" op="none" fact="0.123200" val="0"/>
              <dgm:constr type="l" for="ch" forName="Child4" ptType="all" refPtType="all" refType="w" refFor="self" op="none" fact="0.680400" val="0"/>
              <dgm:constr type="t" for="ch" forName="Child4" ptType="all" refPtType="all" refType="h" refFor="self" op="none" fact="0.627100" val="0"/>
              <dgm:constr type="w" for="ch" forName="Child4" ptType="all" refPtType="all" refType="w" refFor="self" op="none" fact="0.319600" val="0"/>
              <dgm:constr type="h" for="ch" forName="Child4" ptType="all" refPtType="all" refType="h" refFor="self" op="none" fact="0.123200" val="0"/>
              <dgm:constr type="l" for="ch" forName="Child5" ptType="all" refPtType="all" refType="w" refFor="self" op="none" fact="0.534800" val="0"/>
              <dgm:constr type="t" for="ch" forName="Child5" ptType="all" refPtType="all" refType="h" refFor="self" op="none" fact="0.807300" val="0"/>
              <dgm:constr type="w" for="ch" forName="Child5" ptType="all" refPtType="all" refType="w" refFor="self" op="none" fact="0.319600" val="0"/>
              <dgm:constr type="h" for="ch" forName="Child5" ptType="all" refPtType="all" refType="h" refFor="self" op="none" fact="0.123200" val="0"/>
            </dgm:constrLst>
          </dgm:if>
          <dgm:if name="Name18" axis="ch" ptType="node" func="cnt" arg="none" op="equ" val="6">
            <dgm:alg type="composite">
              <dgm:param type="ar" val="0.4931"/>
            </dgm:alg>
            <dgm:constrLst>
              <dgm:constr type="primFontSz" for="des" forName="Child1" ptType="all" refPtType="all" refType="none" refFor="self" op="none" fact="1.000000" val="65"/>
              <dgm:constr type="primFontSz" for="des" forName="Parent1" ptType="all" refPtType="all" refType="none" refFor="self" op="none" fact="1.000000" val="65"/>
              <dgm:constr type="primFontSz" for="des" forName="Child1" ptType="all" refPtType="all" refType="primFontSz" refFor="des" refForName="Parent1" op="lte" fact="1.000000" val="0"/>
              <dgm:constr type="primFontSz" for="des" forName="Child2" ptType="all" refPtType="all" refType="primFontSz" refFor="des" refForName="Parent1" op="lte" fact="1.000000" val="0"/>
              <dgm:constr type="primFontSz" for="des" forName="Child3" ptType="all" refPtType="all" refType="primFontSz" refFor="des" refForName="Parent1" op="lte" fact="1.000000" val="0"/>
              <dgm:constr type="primFontSz" for="des" forName="Child4" ptType="all" refPtType="all" refType="primFontSz" refFor="des" refForName="Parent1" op="lte" fact="1.000000" val="0"/>
              <dgm:constr type="primFontSz" for="des" forName="Child5" ptType="all" refPtType="all" refType="primFontSz" refFor="des" refForName="Parent1" op="lte" fact="1.000000" val="0"/>
              <dgm:constr type="primFontSz" for="des" forName="Child6" ptType="all" refPtType="all" refType="primFontSz" refFor="des" refForName="Parent1" op="lte" fact="1.000000" val="0"/>
              <dgm:constr type="primFontSz" for="des" forName="Child1" ptType="all" refPtType="all" refType="primFontSz" refFor="des" refForName="Parent2" op="lte" fact="1.000000" val="0"/>
              <dgm:constr type="primFontSz" for="des" forName="Child2" ptType="all" refPtType="all" refType="primFontSz" refFor="des" refForName="Parent2" op="lte" fact="1.000000" val="0"/>
              <dgm:constr type="primFontSz" for="des" forName="Child3" ptType="all" refPtType="all" refType="primFontSz" refFor="des" refForName="Parent2" op="lte" fact="1.000000" val="0"/>
              <dgm:constr type="primFontSz" for="des" forName="Child4" ptType="all" refPtType="all" refType="primFontSz" refFor="des" refForName="Parent2" op="lte" fact="1.000000" val="0"/>
              <dgm:constr type="primFontSz" for="des" forName="Child5" ptType="all" refPtType="all" refType="primFontSz" refFor="des" refForName="Parent2" op="lte" fact="1.000000" val="0"/>
              <dgm:constr type="primFontSz" for="des" forName="Child6" ptType="all" refPtType="all" refType="primFontSz" refFor="des" refForName="Parent2" op="lte" fact="1.000000" val="0"/>
              <dgm:constr type="primFontSz" for="des" forName="Child1" ptType="all" refPtType="all" refType="primFontSz" refFor="des" refForName="Parent3" op="lte" fact="1.000000" val="0"/>
              <dgm:constr type="primFontSz" for="des" forName="Child2" ptType="all" refPtType="all" refType="primFontSz" refFor="des" refForName="Parent3" op="lte" fact="1.000000" val="0"/>
              <dgm:constr type="primFontSz" for="des" forName="Child3" ptType="all" refPtType="all" refType="primFontSz" refFor="des" refForName="Parent3" op="lte" fact="1.000000" val="0"/>
              <dgm:constr type="primFontSz" for="des" forName="Child4" ptType="all" refPtType="all" refType="primFontSz" refFor="des" refForName="Parent3" op="lte" fact="1.000000" val="0"/>
              <dgm:constr type="primFontSz" for="des" forName="Child5" ptType="all" refPtType="all" refType="primFontSz" refFor="des" refForName="Parent3" op="lte" fact="1.000000" val="0"/>
              <dgm:constr type="primFontSz" for="des" forName="Child6" ptType="all" refPtType="all" refType="primFontSz" refFor="des" refForName="Parent3" op="lte" fact="1.000000" val="0"/>
              <dgm:constr type="primFontSz" for="des" forName="Child1" ptType="all" refPtType="all" refType="primFontSz" refFor="des" refForName="Parent4" op="lte" fact="1.000000" val="0"/>
              <dgm:constr type="primFontSz" for="des" forName="Child2" ptType="all" refPtType="all" refType="primFontSz" refFor="des" refForName="Parent4" op="lte" fact="1.000000" val="0"/>
              <dgm:constr type="primFontSz" for="des" forName="Child3" ptType="all" refPtType="all" refType="primFontSz" refFor="des" refForName="Parent4" op="lte" fact="1.000000" val="0"/>
              <dgm:constr type="primFontSz" for="des" forName="Child4" ptType="all" refPtType="all" refType="primFontSz" refFor="des" refForName="Parent4" op="lte" fact="1.000000" val="0"/>
              <dgm:constr type="primFontSz" for="des" forName="Child5" ptType="all" refPtType="all" refType="primFontSz" refFor="des" refForName="Parent4" op="lte" fact="1.000000" val="0"/>
              <dgm:constr type="primFontSz" for="des" forName="Child6" ptType="all" refPtType="all" refType="primFontSz" refFor="des" refForName="Parent4" op="lte" fact="1.000000" val="0"/>
              <dgm:constr type="primFontSz" for="des" forName="Child1" ptType="all" refPtType="all" refType="primFontSz" refFor="des" refForName="Parent5" op="lte" fact="1.000000" val="0"/>
              <dgm:constr type="primFontSz" for="des" forName="Child2" ptType="all" refPtType="all" refType="primFontSz" refFor="des" refForName="Parent5" op="lte" fact="1.000000" val="0"/>
              <dgm:constr type="primFontSz" for="des" forName="Child3" ptType="all" refPtType="all" refType="primFontSz" refFor="des" refForName="Parent5" op="lte" fact="1.000000" val="0"/>
              <dgm:constr type="primFontSz" for="des" forName="Child4" ptType="all" refPtType="all" refType="primFontSz" refFor="des" refForName="Parent5" op="lte" fact="1.000000" val="0"/>
              <dgm:constr type="primFontSz" for="des" forName="Child5" ptType="all" refPtType="all" refType="primFontSz" refFor="des" refForName="Parent5" op="lte" fact="1.000000" val="0"/>
              <dgm:constr type="primFontSz" for="des" forName="Child6" ptType="all" refPtType="all" refType="primFontSz" refFor="des" refForName="Parent5" op="lte" fact="1.000000" val="0"/>
              <dgm:constr type="primFontSz" for="des" forName="Child1" ptType="all" refPtType="all" refType="primFontSz" refFor="des" refForName="Parent6" op="lte" fact="1.000000" val="0"/>
              <dgm:constr type="primFontSz" for="des" forName="Child2" ptType="all" refPtType="all" refType="primFontSz" refFor="des" refForName="Parent6" op="lte" fact="1.000000" val="0"/>
              <dgm:constr type="primFontSz" for="des" forName="Child3" ptType="all" refPtType="all" refType="primFontSz" refFor="des" refForName="Parent6" op="lte" fact="1.000000" val="0"/>
              <dgm:constr type="primFontSz" for="des" forName="Child4" ptType="all" refPtType="all" refType="primFontSz" refFor="des" refForName="Parent6" op="lte" fact="1.000000" val="0"/>
              <dgm:constr type="primFontSz" for="des" forName="Child5" ptType="all" refPtType="all" refType="primFontSz" refFor="des" refForName="Parent6" op="lte" fact="1.000000" val="0"/>
              <dgm:constr type="primFontSz" for="des" forName="Child6" ptType="all" refPtType="all" refType="primFontSz" refFor="des" refForName="Parent6" op="lte" fact="1.000000" val="0"/>
              <dgm:constr type="primFontSz" for="des" forName="Parent2" ptType="all" refPtType="all" refType="primFontSz" refFor="des" refForName="Parent1" op="equ" fact="1.000000" val="0"/>
              <dgm:constr type="primFontSz" for="des" forName="Parent3" ptType="all" refPtType="all" refType="primFontSz" refFor="des" refForName="Parent1" op="equ" fact="1.000000" val="0"/>
              <dgm:constr type="primFontSz" for="des" forName="Parent4" ptType="all" refPtType="all" refType="primFontSz" refFor="des" refForName="Parent1" op="equ" fact="1.000000" val="0"/>
              <dgm:constr type="primFontSz" for="des" forName="Parent5" ptType="all" refPtType="all" refType="primFontSz" refFor="des" refForName="Parent1" op="equ" fact="1.000000" val="0"/>
              <dgm:constr type="primFontSz" for="des" forName="Parent6" ptType="all" refPtType="all" refType="primFontSz" refFor="des" refForName="Parent1" op="equ" fact="1.000000" val="0"/>
              <dgm:constr type="primFontSz" for="des" forName="Child2" ptType="all" refPtType="all" refType="primFontSz" refFor="des" refForName="Child1" op="equ" fact="1.000000" val="0"/>
              <dgm:constr type="primFontSz" for="des" forName="Child3" ptType="all" refPtType="all" refType="primFontSz" refFor="des" refForName="Child1" op="equ" fact="1.000000" val="0"/>
              <dgm:constr type="primFontSz" for="des" forName="Child4" ptType="all" refPtType="all" refType="primFontSz" refFor="des" refForName="Child1" op="equ" fact="1.000000" val="0"/>
              <dgm:constr type="primFontSz" for="des" forName="Child5" ptType="all" refPtType="all" refType="primFontSz" refFor="des" refForName="Child1" op="equ" fact="1.000000" val="0"/>
              <dgm:constr type="primFontSz" for="des" forName="Child6" ptType="all" refPtType="all" refType="primFontSz" refFor="des" refForName="Child1" op="equ" fact="1.000000" val="0"/>
              <dgm:constr type="l" for="ch" forName="Accent1" ptType="all" refPtType="all" refType="w" refFor="self" op="none" fact="0.000000" val="0"/>
              <dgm:constr type="t" for="ch" forName="Accent1" ptType="all" refPtType="all" refType="h" refFor="self" op="none" fact="0.000000" val="0"/>
              <dgm:constr type="w" for="ch" forName="Accent1" ptType="all" refPtType="all" refType="w" refFor="self" op="none" fact="0.533100" val="0"/>
              <dgm:constr type="h" for="ch" forName="Accent1" ptType="all" refPtType="all" refType="h" refFor="self" op="none" fact="0.262900" val="0"/>
              <dgm:constr type="l" for="ch" forName="Accent2" ptType="all" refPtType="all" refType="w" refFor="self" op="none" fact="0.148100" val="0"/>
              <dgm:constr type="t" for="ch" forName="Accent2" ptType="all" refPtType="all" refType="h" refFor="self" op="none" fact="0.151100" val="0"/>
              <dgm:constr type="w" for="ch" forName="Accent2" ptType="all" refPtType="all" refType="w" refFor="self" op="none" fact="0.533100" val="0"/>
              <dgm:constr type="h" for="ch" forName="Accent2" ptType="all" refPtType="all" refType="h" refFor="self" op="none" fact="0.262900" val="0"/>
              <dgm:constr type="l" for="ch" forName="Accent3" ptType="all" refPtType="all" refType="w" refFor="self" op="none" fact="0.000000" val="0"/>
              <dgm:constr type="t" for="ch" forName="Accent3" ptType="all" refPtType="all" refType="h" refFor="self" op="none" fact="0.302700" val="0"/>
              <dgm:constr type="w" for="ch" forName="Accent3" ptType="all" refPtType="all" refType="w" refFor="self" op="none" fact="0.533100" val="0"/>
              <dgm:constr type="h" for="ch" forName="Accent3" ptType="all" refPtType="all" refType="h" refFor="self" op="none" fact="0.262900" val="0"/>
              <dgm:constr type="l" for="ch" forName="Accent4" ptType="all" refPtType="all" refType="w" refFor="self" op="none" fact="0.148100" val="0"/>
              <dgm:constr type="t" for="ch" forName="Accent4" ptType="all" refPtType="all" refType="h" refFor="self" op="none" fact="0.454100" val="0"/>
              <dgm:constr type="w" for="ch" forName="Accent4" ptType="all" refPtType="all" refType="w" refFor="self" op="none" fact="0.533100" val="0"/>
              <dgm:constr type="h" for="ch" forName="Accent4" ptType="all" refPtType="all" refType="h" refFor="self" op="none" fact="0.262900" val="0"/>
              <dgm:constr type="l" for="ch" forName="Accent5" ptType="all" refPtType="all" refType="w" refFor="self" op="none" fact="0.000000" val="0"/>
              <dgm:constr type="t" for="ch" forName="Accent5" ptType="all" refPtType="all" refType="h" refFor="self" op="none" fact="0.605300" val="0"/>
              <dgm:constr type="w" for="ch" forName="Accent5" ptType="all" refPtType="all" refType="w" refFor="self" op="none" fact="0.533100" val="0"/>
              <dgm:constr type="h" for="ch" forName="Accent5" ptType="all" refPtType="all" refType="h" refFor="self" op="none" fact="0.262900" val="0"/>
              <dgm:constr type="l" for="ch" forName="Accent6" ptType="all" refPtType="all" refType="w" refFor="self" op="none" fact="0.186000" val="0"/>
              <dgm:constr type="t" for="ch" forName="Accent6" ptType="all" refPtType="all" refType="h" refFor="self" op="none" fact="0.774000" val="0"/>
              <dgm:constr type="w" for="ch" forName="Accent6" ptType="all" refPtType="all" refType="w" refFor="self" op="none" fact="0.458000" val="0"/>
              <dgm:constr type="h" for="ch" forName="Accent6" ptType="all" refPtType="all" refType="h" refFor="self" op="none" fact="0.226000" val="0"/>
              <dgm:constr type="l" for="ch" forName="Parent1" ptType="all" refPtType="all" refType="w" refFor="self" op="none" fact="0.117100" val="0"/>
              <dgm:constr type="t" for="ch" forName="Parent1" ptType="all" refPtType="all" refType="h" refFor="self" op="none" fact="0.095200" val="0"/>
              <dgm:constr type="w" for="ch" forName="Parent1" ptType="all" refPtType="all" refType="w" refFor="self" op="none" fact="0.297500" val="0"/>
              <dgm:constr type="h" for="ch" forName="Parent1" ptType="all" refPtType="all" refType="h" refFor="self" op="none" fact="0.073300" val="0"/>
              <dgm:constr type="l" for="ch" forName="Parent2" ptType="all" refPtType="all" refType="w" refFor="self" op="none" fact="0.265800" val="0"/>
              <dgm:constr type="t" for="ch" forName="Parent2" ptType="all" refPtType="all" refType="h" refFor="self" op="none" fact="0.246600" val="0"/>
              <dgm:constr type="w" for="ch" forName="Parent2" ptType="all" refPtType="all" refType="w" refFor="self" op="none" fact="0.297500" val="0"/>
              <dgm:constr type="h" for="ch" forName="Parent2" ptType="all" refPtType="all" refType="h" refFor="self" op="none" fact="0.073300" val="0"/>
              <dgm:constr type="l" for="ch" forName="Parent3" ptType="all" refPtType="all" refType="w" refFor="self" op="none" fact="0.117100" val="0"/>
              <dgm:constr type="t" for="ch" forName="Parent3" ptType="all" refPtType="all" refType="h" refFor="self" op="none" fact="0.397900" val="0"/>
              <dgm:constr type="w" for="ch" forName="Parent3" ptType="all" refPtType="all" refType="w" refFor="self" op="none" fact="0.297500" val="0"/>
              <dgm:constr type="h" for="ch" forName="Parent3" ptType="all" refPtType="all" refType="h" refFor="self" op="none" fact="0.073300" val="0"/>
              <dgm:constr type="l" for="ch" forName="Parent4" ptType="all" refPtType="all" refType="w" refFor="self" op="none" fact="0.265800" val="0"/>
              <dgm:constr type="t" for="ch" forName="Parent4" ptType="all" refPtType="all" refType="h" refFor="self" op="none" fact="0.549300" val="0"/>
              <dgm:constr type="w" for="ch" forName="Parent4" ptType="all" refPtType="all" refType="w" refFor="self" op="none" fact="0.297500" val="0"/>
              <dgm:constr type="h" for="ch" forName="Parent4" ptType="all" refPtType="all" refType="h" refFor="self" op="none" fact="0.073300" val="0"/>
              <dgm:constr type="l" for="ch" forName="Parent5" ptType="all" refPtType="all" refType="w" refFor="self" op="none" fact="0.117100" val="0"/>
              <dgm:constr type="t" for="ch" forName="Parent5" ptType="all" refPtType="all" refType="h" refFor="self" op="none" fact="0.700500" val="0"/>
              <dgm:constr type="w" for="ch" forName="Parent5" ptType="all" refPtType="all" refType="w" refFor="self" op="none" fact="0.297500" val="0"/>
              <dgm:constr type="h" for="ch" forName="Parent5" ptType="all" refPtType="all" refType="h" refFor="self" op="none" fact="0.073300" val="0"/>
              <dgm:constr type="l" for="ch" forName="Parent6" ptType="all" refPtType="all" refType="w" refFor="self" op="none" fact="0.265800" val="0"/>
              <dgm:constr type="t" for="ch" forName="Parent6" ptType="all" refPtType="all" refType="h" refFor="self" op="none" fact="0.851900" val="0"/>
              <dgm:constr type="w" for="ch" forName="Parent6" ptType="all" refPtType="all" refType="w" refFor="self" op="none" fact="0.297500" val="0"/>
              <dgm:constr type="h" for="ch" forName="Parent6" ptType="all" refPtType="all" refType="h" refFor="self" op="none" fact="0.073300" val="0"/>
              <dgm:constr type="l" for="ch" forName="Child1" ptType="all" refPtType="all" refType="w" refFor="self" op="none" fact="0.534800" val="0"/>
              <dgm:constr type="t" for="ch" forName="Child1" ptType="all" refPtType="all" refType="h" refFor="self" op="none" fact="0.078000" val="0"/>
              <dgm:constr type="w" for="ch" forName="Child1" ptType="all" refPtType="all" refType="w" refFor="self" op="none" fact="0.319600" val="0"/>
              <dgm:constr type="h" for="ch" forName="Child1" ptType="all" refPtType="all" refType="h" refFor="self" op="none" fact="0.104600" val="0"/>
              <dgm:constr type="l" for="ch" forName="Child2" ptType="all" refPtType="all" refType="w" refFor="self" op="none" fact="0.680400" val="0"/>
              <dgm:constr type="t" for="ch" forName="Child2" ptType="all" refPtType="all" refType="h" refFor="self" op="none" fact="0.231000" val="0"/>
              <dgm:constr type="w" for="ch" forName="Child2" ptType="all" refPtType="all" refType="w" refFor="self" op="none" fact="0.319600" val="0"/>
              <dgm:constr type="h" for="ch" forName="Child2" ptType="all" refPtType="all" refType="h" refFor="self" op="none" fact="0.104600" val="0"/>
              <dgm:constr type="l" for="ch" forName="Child3" ptType="all" refPtType="all" refType="w" refFor="self" op="none" fact="0.534800" val="0"/>
              <dgm:constr type="t" for="ch" forName="Child3" ptType="all" refPtType="all" refType="h" refFor="self" op="none" fact="0.380800" val="0"/>
              <dgm:constr type="w" for="ch" forName="Child3" ptType="all" refPtType="all" refType="w" refFor="self" op="none" fact="0.319600" val="0"/>
              <dgm:constr type="h" for="ch" forName="Child3" ptType="all" refPtType="all" refType="h" refFor="self" op="none" fact="0.104600" val="0"/>
              <dgm:constr type="l" for="ch" forName="Child4" ptType="all" refPtType="all" refType="w" refFor="self" op="none" fact="0.680400" val="0"/>
              <dgm:constr type="t" for="ch" forName="Child4" ptType="all" refPtType="all" refType="h" refFor="self" op="none" fact="0.532200" val="0"/>
              <dgm:constr type="w" for="ch" forName="Child4" ptType="all" refPtType="all" refType="w" refFor="self" op="none" fact="0.319600" val="0"/>
              <dgm:constr type="h" for="ch" forName="Child4" ptType="all" refPtType="all" refType="h" refFor="self" op="none" fact="0.104600" val="0"/>
              <dgm:constr type="l" for="ch" forName="Child5" ptType="all" refPtType="all" refType="w" refFor="self" op="none" fact="0.534800" val="0"/>
              <dgm:constr type="t" for="ch" forName="Child5" ptType="all" refPtType="all" refType="h" refFor="self" op="none" fact="0.683300" val="0"/>
              <dgm:constr type="w" for="ch" forName="Child5" ptType="all" refPtType="all" refType="w" refFor="self" op="none" fact="0.319600" val="0"/>
              <dgm:constr type="h" for="ch" forName="Child5" ptType="all" refPtType="all" refType="h" refFor="self" op="none" fact="0.104600" val="0"/>
              <dgm:constr type="l" for="ch" forName="Child6" ptType="all" refPtType="all" refType="w" refFor="self" op="none" fact="0.680400" val="0"/>
              <dgm:constr type="t" for="ch" forName="Child6" ptType="all" refPtType="all" refType="h" refFor="self" op="none" fact="0.834700" val="0"/>
              <dgm:constr type="w" for="ch" forName="Child6" ptType="all" refPtType="all" refType="w" refFor="self" op="none" fact="0.319600" val="0"/>
              <dgm:constr type="h" for="ch" forName="Child6" ptType="all" refPtType="all" refType="h" refFor="self" op="none" fact="0.104600" val="0"/>
            </dgm:constrLst>
          </dgm:if>
          <dgm:else name="Name19">
            <dgm:alg type="composite">
              <dgm:param type="ar" val="0.4284"/>
            </dgm:alg>
            <dgm:constrLst>
              <dgm:constr type="primFontSz" for="des" forName="Child1" ptType="all" refPtType="all" refType="none" refFor="self" op="none" fact="1.000000" val="65"/>
              <dgm:constr type="primFontSz" for="des" forName="Parent1" ptType="all" refPtType="all" refType="none" refFor="self" op="none" fact="1.000000" val="65"/>
              <dgm:constr type="primFontSz" for="des" forName="Child1" ptType="all" refPtType="all" refType="primFontSz" refFor="des" refForName="Parent1" op="lte" fact="1.000000" val="0"/>
              <dgm:constr type="primFontSz" for="des" forName="Child2" ptType="all" refPtType="all" refType="primFontSz" refFor="des" refForName="Parent1" op="lte" fact="1.000000" val="0"/>
              <dgm:constr type="primFontSz" for="des" forName="Child3" ptType="all" refPtType="all" refType="primFontSz" refFor="des" refForName="Parent1" op="lte" fact="1.000000" val="0"/>
              <dgm:constr type="primFontSz" for="des" forName="Child4" ptType="all" refPtType="all" refType="primFontSz" refFor="des" refForName="Parent1" op="lte" fact="1.000000" val="0"/>
              <dgm:constr type="primFontSz" for="des" forName="Child5" ptType="all" refPtType="all" refType="primFontSz" refFor="des" refForName="Parent1" op="lte" fact="1.000000" val="0"/>
              <dgm:constr type="primFontSz" for="des" forName="Child6" ptType="all" refPtType="all" refType="primFontSz" refFor="des" refForName="Parent1" op="lte" fact="1.000000" val="0"/>
              <dgm:constr type="primFontSz" for="des" forName="Child7" ptType="all" refPtType="all" refType="primFontSz" refFor="des" refForName="Parent1" op="lte" fact="1.000000" val="0"/>
              <dgm:constr type="primFontSz" for="des" forName="Child1" ptType="all" refPtType="all" refType="primFontSz" refFor="des" refForName="Parent2" op="lte" fact="1.000000" val="0"/>
              <dgm:constr type="primFontSz" for="des" forName="Child2" ptType="all" refPtType="all" refType="primFontSz" refFor="des" refForName="Parent2" op="lte" fact="1.000000" val="0"/>
              <dgm:constr type="primFontSz" for="des" forName="Child3" ptType="all" refPtType="all" refType="primFontSz" refFor="des" refForName="Parent2" op="lte" fact="1.000000" val="0"/>
              <dgm:constr type="primFontSz" for="des" forName="Child4" ptType="all" refPtType="all" refType="primFontSz" refFor="des" refForName="Parent2" op="lte" fact="1.000000" val="0"/>
              <dgm:constr type="primFontSz" for="des" forName="Child5" ptType="all" refPtType="all" refType="primFontSz" refFor="des" refForName="Parent2" op="lte" fact="1.000000" val="0"/>
              <dgm:constr type="primFontSz" for="des" forName="Child6" ptType="all" refPtType="all" refType="primFontSz" refFor="des" refForName="Parent2" op="lte" fact="1.000000" val="0"/>
              <dgm:constr type="primFontSz" for="des" forName="Child7" ptType="all" refPtType="all" refType="primFontSz" refFor="des" refForName="Parent2" op="lte" fact="1.000000" val="0"/>
              <dgm:constr type="primFontSz" for="des" forName="Child1" ptType="all" refPtType="all" refType="primFontSz" refFor="des" refForName="Parent3" op="lte" fact="1.000000" val="0"/>
              <dgm:constr type="primFontSz" for="des" forName="Child2" ptType="all" refPtType="all" refType="primFontSz" refFor="des" refForName="Parent3" op="lte" fact="1.000000" val="0"/>
              <dgm:constr type="primFontSz" for="des" forName="Child3" ptType="all" refPtType="all" refType="primFontSz" refFor="des" refForName="Parent3" op="lte" fact="1.000000" val="0"/>
              <dgm:constr type="primFontSz" for="des" forName="Child4" ptType="all" refPtType="all" refType="primFontSz" refFor="des" refForName="Parent3" op="lte" fact="1.000000" val="0"/>
              <dgm:constr type="primFontSz" for="des" forName="Child5" ptType="all" refPtType="all" refType="primFontSz" refFor="des" refForName="Parent3" op="lte" fact="1.000000" val="0"/>
              <dgm:constr type="primFontSz" for="des" forName="Child6" ptType="all" refPtType="all" refType="primFontSz" refFor="des" refForName="Parent3" op="lte" fact="1.000000" val="0"/>
              <dgm:constr type="primFontSz" for="des" forName="Child7" ptType="all" refPtType="all" refType="primFontSz" refFor="des" refForName="Parent3" op="lte" fact="1.000000" val="0"/>
              <dgm:constr type="primFontSz" for="des" forName="Child1" ptType="all" refPtType="all" refType="primFontSz" refFor="des" refForName="Parent4" op="lte" fact="1.000000" val="0"/>
              <dgm:constr type="primFontSz" for="des" forName="Child2" ptType="all" refPtType="all" refType="primFontSz" refFor="des" refForName="Parent4" op="lte" fact="1.000000" val="0"/>
              <dgm:constr type="primFontSz" for="des" forName="Child3" ptType="all" refPtType="all" refType="primFontSz" refFor="des" refForName="Parent4" op="lte" fact="1.000000" val="0"/>
              <dgm:constr type="primFontSz" for="des" forName="Child4" ptType="all" refPtType="all" refType="primFontSz" refFor="des" refForName="Parent4" op="lte" fact="1.000000" val="0"/>
              <dgm:constr type="primFontSz" for="des" forName="Child5" ptType="all" refPtType="all" refType="primFontSz" refFor="des" refForName="Parent4" op="lte" fact="1.000000" val="0"/>
              <dgm:constr type="primFontSz" for="des" forName="Child6" ptType="all" refPtType="all" refType="primFontSz" refFor="des" refForName="Parent4" op="lte" fact="1.000000" val="0"/>
              <dgm:constr type="primFontSz" for="des" forName="Child7" ptType="all" refPtType="all" refType="primFontSz" refFor="des" refForName="Parent4" op="lte" fact="1.000000" val="0"/>
              <dgm:constr type="primFontSz" for="des" forName="Child1" ptType="all" refPtType="all" refType="primFontSz" refFor="des" refForName="Parent5" op="lte" fact="1.000000" val="0"/>
              <dgm:constr type="primFontSz" for="des" forName="Child2" ptType="all" refPtType="all" refType="primFontSz" refFor="des" refForName="Parent5" op="lte" fact="1.000000" val="0"/>
              <dgm:constr type="primFontSz" for="des" forName="Child3" ptType="all" refPtType="all" refType="primFontSz" refFor="des" refForName="Parent5" op="lte" fact="1.000000" val="0"/>
              <dgm:constr type="primFontSz" for="des" forName="Child4" ptType="all" refPtType="all" refType="primFontSz" refFor="des" refForName="Parent5" op="lte" fact="1.000000" val="0"/>
              <dgm:constr type="primFontSz" for="des" forName="Child5" ptType="all" refPtType="all" refType="primFontSz" refFor="des" refForName="Parent5" op="lte" fact="1.000000" val="0"/>
              <dgm:constr type="primFontSz" for="des" forName="Child6" ptType="all" refPtType="all" refType="primFontSz" refFor="des" refForName="Parent5" op="lte" fact="1.000000" val="0"/>
              <dgm:constr type="primFontSz" for="des" forName="Child7" ptType="all" refPtType="all" refType="primFontSz" refFor="des" refForName="Parent5" op="lte" fact="1.000000" val="0"/>
              <dgm:constr type="primFontSz" for="des" forName="Child1" ptType="all" refPtType="all" refType="primFontSz" refFor="des" refForName="Parent6" op="lte" fact="1.000000" val="0"/>
              <dgm:constr type="primFontSz" for="des" forName="Child2" ptType="all" refPtType="all" refType="primFontSz" refFor="des" refForName="Parent6" op="lte" fact="1.000000" val="0"/>
              <dgm:constr type="primFontSz" for="des" forName="Child3" ptType="all" refPtType="all" refType="primFontSz" refFor="des" refForName="Parent6" op="lte" fact="1.000000" val="0"/>
              <dgm:constr type="primFontSz" for="des" forName="Child4" ptType="all" refPtType="all" refType="primFontSz" refFor="des" refForName="Parent6" op="lte" fact="1.000000" val="0"/>
              <dgm:constr type="primFontSz" for="des" forName="Child5" ptType="all" refPtType="all" refType="primFontSz" refFor="des" refForName="Parent6" op="lte" fact="1.000000" val="0"/>
              <dgm:constr type="primFontSz" for="des" forName="Child6" ptType="all" refPtType="all" refType="primFontSz" refFor="des" refForName="Parent6" op="lte" fact="1.000000" val="0"/>
              <dgm:constr type="primFontSz" for="des" forName="Child7" ptType="all" refPtType="all" refType="primFontSz" refFor="des" refForName="Parent6" op="lte" fact="1.000000" val="0"/>
              <dgm:constr type="primFontSz" for="des" forName="Child1" ptType="all" refPtType="all" refType="primFontSz" refFor="des" refForName="Parent7" op="lte" fact="1.000000" val="0"/>
              <dgm:constr type="primFontSz" for="des" forName="Child2" ptType="all" refPtType="all" refType="primFontSz" refFor="des" refForName="Parent7" op="lte" fact="1.000000" val="0"/>
              <dgm:constr type="primFontSz" for="des" forName="Child3" ptType="all" refPtType="all" refType="primFontSz" refFor="des" refForName="Parent7" op="lte" fact="1.000000" val="0"/>
              <dgm:constr type="primFontSz" for="des" forName="Child4" ptType="all" refPtType="all" refType="primFontSz" refFor="des" refForName="Parent7" op="lte" fact="1.000000" val="0"/>
              <dgm:constr type="primFontSz" for="des" forName="Child5" ptType="all" refPtType="all" refType="primFontSz" refFor="des" refForName="Parent7" op="lte" fact="1.000000" val="0"/>
              <dgm:constr type="primFontSz" for="des" forName="Child6" ptType="all" refPtType="all" refType="primFontSz" refFor="des" refForName="Parent7" op="lte" fact="1.000000" val="0"/>
              <dgm:constr type="primFontSz" for="des" forName="Child7" ptType="all" refPtType="all" refType="primFontSz" refFor="des" refForName="Parent7" op="lte" fact="1.000000" val="0"/>
              <dgm:constr type="primFontSz" for="des" forName="Parent2" ptType="all" refPtType="all" refType="primFontSz" refFor="des" refForName="Parent1" op="equ" fact="1.000000" val="0"/>
              <dgm:constr type="primFontSz" for="des" forName="Parent3" ptType="all" refPtType="all" refType="primFontSz" refFor="des" refForName="Parent1" op="equ" fact="1.000000" val="0"/>
              <dgm:constr type="primFontSz" for="des" forName="Parent4" ptType="all" refPtType="all" refType="primFontSz" refFor="des" refForName="Parent1" op="equ" fact="1.000000" val="0"/>
              <dgm:constr type="primFontSz" for="des" forName="Parent5" ptType="all" refPtType="all" refType="primFontSz" refFor="des" refForName="Parent1" op="equ" fact="1.000000" val="0"/>
              <dgm:constr type="primFontSz" for="des" forName="Parent6" ptType="all" refPtType="all" refType="primFontSz" refFor="des" refForName="Parent1" op="equ" fact="1.000000" val="0"/>
              <dgm:constr type="primFontSz" for="des" forName="Parent7" ptType="all" refPtType="all" refType="primFontSz" refFor="des" refForName="Parent1" op="equ" fact="1.000000" val="0"/>
              <dgm:constr type="primFontSz" for="des" forName="Child2" ptType="all" refPtType="all" refType="primFontSz" refFor="des" refForName="Child1" op="equ" fact="1.000000" val="0"/>
              <dgm:constr type="primFontSz" for="des" forName="Child3" ptType="all" refPtType="all" refType="primFontSz" refFor="des" refForName="Child1" op="equ" fact="1.000000" val="0"/>
              <dgm:constr type="primFontSz" for="des" forName="Child4" ptType="all" refPtType="all" refType="primFontSz" refFor="des" refForName="Child1" op="equ" fact="1.000000" val="0"/>
              <dgm:constr type="primFontSz" for="des" forName="Child5" ptType="all" refPtType="all" refType="primFontSz" refFor="des" refForName="Child1" op="equ" fact="1.000000" val="0"/>
              <dgm:constr type="primFontSz" for="des" forName="Child6" ptType="all" refPtType="all" refType="primFontSz" refFor="des" refForName="Child1" op="equ" fact="1.000000" val="0"/>
              <dgm:constr type="primFontSz" for="des" forName="Child7" ptType="all" refPtType="all" refType="primFontSz" refFor="des" refForName="Child1" op="equ" fact="1.000000" val="0"/>
              <dgm:constr type="l" for="ch" forName="Accent1" ptType="all" refPtType="all" refType="w" refFor="self" op="none" fact="0.000000" val="0"/>
              <dgm:constr type="t" for="ch" forName="Accent1" ptType="all" refPtType="all" refType="h" refFor="self" op="none" fact="0.000000" val="0"/>
              <dgm:constr type="w" for="ch" forName="Accent1" ptType="all" refPtType="all" refType="w" refFor="self" op="none" fact="0.533100" val="0"/>
              <dgm:constr type="h" for="ch" forName="Accent1" ptType="all" refPtType="all" refType="h" refFor="self" op="none" fact="0.228400" val="0"/>
              <dgm:constr type="l" for="ch" forName="Accent2" ptType="all" refPtType="all" refType="w" refFor="self" op="none" fact="0.148100" val="0"/>
              <dgm:constr type="t" for="ch" forName="Accent2" ptType="all" refPtType="all" refType="h" refFor="self" op="none" fact="0.131200" val="0"/>
              <dgm:constr type="w" for="ch" forName="Accent2" ptType="all" refPtType="all" refType="w" refFor="self" op="none" fact="0.533100" val="0"/>
              <dgm:constr type="h" for="ch" forName="Accent2" ptType="all" refPtType="all" refType="h" refFor="self" op="none" fact="0.228400" val="0"/>
              <dgm:constr type="l" for="ch" forName="Accent3" ptType="all" refPtType="all" refType="w" refFor="self" op="none" fact="0.000000" val="0"/>
              <dgm:constr type="t" for="ch" forName="Accent3" ptType="all" refPtType="all" refType="h" refFor="self" op="none" fact="0.263000" val="0"/>
              <dgm:constr type="w" for="ch" forName="Accent3" ptType="all" refPtType="all" refType="w" refFor="self" op="none" fact="0.533100" val="0"/>
              <dgm:constr type="h" for="ch" forName="Accent3" ptType="all" refPtType="all" refType="h" refFor="self" op="none" fact="0.228400" val="0"/>
              <dgm:constr type="l" for="ch" forName="Accent4" ptType="all" refPtType="all" refType="w" refFor="self" op="none" fact="0.148100" val="0"/>
              <dgm:constr type="t" for="ch" forName="Accent4" ptType="all" refPtType="all" refType="h" refFor="self" op="none" fact="0.394500" val="0"/>
              <dgm:constr type="w" for="ch" forName="Accent4" ptType="all" refPtType="all" refType="w" refFor="self" op="none" fact="0.533100" val="0"/>
              <dgm:constr type="h" for="ch" forName="Accent4" ptType="all" refPtType="all" refType="h" refFor="self" op="none" fact="0.228400" val="0"/>
              <dgm:constr type="l" for="ch" forName="Accent5" ptType="all" refPtType="all" refType="w" refFor="self" op="none" fact="0.000000" val="0"/>
              <dgm:constr type="t" for="ch" forName="Accent5" ptType="all" refPtType="all" refType="h" refFor="self" op="none" fact="0.525800" val="0"/>
              <dgm:constr type="w" for="ch" forName="Accent5" ptType="all" refPtType="all" refType="w" refFor="self" op="none" fact="0.533100" val="0"/>
              <dgm:constr type="h" for="ch" forName="Accent5" ptType="all" refPtType="all" refType="h" refFor="self" op="none" fact="0.228400" val="0"/>
              <dgm:constr type="l" for="ch" forName="Accent6" ptType="all" refPtType="all" refType="w" refFor="self" op="none" fact="0.148100" val="0"/>
              <dgm:constr type="t" for="ch" forName="Accent6" ptType="all" refPtType="all" refType="h" refFor="self" op="none" fact="0.657300" val="0"/>
              <dgm:constr type="w" for="ch" forName="Accent6" ptType="all" refPtType="all" refType="w" refFor="self" op="none" fact="0.533100" val="0"/>
              <dgm:constr type="h" for="ch" forName="Accent6" ptType="all" refPtType="all" refType="h" refFor="self" op="none" fact="0.228400" val="0"/>
              <dgm:constr type="l" for="ch" forName="Accent7" ptType="all" refPtType="all" refType="w" refFor="self" op="none" fact="0.037800" val="0"/>
              <dgm:constr type="t" for="ch" forName="Accent7" ptType="all" refPtType="all" refType="h" refFor="self" op="none" fact="0.803700" val="0"/>
              <dgm:constr type="w" for="ch" forName="Accent7" ptType="all" refPtType="all" refType="w" refFor="self" op="none" fact="0.458000" val="0"/>
              <dgm:constr type="h" for="ch" forName="Accent7" ptType="all" refPtType="all" refType="h" refFor="self" op="none" fact="0.196300" val="0"/>
              <dgm:constr type="l" for="ch" forName="Parent1" ptType="all" refPtType="all" refType="w" refFor="self" op="none" fact="0.117100" val="0"/>
              <dgm:constr type="t" for="ch" forName="Parent1" ptType="all" refPtType="all" refType="h" refFor="self" op="none" fact="0.082700" val="0"/>
              <dgm:constr type="w" for="ch" forName="Parent1" ptType="all" refPtType="all" refType="w" refFor="self" op="none" fact="0.297500" val="0"/>
              <dgm:constr type="h" for="ch" forName="Parent1" ptType="all" refPtType="all" refType="h" refFor="self" op="none" fact="0.063700" val="0"/>
              <dgm:constr type="l" for="ch" forName="Parent2" ptType="all" refPtType="all" refType="w" refFor="self" op="none" fact="0.265800" val="0"/>
              <dgm:constr type="t" for="ch" forName="Parent2" ptType="all" refPtType="all" refType="h" refFor="self" op="none" fact="0.214200" val="0"/>
              <dgm:constr type="w" for="ch" forName="Parent2" ptType="all" refPtType="all" refType="w" refFor="self" op="none" fact="0.297500" val="0"/>
              <dgm:constr type="h" for="ch" forName="Parent2" ptType="all" refPtType="all" refType="h" refFor="self" op="none" fact="0.063700" val="0"/>
              <dgm:constr type="l" for="ch" forName="Parent3" ptType="all" refPtType="all" refType="w" refFor="self" op="none" fact="0.117100" val="0"/>
              <dgm:constr type="t" for="ch" forName="Parent3" ptType="all" refPtType="all" refType="h" refFor="self" op="none" fact="0.345700" val="0"/>
              <dgm:constr type="w" for="ch" forName="Parent3" ptType="all" refPtType="all" refType="w" refFor="self" op="none" fact="0.297500" val="0"/>
              <dgm:constr type="h" for="ch" forName="Parent3" ptType="all" refPtType="all" refType="h" refFor="self" op="none" fact="0.063700" val="0"/>
              <dgm:constr type="l" for="ch" forName="Parent4" ptType="all" refPtType="all" refType="w" refFor="self" op="none" fact="0.265800" val="0"/>
              <dgm:constr type="t" for="ch" forName="Parent4" ptType="all" refPtType="all" refType="h" refFor="self" op="none" fact="0.477200" val="0"/>
              <dgm:constr type="w" for="ch" forName="Parent4" ptType="all" refPtType="all" refType="w" refFor="self" op="none" fact="0.297500" val="0"/>
              <dgm:constr type="h" for="ch" forName="Parent4" ptType="all" refPtType="all" refType="h" refFor="self" op="none" fact="0.063700" val="0"/>
              <dgm:constr type="l" for="ch" forName="Parent5" ptType="all" refPtType="all" refType="w" refFor="self" op="none" fact="0.117100" val="0"/>
              <dgm:constr type="t" for="ch" forName="Parent5" ptType="all" refPtType="all" refType="h" refFor="self" op="none" fact="0.608500" val="0"/>
              <dgm:constr type="w" for="ch" forName="Parent5" ptType="all" refPtType="all" refType="w" refFor="self" op="none" fact="0.297500" val="0"/>
              <dgm:constr type="h" for="ch" forName="Parent5" ptType="all" refPtType="all" refType="h" refFor="self" op="none" fact="0.063700" val="0"/>
              <dgm:constr type="l" for="ch" forName="Parent6" ptType="all" refPtType="all" refType="w" refFor="self" op="none" fact="0.265800" val="0"/>
              <dgm:constr type="t" for="ch" forName="Parent6" ptType="all" refPtType="all" refType="h" refFor="self" op="none" fact="0.740000" val="0"/>
              <dgm:constr type="w" for="ch" forName="Parent6" ptType="all" refPtType="all" refType="w" refFor="self" op="none" fact="0.297500" val="0"/>
              <dgm:constr type="h" for="ch" forName="Parent6" ptType="all" refPtType="all" refType="h" refFor="self" op="none" fact="0.063700" val="0"/>
              <dgm:constr type="l" for="ch" forName="Parent7" ptType="all" refPtType="all" refType="w" refFor="self" op="none" fact="0.117100" val="0"/>
              <dgm:constr type="t" for="ch" forName="Parent7" ptType="all" refPtType="all" refType="h" refFor="self" op="none" fact="0.871500" val="0"/>
              <dgm:constr type="w" for="ch" forName="Parent7" ptType="all" refPtType="all" refType="w" refFor="self" op="none" fact="0.297500" val="0"/>
              <dgm:constr type="h" for="ch" forName="Parent7" ptType="all" refPtType="all" refType="h" refFor="self" op="none" fact="0.063700" val="0"/>
              <dgm:constr type="l" for="ch" forName="Child1" ptType="all" refPtType="all" refType="w" refFor="self" op="none" fact="0.534800" val="0"/>
              <dgm:constr type="t" for="ch" forName="Child1" ptType="all" refPtType="all" refType="h" refFor="self" op="none" fact="0.067800" val="0"/>
              <dgm:constr type="w" for="ch" forName="Child1" ptType="all" refPtType="all" refType="w" refFor="self" op="none" fact="0.319600" val="0"/>
              <dgm:constr type="h" for="ch" forName="Child1" ptType="all" refPtType="all" refType="h" refFor="self" op="none" fact="0.090800" val="0"/>
              <dgm:constr type="l" for="ch" forName="Child2" ptType="all" refPtType="all" refType="w" refFor="self" op="none" fact="0.680400" val="0"/>
              <dgm:constr type="t" for="ch" forName="Child2" ptType="all" refPtType="all" refType="h" refFor="self" op="none" fact="0.200600" val="0"/>
              <dgm:constr type="w" for="ch" forName="Child2" ptType="all" refPtType="all" refType="w" refFor="self" op="none" fact="0.319600" val="0"/>
              <dgm:constr type="h" for="ch" forName="Child2" ptType="all" refPtType="all" refType="h" refFor="self" op="none" fact="0.090800" val="0"/>
              <dgm:constr type="l" for="ch" forName="Child3" ptType="all" refPtType="all" refType="w" refFor="self" op="none" fact="0.534800" val="0"/>
              <dgm:constr type="t" for="ch" forName="Child3" ptType="all" refPtType="all" refType="h" refFor="self" op="none" fact="0.330800" val="0"/>
              <dgm:constr type="w" for="ch" forName="Child3" ptType="all" refPtType="all" refType="w" refFor="self" op="none" fact="0.319600" val="0"/>
              <dgm:constr type="h" for="ch" forName="Child3" ptType="all" refPtType="all" refType="h" refFor="self" op="none" fact="0.090800" val="0"/>
              <dgm:constr type="l" for="ch" forName="Child4" ptType="all" refPtType="all" refType="w" refFor="self" op="none" fact="0.680400" val="0"/>
              <dgm:constr type="t" for="ch" forName="Child4" ptType="all" refPtType="all" refType="h" refFor="self" op="none" fact="0.462300" val="0"/>
              <dgm:constr type="w" for="ch" forName="Child4" ptType="all" refPtType="all" refType="w" refFor="self" op="none" fact="0.319600" val="0"/>
              <dgm:constr type="h" for="ch" forName="Child4" ptType="all" refPtType="all" refType="h" refFor="self" op="none" fact="0.090800" val="0"/>
              <dgm:constr type="l" for="ch" forName="Child5" ptType="all" refPtType="all" refType="w" refFor="self" op="none" fact="0.534800" val="0"/>
              <dgm:constr type="t" for="ch" forName="Child5" ptType="all" refPtType="all" refType="h" refFor="self" op="none" fact="0.593600" val="0"/>
              <dgm:constr type="w" for="ch" forName="Child5" ptType="all" refPtType="all" refType="w" refFor="self" op="none" fact="0.319600" val="0"/>
              <dgm:constr type="h" for="ch" forName="Child5" ptType="all" refPtType="all" refType="h" refFor="self" op="none" fact="0.090800" val="0"/>
              <dgm:constr type="l" for="ch" forName="Child6" ptType="all" refPtType="all" refType="w" refFor="self" op="none" fact="0.680400" val="0"/>
              <dgm:constr type="t" for="ch" forName="Child6" ptType="all" refPtType="all" refType="h" refFor="self" op="none" fact="0.725100" val="0"/>
              <dgm:constr type="w" for="ch" forName="Child6" ptType="all" refPtType="all" refType="w" refFor="self" op="none" fact="0.319600" val="0"/>
              <dgm:constr type="h" for="ch" forName="Child6" ptType="all" refPtType="all" refType="h" refFor="self" op="none" fact="0.090800" val="0"/>
              <dgm:constr type="l" for="ch" forName="Child7" ptType="all" refPtType="all" refType="w" refFor="self" op="none" fact="0.534800" val="0"/>
              <dgm:constr type="t" for="ch" forName="Child7" ptType="all" refPtType="all" refType="h" refFor="self" op="none" fact="0.857900" val="0"/>
              <dgm:constr type="w" for="ch" forName="Child7" ptType="all" refPtType="all" refType="w" refFor="self" op="none" fact="0.319600" val="0"/>
              <dgm:constr type="h" for="ch" forName="Child7" ptType="all" refPtType="all" refType="h" refFor="self" op="none" fact="0.090800" val="0"/>
            </dgm:constrLst>
          </dgm:else>
        </dgm:choose>
      </dgm:else>
    </dgm:choose>
    <dgm:forEach name="wrapper" axis="self" ptType="parTrans">
      <dgm:forEach name="accentRepeat" axis="self">
        <dgm:layoutNode name="Accent" styleLbl="node1">
          <dgm:alg type="sp"/>
          <dgm:presOf/>
          <dgm:choose name="Name20">
            <dgm:if name="Name21" func="var" arg="dir" op="equ" val="norm">
              <dgm:choose name="Name22">
                <dgm:if name="Name23" axis="precedSib" ptType="node" func="cnt" arg="none" op="equ" val="0">
                  <dgm:choose name="Name24">
                    <dgm:if name="Name25" axis="followSib" ptType="node" func="cnt" arg="none" op="equ" val="0">
                      <dgm:shape rot="0.000000" type="circularArrow" r:blip="" blipPhldr="0" lkTxEntry="0" zOrderOff="0" hideGeom="0">
                        <dgm:adjLst>
                          <dgm:adj idx="1" val="0.109800"/>
                          <dgm:adj idx="2" val="19.038700"/>
                          <dgm:adj idx="3" val="150.000000"/>
                          <dgm:adj idx="4" val="180.000000"/>
                          <dgm:adj idx="5" val="0.125000"/>
                        </dgm:adjLst>
                      </dgm:shape>
                    </dgm:if>
                    <dgm:else name="Name26">
                      <dgm:shape rot="0.000000" type="circularArrow" r:blip="" blipPhldr="0" lkTxEntry="0" zOrderOff="0" hideGeom="0">
                        <dgm:adjLst>
                          <dgm:adj idx="1" val="0.109800"/>
                          <dgm:adj idx="2" val="19.038700"/>
                          <dgm:adj idx="3" val="75.000000"/>
                          <dgm:adj idx="4" val="180.000000"/>
                          <dgm:adj idx="5" val="0.125000"/>
                        </dgm:adjLst>
                      </dgm:shape>
                    </dgm:else>
                  </dgm:choose>
                </dgm:if>
                <dgm:else name="Name27">
                  <dgm:choose name="Name28">
                    <dgm:if name="Name29" axis="followSib" ptType="node" func="cnt" arg="none" op="equ" val="0">
                      <dgm:choose name="Name30">
                        <dgm:if name="Name31" axis="precedSib" ptType="node" func="cnt" arg="none" op="equ" val="1">
                          <dgm:shape rot="0.000000" type="blockArc" r:blip="" blipPhldr="0" lkTxEntry="0" zOrderOff="0" hideGeom="0">
                            <dgm:adjLst>
                              <dgm:adj idx="1" val="0.000000"/>
                              <dgm:adj idx="2" val="-45.000000"/>
                              <dgm:adj idx="3" val="0.127400"/>
                            </dgm:adjLst>
                          </dgm:shape>
                        </dgm:if>
                        <dgm:if name="Name32" axis="precedSib" ptType="node" func="cnt" arg="none" op="equ" val="2">
                          <dgm:shape rot="0.000000" type="blockArc" r:blip="" blipPhldr="0" lkTxEntry="0" zOrderOff="0" hideGeom="0">
                            <dgm:adjLst>
                              <dgm:adj idx="1" val="-135.000000"/>
                              <dgm:adj idx="2" val="180.000000"/>
                              <dgm:adj idx="3" val="0.127400"/>
                            </dgm:adjLst>
                          </dgm:shape>
                        </dgm:if>
                        <dgm:if name="Name33" axis="precedSib" ptType="node" func="cnt" arg="none" op="equ" val="3">
                          <dgm:shape rot="0.000000" type="blockArc" r:blip="" blipPhldr="0" lkTxEntry="0" zOrderOff="0" hideGeom="0">
                            <dgm:adjLst>
                              <dgm:adj idx="1" val="0.000000"/>
                              <dgm:adj idx="2" val="-45.000000"/>
                              <dgm:adj idx="3" val="0.127400"/>
                            </dgm:adjLst>
                          </dgm:shape>
                        </dgm:if>
                        <dgm:if name="Name34" axis="precedSib" ptType="node" func="cnt" arg="none" op="equ" val="4">
                          <dgm:shape rot="0.000000" type="blockArc" r:blip="" blipPhldr="0" lkTxEntry="0" zOrderOff="0" hideGeom="0">
                            <dgm:adjLst>
                              <dgm:adj idx="1" val="-135.000000"/>
                              <dgm:adj idx="2" val="180.000000"/>
                              <dgm:adj idx="3" val="0.127400"/>
                            </dgm:adjLst>
                          </dgm:shape>
                        </dgm:if>
                        <dgm:if name="Name35" axis="precedSib" ptType="node" func="cnt" arg="none" op="equ" val="5">
                          <dgm:shape rot="0.000000" type="blockArc" r:blip="" blipPhldr="0" lkTxEntry="0" zOrderOff="0" hideGeom="0">
                            <dgm:adjLst>
                              <dgm:adj idx="1" val="0.000000"/>
                              <dgm:adj idx="2" val="-45.000000"/>
                              <dgm:adj idx="3" val="0.127400"/>
                            </dgm:adjLst>
                          </dgm:shape>
                        </dgm:if>
                        <dgm:if name="Name36" axis="precedSib" ptType="node" func="cnt" arg="none" op="equ" val="6">
                          <dgm:shape rot="0.000000" type="blockArc" r:blip="" blipPhldr="0" lkTxEntry="0" zOrderOff="0" hideGeom="0">
                            <dgm:adjLst>
                              <dgm:adj idx="1" val="-135.000000"/>
                              <dgm:adj idx="2" val="180.000000"/>
                              <dgm:adj idx="3" val="0.127400"/>
                            </dgm:adjLst>
                          </dgm:shape>
                        </dgm:if>
                        <dgm:else name="Name37"/>
                      </dgm:choose>
                    </dgm:if>
                    <dgm:else name="Name38">
                      <dgm:choose name="Name39">
                        <dgm:if name="Name40" axis="precedSib" ptType="node" func="cnt" arg="none" op="equ" val="0">
                          <dgm:shape rot="0.000000" type="blockArc" r:blip="" blipPhldr="0" lkTxEntry="0" zOrderOff="0" hideGeom="0">
                            <dgm:adjLst>
                              <dgm:adj idx="1" val="-133.163200"/>
                              <dgm:adj idx="2" val="65.000000"/>
                              <dgm:adj idx="3" val="0.130000"/>
                            </dgm:adjLst>
                          </dgm:shape>
                        </dgm:if>
                        <dgm:if name="Name41" axis="precedSib" ptType="node" func="cnt" arg="none" op="equ" val="1">
                          <dgm:shape rot="0.000000" type="leftCircularArrow" r:blip="" blipPhldr="0" lkTxEntry="0" zOrderOff="0" hideGeom="0">
                            <dgm:adjLst>
                              <dgm:adj idx="1" val="0.109800"/>
                              <dgm:adj idx="2" val="19.038700"/>
                              <dgm:adj idx="3" val="105.000000"/>
                              <dgm:adj idx="4" val="-45.000000"/>
                              <dgm:adj idx="5" val="0.125000"/>
                            </dgm:adjLst>
                          </dgm:shape>
                        </dgm:if>
                        <dgm:if name="Name42" axis="precedSib" ptType="node" func="cnt" arg="none" op="equ" val="2">
                          <dgm:shape rot="0.000000" type="circularArrow" r:blip="" blipPhldr="0" lkTxEntry="0" zOrderOff="0" hideGeom="0">
                            <dgm:adjLst>
                              <dgm:adj idx="1" val="0.109800"/>
                              <dgm:adj idx="2" val="19.038700"/>
                              <dgm:adj idx="3" val="75.000000"/>
                              <dgm:adj idx="4" val="-135.000000"/>
                              <dgm:adj idx="5" val="0.125000"/>
                            </dgm:adjLst>
                          </dgm:shape>
                        </dgm:if>
                        <dgm:if name="Name43" axis="precedSib" ptType="node" func="cnt" arg="none" op="equ" val="3">
                          <dgm:shape rot="0.000000" type="leftCircularArrow" r:blip="" blipPhldr="0" lkTxEntry="0" zOrderOff="0" hideGeom="0">
                            <dgm:adjLst>
                              <dgm:adj idx="1" val="0.109800"/>
                              <dgm:adj idx="2" val="19.038700"/>
                              <dgm:adj idx="3" val="105.000000"/>
                              <dgm:adj idx="4" val="-45.000000"/>
                              <dgm:adj idx="5" val="0.125000"/>
                            </dgm:adjLst>
                          </dgm:shape>
                        </dgm:if>
                        <dgm:if name="Name44" axis="precedSib" ptType="node" func="cnt" arg="none" op="equ" val="4">
                          <dgm:shape rot="0.000000" type="circularArrow" r:blip="" blipPhldr="0" lkTxEntry="0" zOrderOff="0" hideGeom="0">
                            <dgm:adjLst>
                              <dgm:adj idx="1" val="0.109800"/>
                              <dgm:adj idx="2" val="19.038700"/>
                              <dgm:adj idx="3" val="75.000000"/>
                              <dgm:adj idx="4" val="-135.000000"/>
                              <dgm:adj idx="5" val="0.125000"/>
                            </dgm:adjLst>
                          </dgm:shape>
                        </dgm:if>
                        <dgm:if name="Name45" axis="precedSib" ptType="node" func="cnt" arg="none" op="equ" val="5">
                          <dgm:shape rot="0.000000" type="leftCircularArrow" r:blip="" blipPhldr="0" lkTxEntry="0" zOrderOff="0" hideGeom="0">
                            <dgm:adjLst>
                              <dgm:adj idx="1" val="0.109800"/>
                              <dgm:adj idx="2" val="19.038700"/>
                              <dgm:adj idx="3" val="105.000000"/>
                              <dgm:adj idx="4" val="-45.000000"/>
                              <dgm:adj idx="5" val="0.125000"/>
                            </dgm:adjLst>
                          </dgm:shape>
                        </dgm:if>
                        <dgm:if name="Name46" axis="precedSib" ptType="node" func="cnt" arg="none" op="equ" val="6">
                          <dgm:shape rot="0.000000" type="blockArc" r:blip="" blipPhldr="0" lkTxEntry="0" zOrderOff="0" hideGeom="0">
                            <dgm:adjLst>
                              <dgm:adj idx="1" val="-135.000000"/>
                              <dgm:adj idx="2" val="180.000000"/>
                              <dgm:adj idx="3" val="0.127400"/>
                            </dgm:adjLst>
                          </dgm:shape>
                        </dgm:if>
                        <dgm:else name="Name47"/>
                      </dgm:choose>
                    </dgm:else>
                  </dgm:choose>
                </dgm:else>
              </dgm:choose>
            </dgm:if>
            <dgm:else name="Name48">
              <dgm:choose name="Name49">
                <dgm:if name="Name50" axis="precedSib" ptType="node" func="cnt" arg="none" op="equ" val="0">
                  <dgm:choose name="Name51">
                    <dgm:if name="Name52" axis="followSib" ptType="node" func="cnt" arg="none" op="equ" val="0">
                      <dgm:shape rot="0.000000" type="leftCircularArrow" r:blip="" blipPhldr="0" lkTxEntry="0" zOrderOff="0" hideGeom="0">
                        <dgm:adjLst>
                          <dgm:adj idx="1" val="0.109800"/>
                          <dgm:adj idx="2" val="19.038700"/>
                          <dgm:adj idx="3" val="30.000000"/>
                          <dgm:adj idx="4" val="0.000000"/>
                          <dgm:adj idx="5" val="0.125000"/>
                        </dgm:adjLst>
                      </dgm:shape>
                    </dgm:if>
                    <dgm:else name="Name53">
                      <dgm:shape rot="0.000000" type="leftCircularArrow" r:blip="" blipPhldr="0" lkTxEntry="0" zOrderOff="0" hideGeom="0">
                        <dgm:adjLst>
                          <dgm:adj idx="1" val="0.109800"/>
                          <dgm:adj idx="2" val="19.038700"/>
                          <dgm:adj idx="3" val="105.000000"/>
                          <dgm:adj idx="4" val="0.000000"/>
                          <dgm:adj idx="5" val="0.125000"/>
                        </dgm:adjLst>
                      </dgm:shape>
                    </dgm:else>
                  </dgm:choose>
                </dgm:if>
                <dgm:else name="Name54">
                  <dgm:choose name="Name55">
                    <dgm:if name="Name56" axis="followSib" ptType="node" func="cnt" arg="none" op="equ" val="0">
                      <dgm:choose name="Name57">
                        <dgm:if name="Name58" axis="precedSib" ptType="node" func="cnt" arg="none" op="equ" val="1">
                          <dgm:shape rot="0.000000" type="blockArc" r:blip="" blipPhldr="0" lkTxEntry="0" zOrderOff="0" hideGeom="0">
                            <dgm:adjLst>
                              <dgm:adj idx="1" val="-135.000000"/>
                              <dgm:adj idx="2" val="180.000000"/>
                              <dgm:adj idx="3" val="0.127400"/>
                            </dgm:adjLst>
                          </dgm:shape>
                        </dgm:if>
                        <dgm:if name="Name59" axis="precedSib" ptType="node" func="cnt" arg="none" op="equ" val="2">
                          <dgm:shape rot="0.000000" type="blockArc" r:blip="" blipPhldr="0" lkTxEntry="0" zOrderOff="0" hideGeom="0">
                            <dgm:adjLst>
                              <dgm:adj idx="1" val="0.000000"/>
                              <dgm:adj idx="2" val="-45.000000"/>
                              <dgm:adj idx="3" val="0.127400"/>
                            </dgm:adjLst>
                          </dgm:shape>
                        </dgm:if>
                        <dgm:if name="Name60" axis="precedSib" ptType="node" func="cnt" arg="none" op="equ" val="3">
                          <dgm:shape rot="0.000000" type="blockArc" r:blip="" blipPhldr="0" lkTxEntry="0" zOrderOff="0" hideGeom="0">
                            <dgm:adjLst>
                              <dgm:adj idx="1" val="-135.000000"/>
                              <dgm:adj idx="2" val="180.000000"/>
                              <dgm:adj idx="3" val="0.127400"/>
                            </dgm:adjLst>
                          </dgm:shape>
                        </dgm:if>
                        <dgm:if name="Name61" axis="precedSib" ptType="node" func="cnt" arg="none" op="equ" val="4">
                          <dgm:shape rot="0.000000" type="blockArc" r:blip="" blipPhldr="0" lkTxEntry="0" zOrderOff="0" hideGeom="0">
                            <dgm:adjLst>
                              <dgm:adj idx="1" val="0.000000"/>
                              <dgm:adj idx="2" val="-45.000000"/>
                              <dgm:adj idx="3" val="0.127400"/>
                            </dgm:adjLst>
                          </dgm:shape>
                        </dgm:if>
                        <dgm:if name="Name62" axis="precedSib" ptType="node" func="cnt" arg="none" op="equ" val="5">
                          <dgm:shape rot="0.000000" type="blockArc" r:blip="" blipPhldr="0" lkTxEntry="0" zOrderOff="0" hideGeom="0">
                            <dgm:adjLst>
                              <dgm:adj idx="1" val="-135.000000"/>
                              <dgm:adj idx="2" val="180.000000"/>
                              <dgm:adj idx="3" val="0.127400"/>
                            </dgm:adjLst>
                          </dgm:shape>
                        </dgm:if>
                        <dgm:if name="Name63" axis="precedSib" ptType="node" func="cnt" arg="none" op="equ" val="6">
                          <dgm:shape rot="0.000000" type="blockArc" r:blip="" blipPhldr="0" lkTxEntry="0" zOrderOff="0" hideGeom="0">
                            <dgm:adjLst>
                              <dgm:adj idx="1" val="0.000000"/>
                              <dgm:adj idx="2" val="-45.000000"/>
                              <dgm:adj idx="3" val="0.127400"/>
                            </dgm:adjLst>
                          </dgm:shape>
                        </dgm:if>
                        <dgm:else name="Name64"/>
                      </dgm:choose>
                    </dgm:if>
                    <dgm:else name="Name65">
                      <dgm:choose name="Name66">
                        <dgm:if name="Name67" axis="precedSib" ptType="node" func="cnt" arg="none" op="equ" val="0">
                          <dgm:shape rot="0.000000" type="blockArc" r:blip="" blipPhldr="0" lkTxEntry="0" zOrderOff="0" hideGeom="0">
                            <dgm:adjLst>
                              <dgm:adj idx="1" val="-133.163200"/>
                              <dgm:adj idx="2" val="65.000000"/>
                              <dgm:adj idx="3" val="0.130000"/>
                            </dgm:adjLst>
                          </dgm:shape>
                        </dgm:if>
                        <dgm:if name="Name68" axis="precedSib" ptType="node" func="cnt" arg="none" op="equ" val="1">
                          <dgm:shape rot="0.000000" type="circularArrow" r:blip="" blipPhldr="0" lkTxEntry="0" zOrderOff="0" hideGeom="0">
                            <dgm:adjLst>
                              <dgm:adj idx="1" val="0.109800"/>
                              <dgm:adj idx="2" val="19.038700"/>
                              <dgm:adj idx="3" val="75.000000"/>
                              <dgm:adj idx="4" val="-135.000000"/>
                              <dgm:adj idx="5" val="0.125000"/>
                            </dgm:adjLst>
                          </dgm:shape>
                        </dgm:if>
                        <dgm:if name="Name69" axis="precedSib" ptType="node" func="cnt" arg="none" op="equ" val="2">
                          <dgm:shape rot="0.000000" type="leftCircularArrow" r:blip="" blipPhldr="0" lkTxEntry="0" zOrderOff="0" hideGeom="0">
                            <dgm:adjLst>
                              <dgm:adj idx="1" val="0.109800"/>
                              <dgm:adj idx="2" val="19.038700"/>
                              <dgm:adj idx="3" val="105.000000"/>
                              <dgm:adj idx="4" val="-45.000000"/>
                              <dgm:adj idx="5" val="0.125000"/>
                            </dgm:adjLst>
                          </dgm:shape>
                        </dgm:if>
                        <dgm:if name="Name70" axis="precedSib" ptType="node" func="cnt" arg="none" op="equ" val="3">
                          <dgm:shape rot="0.000000" type="circularArrow" r:blip="" blipPhldr="0" lkTxEntry="0" zOrderOff="0" hideGeom="0">
                            <dgm:adjLst>
                              <dgm:adj idx="1" val="0.109800"/>
                              <dgm:adj idx="2" val="19.038700"/>
                              <dgm:adj idx="3" val="75.000000"/>
                              <dgm:adj idx="4" val="-135.000000"/>
                              <dgm:adj idx="5" val="0.125000"/>
                            </dgm:adjLst>
                          </dgm:shape>
                        </dgm:if>
                        <dgm:if name="Name71" axis="precedSib" ptType="node" func="cnt" arg="none" op="equ" val="4">
                          <dgm:shape rot="0.000000" type="leftCircularArrow" r:blip="" blipPhldr="0" lkTxEntry="0" zOrderOff="0" hideGeom="0">
                            <dgm:adjLst>
                              <dgm:adj idx="1" val="0.109800"/>
                              <dgm:adj idx="2" val="19.038700"/>
                              <dgm:adj idx="3" val="105.000000"/>
                              <dgm:adj idx="4" val="-45.000000"/>
                              <dgm:adj idx="5" val="0.125000"/>
                            </dgm:adjLst>
                          </dgm:shape>
                        </dgm:if>
                        <dgm:if name="Name72" axis="precedSib" ptType="node" func="cnt" arg="none" op="equ" val="5">
                          <dgm:shape rot="0.000000" type="circularArrow" r:blip="" blipPhldr="0" lkTxEntry="0" zOrderOff="0" hideGeom="0">
                            <dgm:adjLst>
                              <dgm:adj idx="1" val="0.109800"/>
                              <dgm:adj idx="2" val="19.038700"/>
                              <dgm:adj idx="3" val="75.000000"/>
                              <dgm:adj idx="4" val="-135.000000"/>
                              <dgm:adj idx="5" val="0.125000"/>
                            </dgm:adjLst>
                          </dgm:shape>
                        </dgm:if>
                        <dgm:if name="Name73" axis="precedSib" ptType="node" func="cnt" arg="none" op="equ" val="6">
                          <dgm:shape rot="0.000000" type="blockArc" r:blip="" blipPhldr="0" lkTxEntry="0" zOrderOff="0" hideGeom="0">
                            <dgm:adjLst>
                              <dgm:adj idx="1" val="0.000000"/>
                              <dgm:adj idx="2" val="-45.000000"/>
                              <dgm:adj idx="3" val="0.127400"/>
                            </dgm:adjLst>
                          </dgm:shape>
                        </dgm:if>
                        <dgm:else name="Name74"/>
                      </dgm:choose>
                    </dgm:else>
                  </dgm:choose>
                </dgm:else>
              </dgm:choose>
            </dgm:else>
          </dgm:choose>
        </dgm:layoutNode>
      </dgm:forEach>
    </dgm:forEach>
    <dgm:forEach name="Name75" axis="ch" ptType="node" cnt="1">
      <dgm:layoutNode name="Accent1">
        <dgm:alg type="sp"/>
        <dgm:shape rot="0.000000" type="none" r:blip="" blipPhldr="0" lkTxEntry="0" zOrderOff="0" hideGeom="0">
          <dgm:adjLst/>
        </dgm:shape>
        <dgm:presOf/>
        <dgm:constrLst/>
        <dgm:forEach name="Name76" ref="accentRepeat"/>
      </dgm:layoutNode>
      <dgm:choose name="Name77">
        <dgm:if name="Name78" axis="ch" ptType="node" func="cnt" arg="none" op="gte" val="1">
          <dgm:layoutNode name="Child1" styleLbl="revTx">
            <dgm:alg type="tx">
              <dgm:param type="stBulletLvl" val="1"/>
              <dgm:param type="parTxLTRAlign" val="l"/>
              <dgm:param type="txAnchorVertCh" val="mid"/>
            </dgm:alg>
            <dgm:shape rot="0.000000" type="rect" r:blip="" blipPhldr="0" lkTxEntry="0" zOrderOff="0" hideGeom="0">
              <dgm:adjLst/>
            </dgm:shape>
            <dgm:presOf axis="des" ptType="node"/>
            <dgm:constrLst>
              <dgm:constr type="lMarg" for="self" ptType="all" refPtType="all" refType="primFontSz" refFor="self" op="none" fact="0.050000" val="0"/>
              <dgm:constr type="rMarg" for="self" ptType="all" refPtType="all" refType="primFontSz" refFor="self" op="none" fact="0.050000" val="0"/>
              <dgm:constr type="tMarg" for="self" ptType="all" refPtType="all" refType="primFontSz" refFor="self" op="none" fact="0.050000" val="0"/>
              <dgm:constr type="bMarg" for="self" ptType="all" refPtType="all" refType="primFontSz" refFor="self" op="none" fact="0.050000" val="0"/>
            </dgm:constrLst>
            <dgm:ruleLst>
              <dgm:rule type="primFontSz" for="self" ptType="all" val="5" fact="NaN" max="NaN"/>
            </dgm:ruleLst>
            <dgm:varLst>
              <dgm:chMax val="0"/>
              <dgm:chPref val="0"/>
              <dgm:bulletEnabled val="1"/>
            </dgm:varLst>
          </dgm:layoutNode>
        </dgm:if>
        <dgm:else name="Name79"/>
      </dgm:choose>
      <dgm:layoutNode name="Parent1" styleLbl="revTx">
        <dgm:alg type="tx">
          <dgm:param type="shpTxLTRAlignCh" val="ctr"/>
          <dgm:param type="txAnchorVertCh" val="mid"/>
        </dgm:alg>
        <dgm:shape rot="0.000000" type="rect" r:blip="" blipPhldr="0" lkTxEntry="0" zOrderOff="0" hideGeom="0">
          <dgm:adjLst/>
        </dgm:shape>
        <dgm:presOf axis="self" ptType="node"/>
        <dgm:constrLst>
          <dgm:constr type="lMarg" for="self" ptType="all" refPtType="all" refType="primFontSz" refFor="self" op="none" fact="0.050000" val="0"/>
          <dgm:constr type="rMarg" for="self" ptType="all" refPtType="all" refType="primFontSz" refFor="self" op="none" fact="0.050000" val="0"/>
          <dgm:constr type="tMarg" for="self" ptType="all" refPtType="all" refType="primFontSz" refFor="self" op="none" fact="0.050000" val="0"/>
          <dgm:constr type="bMarg" for="self" ptType="all" refPtType="all" refType="primFontSz" refFor="self" op="none" fact="0.050000" val="0"/>
        </dgm:constrLst>
        <dgm:ruleLst>
          <dgm:rule type="primFontSz" for="self" ptType="all" val="5" fact="NaN" max="NaN"/>
        </dgm:ruleLst>
        <dgm:varLst>
          <dgm:chMax val="1"/>
          <dgm:chPref val="1"/>
          <dgm:bulletEnabled val="1"/>
        </dgm:varLst>
      </dgm:layoutNode>
    </dgm:forEach>
    <dgm:forEach name="Name80" axis="ch" ptType="node" st="2" cnt="1">
      <dgm:layoutNode name="Accent2">
        <dgm:alg type="sp"/>
        <dgm:shape rot="0.000000" type="none" r:blip="" blipPhldr="0" lkTxEntry="0" zOrderOff="0" hideGeom="0">
          <dgm:adjLst/>
        </dgm:shape>
        <dgm:presOf/>
        <dgm:constrLst/>
        <dgm:forEach name="Name81" ref="accentRepeat"/>
      </dgm:layoutNode>
      <dgm:choose name="Name82">
        <dgm:if name="Name83" axis="ch" ptType="node" func="cnt" arg="none" op="gte" val="1">
          <dgm:layoutNode name="Child2" styleLbl="revTx">
            <dgm:alg type="tx">
              <dgm:param type="stBulletLvl" val="1"/>
              <dgm:param type="parTxLTRAlign" val="l"/>
              <dgm:param type="txAnchorVertCh" val="mid"/>
            </dgm:alg>
            <dgm:shape rot="0.000000" type="rect" r:blip="" blipPhldr="0" lkTxEntry="0" zOrderOff="0" hideGeom="0">
              <dgm:adjLst/>
            </dgm:shape>
            <dgm:presOf axis="des" ptType="node"/>
            <dgm:constrLst>
              <dgm:constr type="lMarg" for="self" ptType="all" refPtType="all" refType="primFontSz" refFor="self" op="none" fact="0.050000" val="0"/>
              <dgm:constr type="rMarg" for="self" ptType="all" refPtType="all" refType="primFontSz" refFor="self" op="none" fact="0.050000" val="0"/>
              <dgm:constr type="tMarg" for="self" ptType="all" refPtType="all" refType="primFontSz" refFor="self" op="none" fact="0.050000" val="0"/>
              <dgm:constr type="bMarg" for="self" ptType="all" refPtType="all" refType="primFontSz" refFor="self" op="none" fact="0.050000" val="0"/>
            </dgm:constrLst>
            <dgm:ruleLst>
              <dgm:rule type="primFontSz" for="self" ptType="all" val="5" fact="NaN" max="NaN"/>
            </dgm:ruleLst>
            <dgm:varLst>
              <dgm:chMax val="0"/>
              <dgm:chPref val="0"/>
              <dgm:bulletEnabled val="1"/>
            </dgm:varLst>
          </dgm:layoutNode>
        </dgm:if>
        <dgm:else name="Name84"/>
      </dgm:choose>
      <dgm:layoutNode name="Parent2" styleLbl="revTx">
        <dgm:alg type="tx">
          <dgm:param type="shpTxLTRAlignCh" val="ctr"/>
          <dgm:param type="txAnchorVertCh" val="mid"/>
        </dgm:alg>
        <dgm:shape rot="0.000000" type="rect" r:blip="" blipPhldr="0" lkTxEntry="0" zOrderOff="0" hideGeom="0">
          <dgm:adjLst/>
        </dgm:shape>
        <dgm:presOf axis="self" ptType="node"/>
        <dgm:constrLst>
          <dgm:constr type="lMarg" for="self" ptType="all" refPtType="all" refType="primFontSz" refFor="self" op="none" fact="0.050000" val="0"/>
          <dgm:constr type="rMarg" for="self" ptType="all" refPtType="all" refType="primFontSz" refFor="self" op="none" fact="0.050000" val="0"/>
          <dgm:constr type="tMarg" for="self" ptType="all" refPtType="all" refType="primFontSz" refFor="self" op="none" fact="0.050000" val="0"/>
          <dgm:constr type="bMarg" for="self" ptType="all" refPtType="all" refType="primFontSz" refFor="self" op="none" fact="0.050000" val="0"/>
        </dgm:constrLst>
        <dgm:ruleLst>
          <dgm:rule type="primFontSz" for="self" ptType="all" val="5" fact="NaN" max="NaN"/>
        </dgm:ruleLst>
        <dgm:varLst>
          <dgm:chMax val="1"/>
          <dgm:chPref val="1"/>
          <dgm:bulletEnabled val="1"/>
        </dgm:varLst>
      </dgm:layoutNode>
    </dgm:forEach>
    <dgm:forEach name="Name85" axis="ch" ptType="node" st="3" cnt="1">
      <dgm:layoutNode name="Accent3">
        <dgm:alg type="sp"/>
        <dgm:shape rot="0.000000" type="none" r:blip="" blipPhldr="0" lkTxEntry="0" zOrderOff="0" hideGeom="0">
          <dgm:adjLst/>
        </dgm:shape>
        <dgm:presOf/>
        <dgm:constrLst/>
        <dgm:forEach name="Name86" ref="accentRepeat"/>
      </dgm:layoutNode>
      <dgm:choose name="Name87">
        <dgm:if name="Name88" axis="ch" ptType="node" func="cnt" arg="none" op="gte" val="1">
          <dgm:layoutNode name="Child3" styleLbl="revTx">
            <dgm:alg type="tx">
              <dgm:param type="stBulletLvl" val="1"/>
              <dgm:param type="parTxLTRAlign" val="l"/>
              <dgm:param type="txAnchorVertCh" val="mid"/>
            </dgm:alg>
            <dgm:shape rot="0.000000" type="rect" r:blip="" blipPhldr="0" lkTxEntry="0" zOrderOff="0" hideGeom="0">
              <dgm:adjLst/>
            </dgm:shape>
            <dgm:presOf axis="des" ptType="node"/>
            <dgm:constrLst>
              <dgm:constr type="lMarg" for="self" ptType="all" refPtType="all" refType="primFontSz" refFor="self" op="none" fact="0.050000" val="0"/>
              <dgm:constr type="rMarg" for="self" ptType="all" refPtType="all" refType="primFontSz" refFor="self" op="none" fact="0.050000" val="0"/>
              <dgm:constr type="tMarg" for="self" ptType="all" refPtType="all" refType="primFontSz" refFor="self" op="none" fact="0.050000" val="0"/>
              <dgm:constr type="bMarg" for="self" ptType="all" refPtType="all" refType="primFontSz" refFor="self" op="none" fact="0.050000" val="0"/>
            </dgm:constrLst>
            <dgm:ruleLst>
              <dgm:rule type="primFontSz" for="self" ptType="all" val="5" fact="NaN" max="NaN"/>
            </dgm:ruleLst>
            <dgm:varLst>
              <dgm:chMax val="0"/>
              <dgm:chPref val="0"/>
              <dgm:bulletEnabled val="1"/>
            </dgm:varLst>
          </dgm:layoutNode>
        </dgm:if>
        <dgm:else name="Name89"/>
      </dgm:choose>
      <dgm:layoutNode name="Parent3" styleLbl="revTx">
        <dgm:alg type="tx">
          <dgm:param type="shpTxLTRAlignCh" val="ctr"/>
          <dgm:param type="txAnchorVertCh" val="mid"/>
        </dgm:alg>
        <dgm:shape rot="0.000000" type="rect" r:blip="" blipPhldr="0" lkTxEntry="0" zOrderOff="0" hideGeom="0">
          <dgm:adjLst/>
        </dgm:shape>
        <dgm:presOf axis="self" ptType="node"/>
        <dgm:constrLst>
          <dgm:constr type="lMarg" for="self" ptType="all" refPtType="all" refType="primFontSz" refFor="self" op="none" fact="0.050000" val="0"/>
          <dgm:constr type="rMarg" for="self" ptType="all" refPtType="all" refType="primFontSz" refFor="self" op="none" fact="0.050000" val="0"/>
          <dgm:constr type="tMarg" for="self" ptType="all" refPtType="all" refType="primFontSz" refFor="self" op="none" fact="0.050000" val="0"/>
          <dgm:constr type="bMarg" for="self" ptType="all" refPtType="all" refType="primFontSz" refFor="self" op="none" fact="0.050000" val="0"/>
        </dgm:constrLst>
        <dgm:ruleLst>
          <dgm:rule type="primFontSz" for="self" ptType="all" val="5" fact="NaN" max="NaN"/>
        </dgm:ruleLst>
        <dgm:varLst>
          <dgm:chMax val="1"/>
          <dgm:chPref val="1"/>
          <dgm:bulletEnabled val="1"/>
        </dgm:varLst>
      </dgm:layoutNode>
    </dgm:forEach>
    <dgm:forEach name="Name90" axis="ch" ptType="node" st="4" cnt="1">
      <dgm:layoutNode name="Accent4">
        <dgm:alg type="sp"/>
        <dgm:shape rot="0.000000" type="none" r:blip="" blipPhldr="0" lkTxEntry="0" zOrderOff="0" hideGeom="0">
          <dgm:adjLst/>
        </dgm:shape>
        <dgm:presOf/>
        <dgm:constrLst/>
        <dgm:forEach name="Name91" ref="accentRepeat"/>
      </dgm:layoutNode>
      <dgm:choose name="Name92">
        <dgm:if name="Name93" axis="ch" ptType="node" func="cnt" arg="none" op="gte" val="1">
          <dgm:layoutNode name="Child4" styleLbl="revTx">
            <dgm:alg type="tx">
              <dgm:param type="stBulletLvl" val="1"/>
              <dgm:param type="parTxLTRAlign" val="l"/>
              <dgm:param type="txAnchorVertCh" val="mid"/>
            </dgm:alg>
            <dgm:shape rot="0.000000" type="rect" r:blip="" blipPhldr="0" lkTxEntry="0" zOrderOff="0" hideGeom="0">
              <dgm:adjLst/>
            </dgm:shape>
            <dgm:presOf axis="des" ptType="node"/>
            <dgm:constrLst>
              <dgm:constr type="lMarg" for="self" ptType="all" refPtType="all" refType="primFontSz" refFor="self" op="none" fact="0.050000" val="0"/>
              <dgm:constr type="rMarg" for="self" ptType="all" refPtType="all" refType="primFontSz" refFor="self" op="none" fact="0.050000" val="0"/>
              <dgm:constr type="tMarg" for="self" ptType="all" refPtType="all" refType="primFontSz" refFor="self" op="none" fact="0.050000" val="0"/>
              <dgm:constr type="bMarg" for="self" ptType="all" refPtType="all" refType="primFontSz" refFor="self" op="none" fact="0.050000" val="0"/>
            </dgm:constrLst>
            <dgm:ruleLst>
              <dgm:rule type="primFontSz" for="self" ptType="all" val="5" fact="NaN" max="NaN"/>
            </dgm:ruleLst>
            <dgm:varLst>
              <dgm:chMax val="0"/>
              <dgm:chPref val="0"/>
              <dgm:bulletEnabled val="1"/>
            </dgm:varLst>
          </dgm:layoutNode>
        </dgm:if>
        <dgm:else name="Name94"/>
      </dgm:choose>
      <dgm:layoutNode name="Parent4" styleLbl="revTx">
        <dgm:alg type="tx">
          <dgm:param type="shpTxLTRAlignCh" val="ctr"/>
          <dgm:param type="txAnchorVertCh" val="mid"/>
        </dgm:alg>
        <dgm:shape rot="0.000000" type="rect" r:blip="" blipPhldr="0" lkTxEntry="0" zOrderOff="0" hideGeom="0">
          <dgm:adjLst/>
        </dgm:shape>
        <dgm:presOf axis="self" ptType="node"/>
        <dgm:constrLst>
          <dgm:constr type="lMarg" for="self" ptType="all" refPtType="all" refType="primFontSz" refFor="self" op="none" fact="0.050000" val="0"/>
          <dgm:constr type="rMarg" for="self" ptType="all" refPtType="all" refType="primFontSz" refFor="self" op="none" fact="0.050000" val="0"/>
          <dgm:constr type="tMarg" for="self" ptType="all" refPtType="all" refType="primFontSz" refFor="self" op="none" fact="0.050000" val="0"/>
          <dgm:constr type="bMarg" for="self" ptType="all" refPtType="all" refType="primFontSz" refFor="self" op="none" fact="0.050000" val="0"/>
        </dgm:constrLst>
        <dgm:ruleLst>
          <dgm:rule type="primFontSz" for="self" ptType="all" val="5" fact="NaN" max="NaN"/>
        </dgm:ruleLst>
        <dgm:varLst>
          <dgm:chMax val="1"/>
          <dgm:chPref val="1"/>
          <dgm:bulletEnabled val="1"/>
        </dgm:varLst>
      </dgm:layoutNode>
    </dgm:forEach>
    <dgm:forEach name="Name95" axis="ch" ptType="node" st="5" cnt="1">
      <dgm:layoutNode name="Accent5">
        <dgm:alg type="sp"/>
        <dgm:shape rot="0.000000" type="none" r:blip="" blipPhldr="0" lkTxEntry="0" zOrderOff="0" hideGeom="0">
          <dgm:adjLst/>
        </dgm:shape>
        <dgm:presOf/>
        <dgm:constrLst/>
        <dgm:forEach name="Name96" ref="accentRepeat"/>
      </dgm:layoutNode>
      <dgm:choose name="Name97">
        <dgm:if name="Name98" axis="ch" ptType="node" func="cnt" arg="none" op="gte" val="1">
          <dgm:layoutNode name="Child5" styleLbl="revTx">
            <dgm:alg type="tx">
              <dgm:param type="stBulletLvl" val="1"/>
              <dgm:param type="parTxLTRAlign" val="l"/>
              <dgm:param type="txAnchorVertCh" val="mid"/>
            </dgm:alg>
            <dgm:shape rot="0.000000" type="rect" r:blip="" blipPhldr="0" lkTxEntry="0" zOrderOff="0" hideGeom="0">
              <dgm:adjLst/>
            </dgm:shape>
            <dgm:presOf axis="des" ptType="node"/>
            <dgm:constrLst>
              <dgm:constr type="lMarg" for="self" ptType="all" refPtType="all" refType="primFontSz" refFor="self" op="none" fact="0.050000" val="0"/>
              <dgm:constr type="rMarg" for="self" ptType="all" refPtType="all" refType="primFontSz" refFor="self" op="none" fact="0.050000" val="0"/>
              <dgm:constr type="tMarg" for="self" ptType="all" refPtType="all" refType="primFontSz" refFor="self" op="none" fact="0.050000" val="0"/>
              <dgm:constr type="bMarg" for="self" ptType="all" refPtType="all" refType="primFontSz" refFor="self" op="none" fact="0.050000" val="0"/>
            </dgm:constrLst>
            <dgm:ruleLst>
              <dgm:rule type="primFontSz" for="self" ptType="all" val="5" fact="NaN" max="NaN"/>
            </dgm:ruleLst>
            <dgm:varLst>
              <dgm:chMax val="0"/>
              <dgm:chPref val="0"/>
              <dgm:bulletEnabled val="1"/>
            </dgm:varLst>
          </dgm:layoutNode>
        </dgm:if>
        <dgm:else name="Name99"/>
      </dgm:choose>
      <dgm:layoutNode name="Parent5" styleLbl="revTx">
        <dgm:alg type="tx">
          <dgm:param type="shpTxLTRAlignCh" val="ctr"/>
          <dgm:param type="txAnchorVertCh" val="mid"/>
        </dgm:alg>
        <dgm:shape rot="0.000000" type="rect" r:blip="" blipPhldr="0" lkTxEntry="0" zOrderOff="0" hideGeom="0">
          <dgm:adjLst/>
        </dgm:shape>
        <dgm:presOf axis="self" ptType="node"/>
        <dgm:constrLst>
          <dgm:constr type="lMarg" for="self" ptType="all" refPtType="all" refType="primFontSz" refFor="self" op="none" fact="0.050000" val="0"/>
          <dgm:constr type="rMarg" for="self" ptType="all" refPtType="all" refType="primFontSz" refFor="self" op="none" fact="0.050000" val="0"/>
          <dgm:constr type="tMarg" for="self" ptType="all" refPtType="all" refType="primFontSz" refFor="self" op="none" fact="0.050000" val="0"/>
          <dgm:constr type="bMarg" for="self" ptType="all" refPtType="all" refType="primFontSz" refFor="self" op="none" fact="0.050000" val="0"/>
        </dgm:constrLst>
        <dgm:ruleLst>
          <dgm:rule type="primFontSz" for="self" ptType="all" val="5" fact="NaN" max="NaN"/>
        </dgm:ruleLst>
        <dgm:varLst>
          <dgm:chMax val="1"/>
          <dgm:chPref val="1"/>
          <dgm:bulletEnabled val="1"/>
        </dgm:varLst>
      </dgm:layoutNode>
    </dgm:forEach>
    <dgm:forEach name="Name100" axis="ch" ptType="node" st="6" cnt="1">
      <dgm:layoutNode name="Accent6">
        <dgm:alg type="sp"/>
        <dgm:shape rot="0.000000" type="none" r:blip="" blipPhldr="0" lkTxEntry="0" zOrderOff="0" hideGeom="0">
          <dgm:adjLst/>
        </dgm:shape>
        <dgm:presOf/>
        <dgm:constrLst/>
        <dgm:forEach name="Name101" ref="accentRepeat"/>
      </dgm:layoutNode>
      <dgm:choose name="Name102">
        <dgm:if name="Name103" axis="ch" ptType="node" func="cnt" arg="none" op="gte" val="1">
          <dgm:layoutNode name="Child6" styleLbl="revTx">
            <dgm:alg type="tx">
              <dgm:param type="stBulletLvl" val="1"/>
              <dgm:param type="parTxLTRAlign" val="l"/>
              <dgm:param type="txAnchorVertCh" val="mid"/>
            </dgm:alg>
            <dgm:shape rot="0.000000" type="rect" r:blip="" blipPhldr="0" lkTxEntry="0" zOrderOff="0" hideGeom="0">
              <dgm:adjLst/>
            </dgm:shape>
            <dgm:presOf axis="des" ptType="node"/>
            <dgm:constrLst>
              <dgm:constr type="lMarg" for="self" ptType="all" refPtType="all" refType="primFontSz" refFor="self" op="none" fact="0.050000" val="0"/>
              <dgm:constr type="rMarg" for="self" ptType="all" refPtType="all" refType="primFontSz" refFor="self" op="none" fact="0.050000" val="0"/>
              <dgm:constr type="tMarg" for="self" ptType="all" refPtType="all" refType="primFontSz" refFor="self" op="none" fact="0.050000" val="0"/>
              <dgm:constr type="bMarg" for="self" ptType="all" refPtType="all" refType="primFontSz" refFor="self" op="none" fact="0.050000" val="0"/>
            </dgm:constrLst>
            <dgm:ruleLst>
              <dgm:rule type="primFontSz" for="self" ptType="all" val="5" fact="NaN" max="NaN"/>
            </dgm:ruleLst>
            <dgm:varLst>
              <dgm:chMax val="0"/>
              <dgm:chPref val="0"/>
              <dgm:bulletEnabled val="1"/>
            </dgm:varLst>
          </dgm:layoutNode>
        </dgm:if>
        <dgm:else name="Name104"/>
      </dgm:choose>
      <dgm:layoutNode name="Parent6" styleLbl="revTx">
        <dgm:alg type="tx">
          <dgm:param type="shpTxLTRAlignCh" val="ctr"/>
          <dgm:param type="txAnchorVertCh" val="mid"/>
        </dgm:alg>
        <dgm:shape rot="0.000000" type="rect" r:blip="" blipPhldr="0" lkTxEntry="0" zOrderOff="0" hideGeom="0">
          <dgm:adjLst/>
        </dgm:shape>
        <dgm:presOf axis="self" ptType="node"/>
        <dgm:constrLst>
          <dgm:constr type="lMarg" for="self" ptType="all" refPtType="all" refType="primFontSz" refFor="self" op="none" fact="0.050000" val="0"/>
          <dgm:constr type="rMarg" for="self" ptType="all" refPtType="all" refType="primFontSz" refFor="self" op="none" fact="0.050000" val="0"/>
          <dgm:constr type="tMarg" for="self" ptType="all" refPtType="all" refType="primFontSz" refFor="self" op="none" fact="0.050000" val="0"/>
          <dgm:constr type="bMarg" for="self" ptType="all" refPtType="all" refType="primFontSz" refFor="self" op="none" fact="0.050000" val="0"/>
        </dgm:constrLst>
        <dgm:ruleLst>
          <dgm:rule type="primFontSz" for="self" ptType="all" val="5" fact="NaN" max="NaN"/>
        </dgm:ruleLst>
        <dgm:varLst>
          <dgm:chMax val="1"/>
          <dgm:chPref val="1"/>
          <dgm:bulletEnabled val="1"/>
        </dgm:varLst>
      </dgm:layoutNode>
    </dgm:forEach>
    <dgm:forEach name="Name105" axis="ch" ptType="node" st="7" cnt="1">
      <dgm:layoutNode name="Accent7">
        <dgm:alg type="sp"/>
        <dgm:shape rot="0.000000" type="none" r:blip="" blipPhldr="0" lkTxEntry="0" zOrderOff="0" hideGeom="0">
          <dgm:adjLst/>
        </dgm:shape>
        <dgm:presOf/>
        <dgm:constrLst/>
        <dgm:forEach name="Name106" ref="accentRepeat"/>
      </dgm:layoutNode>
      <dgm:choose name="Name107">
        <dgm:if name="Name108" axis="ch" ptType="node" func="cnt" arg="none" op="gte" val="1">
          <dgm:layoutNode name="Child7" styleLbl="revTx">
            <dgm:alg type="tx">
              <dgm:param type="stBulletLvl" val="1"/>
              <dgm:param type="parTxLTRAlign" val="l"/>
              <dgm:param type="txAnchorVertCh" val="mid"/>
            </dgm:alg>
            <dgm:shape rot="0.000000" type="rect" r:blip="" blipPhldr="0" lkTxEntry="0" zOrderOff="0" hideGeom="0">
              <dgm:adjLst/>
            </dgm:shape>
            <dgm:presOf axis="des" ptType="node"/>
            <dgm:constrLst>
              <dgm:constr type="lMarg" for="self" ptType="all" refPtType="all" refType="primFontSz" refFor="self" op="none" fact="0.050000" val="0"/>
              <dgm:constr type="rMarg" for="self" ptType="all" refPtType="all" refType="primFontSz" refFor="self" op="none" fact="0.050000" val="0"/>
              <dgm:constr type="tMarg" for="self" ptType="all" refPtType="all" refType="primFontSz" refFor="self" op="none" fact="0.050000" val="0"/>
              <dgm:constr type="bMarg" for="self" ptType="all" refPtType="all" refType="primFontSz" refFor="self" op="none" fact="0.050000" val="0"/>
            </dgm:constrLst>
            <dgm:ruleLst>
              <dgm:rule type="primFontSz" for="self" ptType="all" val="5" fact="NaN" max="NaN"/>
            </dgm:ruleLst>
            <dgm:varLst>
              <dgm:chMax val="0"/>
              <dgm:chPref val="0"/>
              <dgm:bulletEnabled val="1"/>
            </dgm:varLst>
          </dgm:layoutNode>
        </dgm:if>
        <dgm:else name="Name109"/>
      </dgm:choose>
      <dgm:layoutNode name="Parent7" styleLbl="revTx">
        <dgm:alg type="tx">
          <dgm:param type="shpTxLTRAlignCh" val="ctr"/>
          <dgm:param type="txAnchorVertCh" val="mid"/>
        </dgm:alg>
        <dgm:shape rot="0.000000" type="rect" r:blip="" blipPhldr="0" lkTxEntry="0" zOrderOff="0" hideGeom="0">
          <dgm:adjLst/>
        </dgm:shape>
        <dgm:presOf axis="self" ptType="node"/>
        <dgm:constrLst>
          <dgm:constr type="lMarg" for="self" ptType="all" refPtType="all" refType="primFontSz" refFor="self" op="none" fact="0.050000" val="0"/>
          <dgm:constr type="rMarg" for="self" ptType="all" refPtType="all" refType="primFontSz" refFor="self" op="none" fact="0.050000" val="0"/>
          <dgm:constr type="tMarg" for="self" ptType="all" refPtType="all" refType="primFontSz" refFor="self" op="none" fact="0.050000" val="0"/>
          <dgm:constr type="bMarg" for="self" ptType="all" refPtType="all" refType="primFontSz" refFor="self" op="none" fact="0.050000" val="0"/>
        </dgm:constrLst>
        <dgm:ruleLst>
          <dgm:rule type="primFontSz" for="self" ptType="all" val="5" fact="NaN" max="NaN"/>
        </dgm:ruleLst>
        <dgm:varLst>
          <dgm:chMax val="1"/>
          <dgm:chPref val="1"/>
          <dgm:bulletEnabled val="1"/>
        </dgm:var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alignAcc1">
    <dgm:scene3d>
      <a:camera prst="orthographicFront"/>
      <a:lightRig rig="threePt" dir="t"/>
    </dgm:scene3d>
    <dgm:sp3d/>
    <dgm:style>
      <a:lnRef idx="2">
        <a:srgbClr val="000000"/>
      </a:lnRef>
      <a:fillRef idx="1">
        <a:srgbClr val="000000"/>
      </a:fillRef>
      <a:effectRef idx="0">
        <a:srgbClr val="000000"/>
      </a:effectRef>
      <a:fontRef idx="minor"/>
    </dgm:style>
  </dgm:styleLbl>
  <dgm:styleLbl name="alignAccFollowNode1">
    <dgm:scene3d>
      <a:camera prst="orthographicFront"/>
      <a:lightRig rig="threePt" dir="t"/>
    </dgm:scene3d>
    <dgm:sp3d/>
    <dgm:style>
      <a:lnRef idx="2">
        <a:srgbClr val="000000"/>
      </a:lnRef>
      <a:fillRef idx="1">
        <a:srgbClr val="000000"/>
      </a:fillRef>
      <a:effectRef idx="0">
        <a:srgbClr val="000000"/>
      </a:effectRef>
      <a:fontRef idx="minor"/>
    </dgm:style>
  </dgm:styleLbl>
  <dgm:styleLbl name="alignImgPlace1">
    <dgm:scene3d>
      <a:camera prst="orthographicFront"/>
      <a:lightRig rig="threePt" dir="t"/>
    </dgm:scene3d>
    <dgm:sp3d/>
    <dgm:style>
      <a:lnRef idx="2">
        <a:srgbClr val="000000"/>
      </a:lnRef>
      <a:fillRef idx="1">
        <a:srgbClr val="000000"/>
      </a:fillRef>
      <a:effectRef idx="0">
        <a:srgbClr val="000000"/>
      </a:effectRef>
      <a:fontRef idx="minor"/>
    </dgm:style>
  </dgm:styleLbl>
  <dgm:styleLbl name="alignNode1">
    <dgm:scene3d>
      <a:camera prst="orthographicFront"/>
      <a:lightRig rig="threePt" dir="t"/>
    </dgm:scene3d>
    <dgm:sp3d/>
    <dgm:style>
      <a:lnRef idx="2">
        <a:srgbClr val="000000"/>
      </a:lnRef>
      <a:fillRef idx="1">
        <a:srgbClr val="000000"/>
      </a:fillRef>
      <a:effectRef idx="0">
        <a:srgbClr val="000000"/>
      </a:effectRef>
      <a:fontRef idx="minor">
        <a:schemeClr val="lt1"/>
      </a:fontRef>
    </dgm:style>
  </dgm:styleLbl>
  <dgm:styleLbl name="asst0">
    <dgm:scene3d>
      <a:camera prst="orthographicFront"/>
      <a:lightRig rig="threePt" dir="t"/>
    </dgm:scene3d>
    <dgm:sp3d/>
    <dgm:style>
      <a:lnRef idx="2">
        <a:srgbClr val="000000"/>
      </a:lnRef>
      <a:fillRef idx="1">
        <a:srgbClr val="000000"/>
      </a:fillRef>
      <a:effectRef idx="0">
        <a:srgbClr val="000000"/>
      </a:effectRef>
      <a:fontRef idx="minor">
        <a:schemeClr val="lt1"/>
      </a:fontRef>
    </dgm:style>
  </dgm:styleLbl>
  <dgm:styleLbl name="asst1">
    <dgm:scene3d>
      <a:camera prst="orthographicFront"/>
      <a:lightRig rig="threePt" dir="t"/>
    </dgm:scene3d>
    <dgm:sp3d/>
    <dgm:style>
      <a:lnRef idx="2">
        <a:srgbClr val="000000"/>
      </a:lnRef>
      <a:fillRef idx="1">
        <a:srgbClr val="000000"/>
      </a:fillRef>
      <a:effectRef idx="0">
        <a:srgbClr val="000000"/>
      </a:effectRef>
      <a:fontRef idx="minor">
        <a:schemeClr val="lt1"/>
      </a:fontRef>
    </dgm:style>
  </dgm:styleLbl>
  <dgm:styleLbl name="asst2">
    <dgm:scene3d>
      <a:camera prst="orthographicFront"/>
      <a:lightRig rig="threePt" dir="t"/>
    </dgm:scene3d>
    <dgm:sp3d/>
    <dgm:style>
      <a:lnRef idx="2">
        <a:srgbClr val="000000"/>
      </a:lnRef>
      <a:fillRef idx="1">
        <a:srgbClr val="000000"/>
      </a:fillRef>
      <a:effectRef idx="0">
        <a:srgbClr val="000000"/>
      </a:effectRef>
      <a:fontRef idx="minor">
        <a:schemeClr val="lt1"/>
      </a:fontRef>
    </dgm:style>
  </dgm:styleLbl>
  <dgm:styleLbl name="asst3">
    <dgm:scene3d>
      <a:camera prst="orthographicFront"/>
      <a:lightRig rig="threePt" dir="t"/>
    </dgm:scene3d>
    <dgm:sp3d/>
    <dgm:style>
      <a:lnRef idx="2">
        <a:srgbClr val="000000"/>
      </a:lnRef>
      <a:fillRef idx="1">
        <a:srgbClr val="000000"/>
      </a:fillRef>
      <a:effectRef idx="0">
        <a:srgbClr val="000000"/>
      </a:effectRef>
      <a:fontRef idx="minor">
        <a:schemeClr val="lt1"/>
      </a:fontRef>
    </dgm:style>
  </dgm:styleLbl>
  <dgm:styleLbl name="asst4">
    <dgm:scene3d>
      <a:camera prst="orthographicFront"/>
      <a:lightRig rig="threePt" dir="t"/>
    </dgm:scene3d>
    <dgm:sp3d/>
    <dgm:style>
      <a:lnRef idx="2">
        <a:srgbClr val="000000"/>
      </a:lnRef>
      <a:fillRef idx="1">
        <a:srgbClr val="000000"/>
      </a:fillRef>
      <a:effectRef idx="0">
        <a:srgbClr val="000000"/>
      </a:effectRef>
      <a:fontRef idx="minor">
        <a:schemeClr val="lt1"/>
      </a:fontRef>
    </dgm:style>
  </dgm:styleLbl>
  <dgm:styleLbl name="bgAcc1">
    <dgm:scene3d>
      <a:camera prst="orthographicFront"/>
      <a:lightRig rig="threePt" dir="t"/>
    </dgm:scene3d>
    <dgm:sp3d/>
    <dgm:style>
      <a:lnRef idx="2">
        <a:srgbClr val="000000"/>
      </a:lnRef>
      <a:fillRef idx="1">
        <a:srgbClr val="000000"/>
      </a:fillRef>
      <a:effectRef idx="0">
        <a:srgbClr val="000000"/>
      </a:effectRef>
      <a:fontRef idx="minor"/>
    </dgm:style>
  </dgm:styleLbl>
  <dgm:styleLbl name="bgAccFollowNode1">
    <dgm:scene3d>
      <a:camera prst="orthographicFront"/>
      <a:lightRig rig="threePt" dir="t"/>
    </dgm:scene3d>
    <dgm:sp3d/>
    <dgm:style>
      <a:lnRef idx="2">
        <a:srgbClr val="000000"/>
      </a:lnRef>
      <a:fillRef idx="1">
        <a:srgbClr val="000000"/>
      </a:fillRef>
      <a:effectRef idx="0">
        <a:srgbClr val="000000"/>
      </a:effectRef>
      <a:fontRef idx="minor"/>
    </dgm:style>
  </dgm:styleLbl>
  <dgm:styleLbl name="bgImgPlace1">
    <dgm:scene3d>
      <a:camera prst="orthographicFront"/>
      <a:lightRig rig="threePt" dir="t"/>
    </dgm:scene3d>
    <dgm:sp3d/>
    <dgm:style>
      <a:lnRef idx="2">
        <a:srgbClr val="000000"/>
      </a:lnRef>
      <a:fillRef idx="1">
        <a:srgbClr val="000000"/>
      </a:fillRef>
      <a:effectRef idx="0">
        <a:srgbClr val="000000"/>
      </a:effectRef>
      <a:fontRef idx="minor"/>
    </dgm:style>
  </dgm:styleLbl>
  <dgm:styleLbl name="bgShp">
    <dgm:scene3d>
      <a:camera prst="orthographicFront"/>
      <a:lightRig rig="threePt" dir="t"/>
    </dgm:scene3d>
    <dgm:sp3d/>
    <dgm:style>
      <a:lnRef idx="0">
        <a:srgbClr val="000000"/>
      </a:lnRef>
      <a:fillRef idx="1">
        <a:srgbClr val="000000"/>
      </a:fillRef>
      <a:effectRef idx="0">
        <a:srgbClr val="000000"/>
      </a:effectRef>
      <a:fontRef idx="minor"/>
    </dgm:style>
  </dgm:styleLbl>
  <dgm:styleLbl name="bgSibTrans2D1">
    <dgm:scene3d>
      <a:camera prst="orthographicFront"/>
      <a:lightRig rig="threePt" dir="t"/>
    </dgm:scene3d>
    <dgm:sp3d/>
    <dgm:style>
      <a:lnRef idx="0">
        <a:srgbClr val="000000"/>
      </a:lnRef>
      <a:fillRef idx="1">
        <a:srgbClr val="000000"/>
      </a:fillRef>
      <a:effectRef idx="0">
        <a:srgbClr val="000000"/>
      </a:effectRef>
      <a:fontRef idx="minor">
        <a:schemeClr val="lt1"/>
      </a:fontRef>
    </dgm:style>
  </dgm:styleLbl>
  <dgm:styleLbl name="callout">
    <dgm:scene3d>
      <a:camera prst="orthographicFront"/>
      <a:lightRig rig="threePt" dir="t"/>
    </dgm:scene3d>
    <dgm:sp3d/>
    <dgm:style>
      <a:lnRef idx="2">
        <a:srgbClr val="000000"/>
      </a:lnRef>
      <a:fillRef idx="1">
        <a:srgbClr val="000000"/>
      </a:fillRef>
      <a:effectRef idx="0">
        <a:srgbClr val="000000"/>
      </a:effectRef>
      <a:fontRef idx="minor"/>
    </dgm:style>
  </dgm:styleLbl>
  <dgm:styleLbl name="conFgAcc1">
    <dgm:scene3d>
      <a:camera prst="orthographicFront"/>
      <a:lightRig rig="threePt" dir="t"/>
    </dgm:scene3d>
    <dgm:sp3d/>
    <dgm:style>
      <a:lnRef idx="2">
        <a:srgbClr val="000000"/>
      </a:lnRef>
      <a:fillRef idx="1">
        <a:srgbClr val="000000"/>
      </a:fillRef>
      <a:effectRef idx="0">
        <a:srgbClr val="000000"/>
      </a:effectRef>
      <a:fontRef idx="minor"/>
    </dgm:style>
  </dgm:styleLbl>
  <dgm:styleLbl name="dkBgShp">
    <dgm:scene3d>
      <a:camera prst="orthographicFront"/>
      <a:lightRig rig="threePt" dir="t"/>
    </dgm:scene3d>
    <dgm:sp3d/>
    <dgm:style>
      <a:lnRef idx="0">
        <a:srgbClr val="000000"/>
      </a:lnRef>
      <a:fillRef idx="1">
        <a:srgbClr val="000000"/>
      </a:fillRef>
      <a:effectRef idx="0">
        <a:srgbClr val="000000"/>
      </a:effectRef>
      <a:fontRef idx="minor"/>
    </dgm:style>
  </dgm:styleLbl>
  <dgm:styleLbl name="fgAcc0">
    <dgm:scene3d>
      <a:camera prst="orthographicFront"/>
      <a:lightRig rig="threePt" dir="t"/>
    </dgm:scene3d>
    <dgm:sp3d/>
    <dgm:style>
      <a:lnRef idx="2">
        <a:srgbClr val="000000"/>
      </a:lnRef>
      <a:fillRef idx="1">
        <a:srgbClr val="000000"/>
      </a:fillRef>
      <a:effectRef idx="0">
        <a:srgbClr val="000000"/>
      </a:effectRef>
      <a:fontRef idx="minor"/>
    </dgm:style>
  </dgm:styleLbl>
  <dgm:styleLbl name="fgAcc1">
    <dgm:scene3d>
      <a:camera prst="orthographicFront"/>
      <a:lightRig rig="threePt" dir="t"/>
    </dgm:scene3d>
    <dgm:sp3d/>
    <dgm:style>
      <a:lnRef idx="2">
        <a:srgbClr val="000000"/>
      </a:lnRef>
      <a:fillRef idx="1">
        <a:srgbClr val="000000"/>
      </a:fillRef>
      <a:effectRef idx="0">
        <a:srgbClr val="000000"/>
      </a:effectRef>
      <a:fontRef idx="minor"/>
    </dgm:style>
  </dgm:styleLbl>
  <dgm:styleLbl name="fgAcc2">
    <dgm:scene3d>
      <a:camera prst="orthographicFront"/>
      <a:lightRig rig="threePt" dir="t"/>
    </dgm:scene3d>
    <dgm:sp3d/>
    <dgm:style>
      <a:lnRef idx="2">
        <a:srgbClr val="000000"/>
      </a:lnRef>
      <a:fillRef idx="1">
        <a:srgbClr val="000000"/>
      </a:fillRef>
      <a:effectRef idx="0">
        <a:srgbClr val="000000"/>
      </a:effectRef>
      <a:fontRef idx="minor"/>
    </dgm:style>
  </dgm:styleLbl>
  <dgm:styleLbl name="fgAcc3">
    <dgm:scene3d>
      <a:camera prst="orthographicFront"/>
      <a:lightRig rig="threePt" dir="t"/>
    </dgm:scene3d>
    <dgm:sp3d/>
    <dgm:style>
      <a:lnRef idx="2">
        <a:srgbClr val="000000"/>
      </a:lnRef>
      <a:fillRef idx="1">
        <a:srgbClr val="000000"/>
      </a:fillRef>
      <a:effectRef idx="0">
        <a:srgbClr val="000000"/>
      </a:effectRef>
      <a:fontRef idx="minor"/>
    </dgm:style>
  </dgm:styleLbl>
  <dgm:styleLbl name="fgAcc4">
    <dgm:scene3d>
      <a:camera prst="orthographicFront"/>
      <a:lightRig rig="threePt" dir="t"/>
    </dgm:scene3d>
    <dgm:sp3d/>
    <dgm:style>
      <a:lnRef idx="2">
        <a:srgbClr val="000000"/>
      </a:lnRef>
      <a:fillRef idx="1">
        <a:srgbClr val="000000"/>
      </a:fillRef>
      <a:effectRef idx="0">
        <a:srgbClr val="000000"/>
      </a:effectRef>
      <a:fontRef idx="minor"/>
    </dgm:style>
  </dgm:styleLbl>
  <dgm:styleLbl name="fgAccFollowNode1">
    <dgm:scene3d>
      <a:camera prst="orthographicFront"/>
      <a:lightRig rig="threePt" dir="t"/>
    </dgm:scene3d>
    <dgm:sp3d/>
    <dgm:style>
      <a:lnRef idx="2">
        <a:srgbClr val="000000"/>
      </a:lnRef>
      <a:fillRef idx="1">
        <a:srgbClr val="000000"/>
      </a:fillRef>
      <a:effectRef idx="0">
        <a:srgbClr val="000000"/>
      </a:effectRef>
      <a:fontRef idx="minor"/>
    </dgm:style>
  </dgm:styleLbl>
  <dgm:styleLbl name="fgImgPlace1">
    <dgm:scene3d>
      <a:camera prst="orthographicFront"/>
      <a:lightRig rig="threePt" dir="t"/>
    </dgm:scene3d>
    <dgm:sp3d/>
    <dgm:style>
      <a:lnRef idx="2">
        <a:srgbClr val="000000"/>
      </a:lnRef>
      <a:fillRef idx="1">
        <a:srgbClr val="000000"/>
      </a:fillRef>
      <a:effectRef idx="0">
        <a:srgbClr val="000000"/>
      </a:effectRef>
      <a:fontRef idx="minor"/>
    </dgm:style>
  </dgm:styleLbl>
  <dgm:styleLbl name="fgShp">
    <dgm:scene3d>
      <a:camera prst="orthographicFront"/>
      <a:lightRig rig="threePt" dir="t"/>
    </dgm:scene3d>
    <dgm:sp3d/>
    <dgm:style>
      <a:lnRef idx="2">
        <a:srgbClr val="000000"/>
      </a:lnRef>
      <a:fillRef idx="1">
        <a:srgbClr val="000000"/>
      </a:fillRef>
      <a:effectRef idx="0">
        <a:srgbClr val="000000"/>
      </a:effectRef>
      <a:fontRef idx="minor"/>
    </dgm:style>
  </dgm:styleLbl>
  <dgm:styleLbl name="fgSibTrans2D1">
    <dgm:scene3d>
      <a:camera prst="orthographicFront"/>
      <a:lightRig rig="threePt" dir="t"/>
    </dgm:scene3d>
    <dgm:sp3d/>
    <dgm:style>
      <a:lnRef idx="0">
        <a:srgbClr val="000000"/>
      </a:lnRef>
      <a:fillRef idx="1">
        <a:srgbClr val="000000"/>
      </a:fillRef>
      <a:effectRef idx="0">
        <a:srgbClr val="000000"/>
      </a:effectRef>
      <a:fontRef idx="minor">
        <a:schemeClr val="lt1"/>
      </a:fontRef>
    </dgm:style>
  </dgm:styleLbl>
  <dgm:styleLbl name="lnNode1">
    <dgm:scene3d>
      <a:camera prst="orthographicFront"/>
      <a:lightRig rig="threePt" dir="t"/>
    </dgm:scene3d>
    <dgm:sp3d/>
    <dgm:style>
      <a:lnRef idx="2">
        <a:srgbClr val="000000"/>
      </a:lnRef>
      <a:fillRef idx="1">
        <a:srgbClr val="000000"/>
      </a:fillRef>
      <a:effectRef idx="0">
        <a:srgbClr val="000000"/>
      </a:effectRef>
      <a:fontRef idx="minor">
        <a:schemeClr val="lt1"/>
      </a:fontRef>
    </dgm:style>
  </dgm:styleLbl>
  <dgm:styleLbl name="node0">
    <dgm:scene3d>
      <a:camera prst="orthographicFront"/>
      <a:lightRig rig="threePt" dir="t"/>
    </dgm:scene3d>
    <dgm:sp3d/>
    <dgm:style>
      <a:lnRef idx="2">
        <a:srgbClr val="000000"/>
      </a:lnRef>
      <a:fillRef idx="1">
        <a:srgbClr val="000000"/>
      </a:fillRef>
      <a:effectRef idx="0">
        <a:srgbClr val="000000"/>
      </a:effectRef>
      <a:fontRef idx="minor">
        <a:schemeClr val="lt1"/>
      </a:fontRef>
    </dgm:style>
  </dgm:styleLbl>
  <dgm:styleLbl name="node1">
    <dgm:scene3d>
      <a:camera prst="orthographicFront"/>
      <a:lightRig rig="threePt" dir="t"/>
    </dgm:scene3d>
    <dgm:sp3d/>
    <dgm:style>
      <a:lnRef idx="2">
        <a:srgbClr val="000000"/>
      </a:lnRef>
      <a:fillRef idx="1">
        <a:srgbClr val="000000"/>
      </a:fillRef>
      <a:effectRef idx="0">
        <a:srgbClr val="000000"/>
      </a:effectRef>
      <a:fontRef idx="minor">
        <a:schemeClr val="lt1"/>
      </a:fontRef>
    </dgm:style>
  </dgm:styleLbl>
  <dgm:styleLbl name="node2">
    <dgm:scene3d>
      <a:camera prst="orthographicFront"/>
      <a:lightRig rig="threePt" dir="t"/>
    </dgm:scene3d>
    <dgm:sp3d/>
    <dgm:style>
      <a:lnRef idx="2">
        <a:srgbClr val="000000"/>
      </a:lnRef>
      <a:fillRef idx="1">
        <a:srgbClr val="000000"/>
      </a:fillRef>
      <a:effectRef idx="0">
        <a:srgbClr val="000000"/>
      </a:effectRef>
      <a:fontRef idx="minor">
        <a:schemeClr val="lt1"/>
      </a:fontRef>
    </dgm:style>
  </dgm:styleLbl>
  <dgm:styleLbl name="node3">
    <dgm:scene3d>
      <a:camera prst="orthographicFront"/>
      <a:lightRig rig="threePt" dir="t"/>
    </dgm:scene3d>
    <dgm:sp3d/>
    <dgm:style>
      <a:lnRef idx="2">
        <a:srgbClr val="000000"/>
      </a:lnRef>
      <a:fillRef idx="1">
        <a:srgbClr val="000000"/>
      </a:fillRef>
      <a:effectRef idx="0">
        <a:srgbClr val="000000"/>
      </a:effectRef>
      <a:fontRef idx="minor">
        <a:schemeClr val="lt1"/>
      </a:fontRef>
    </dgm:style>
  </dgm:styleLbl>
  <dgm:styleLbl name="node4">
    <dgm:scene3d>
      <a:camera prst="orthographicFront"/>
      <a:lightRig rig="threePt" dir="t"/>
    </dgm:scene3d>
    <dgm:sp3d/>
    <dgm:style>
      <a:lnRef idx="2">
        <a:srgbClr val="000000"/>
      </a:lnRef>
      <a:fillRef idx="1">
        <a:srgbClr val="000000"/>
      </a:fillRef>
      <a:effectRef idx="0">
        <a:srgbClr val="000000"/>
      </a:effectRef>
      <a:fontRef idx="minor">
        <a:schemeClr val="lt1"/>
      </a:fontRef>
    </dgm:style>
  </dgm:styleLbl>
  <dgm:styleLbl name="parChTrans1D1">
    <dgm:scene3d>
      <a:camera prst="orthographicFront"/>
      <a:lightRig rig="threePt" dir="t"/>
    </dgm:scene3d>
    <dgm:sp3d/>
    <dgm:style>
      <a:lnRef idx="2">
        <a:srgbClr val="000000"/>
      </a:lnRef>
      <a:fillRef idx="0">
        <a:srgbClr val="000000"/>
      </a:fillRef>
      <a:effectRef idx="0">
        <a:srgbClr val="000000"/>
      </a:effectRef>
      <a:fontRef idx="minor"/>
    </dgm:style>
  </dgm:styleLbl>
  <dgm:styleLbl name="parChTrans1D2">
    <dgm:scene3d>
      <a:camera prst="orthographicFront"/>
      <a:lightRig rig="threePt" dir="t"/>
    </dgm:scene3d>
    <dgm:sp3d/>
    <dgm:style>
      <a:lnRef idx="2">
        <a:srgbClr val="000000"/>
      </a:lnRef>
      <a:fillRef idx="0">
        <a:srgbClr val="000000"/>
      </a:fillRef>
      <a:effectRef idx="0">
        <a:srgbClr val="000000"/>
      </a:effectRef>
      <a:fontRef idx="minor"/>
    </dgm:style>
  </dgm:styleLbl>
  <dgm:styleLbl name="parChTrans1D3">
    <dgm:scene3d>
      <a:camera prst="orthographicFront"/>
      <a:lightRig rig="threePt" dir="t"/>
    </dgm:scene3d>
    <dgm:sp3d/>
    <dgm:style>
      <a:lnRef idx="2">
        <a:srgbClr val="000000"/>
      </a:lnRef>
      <a:fillRef idx="0">
        <a:srgbClr val="000000"/>
      </a:fillRef>
      <a:effectRef idx="0">
        <a:srgbClr val="000000"/>
      </a:effectRef>
      <a:fontRef idx="minor"/>
    </dgm:style>
  </dgm:styleLbl>
  <dgm:styleLbl name="parChTrans1D4">
    <dgm:scene3d>
      <a:camera prst="orthographicFront"/>
      <a:lightRig rig="threePt" dir="t"/>
    </dgm:scene3d>
    <dgm:sp3d/>
    <dgm:style>
      <a:lnRef idx="2">
        <a:srgbClr val="000000"/>
      </a:lnRef>
      <a:fillRef idx="0">
        <a:srgbClr val="000000"/>
      </a:fillRef>
      <a:effectRef idx="0">
        <a:srgbClr val="000000"/>
      </a:effectRef>
      <a:fontRef idx="minor"/>
    </dgm:style>
  </dgm:styleLbl>
  <dgm:styleLbl name="parChTrans2D1">
    <dgm:scene3d>
      <a:camera prst="orthographicFront"/>
      <a:lightRig rig="threePt" dir="t"/>
    </dgm:scene3d>
    <dgm:sp3d/>
    <dgm:style>
      <a:lnRef idx="2">
        <a:srgbClr val="000000"/>
      </a:lnRef>
      <a:fillRef idx="1">
        <a:srgbClr val="000000"/>
      </a:fillRef>
      <a:effectRef idx="0">
        <a:srgbClr val="000000"/>
      </a:effectRef>
      <a:fontRef idx="minor">
        <a:schemeClr val="lt1"/>
      </a:fontRef>
    </dgm:style>
  </dgm:styleLbl>
  <dgm:styleLbl name="parChTrans2D2">
    <dgm:scene3d>
      <a:camera prst="orthographicFront"/>
      <a:lightRig rig="threePt" dir="t"/>
    </dgm:scene3d>
    <dgm:sp3d/>
    <dgm:style>
      <a:lnRef idx="2">
        <a:srgbClr val="000000"/>
      </a:lnRef>
      <a:fillRef idx="1">
        <a:srgbClr val="000000"/>
      </a:fillRef>
      <a:effectRef idx="0">
        <a:srgbClr val="000000"/>
      </a:effectRef>
      <a:fontRef idx="minor">
        <a:schemeClr val="lt1"/>
      </a:fontRef>
    </dgm:style>
  </dgm:styleLbl>
  <dgm:styleLbl name="parChTrans2D3">
    <dgm:scene3d>
      <a:camera prst="orthographicFront"/>
      <a:lightRig rig="threePt" dir="t"/>
    </dgm:scene3d>
    <dgm:sp3d/>
    <dgm:style>
      <a:lnRef idx="2">
        <a:srgbClr val="000000"/>
      </a:lnRef>
      <a:fillRef idx="1">
        <a:srgbClr val="000000"/>
      </a:fillRef>
      <a:effectRef idx="0">
        <a:srgbClr val="000000"/>
      </a:effectRef>
      <a:fontRef idx="minor">
        <a:schemeClr val="lt1"/>
      </a:fontRef>
    </dgm:style>
  </dgm:styleLbl>
  <dgm:styleLbl name="parChTrans2D4">
    <dgm:scene3d>
      <a:camera prst="orthographicFront"/>
      <a:lightRig rig="threePt" dir="t"/>
    </dgm:scene3d>
    <dgm:sp3d/>
    <dgm:style>
      <a:lnRef idx="2">
        <a:srgbClr val="000000"/>
      </a:lnRef>
      <a:fillRef idx="1">
        <a:srgbClr val="000000"/>
      </a:fillRef>
      <a:effectRef idx="0">
        <a:srgbClr val="000000"/>
      </a:effectRef>
      <a:fontRef idx="minor">
        <a:schemeClr val="lt1"/>
      </a:fontRef>
    </dgm:style>
  </dgm:styleLbl>
  <dgm:styleLbl name="revTx">
    <dgm:scene3d>
      <a:camera prst="orthographicFront"/>
      <a:lightRig rig="threePt" dir="t"/>
    </dgm:scene3d>
    <dgm:sp3d/>
    <dgm:style>
      <a:lnRef idx="0">
        <a:srgbClr val="000000"/>
      </a:lnRef>
      <a:fillRef idx="0">
        <a:srgbClr val="000000"/>
      </a:fillRef>
      <a:effectRef idx="0">
        <a:srgbClr val="000000"/>
      </a:effectRef>
      <a:fontRef idx="minor"/>
    </dgm:style>
  </dgm:styleLbl>
  <dgm:styleLbl name="sibTrans1D1">
    <dgm:scene3d>
      <a:camera prst="orthographicFront"/>
      <a:lightRig rig="threePt" dir="t"/>
    </dgm:scene3d>
    <dgm:sp3d/>
    <dgm:style>
      <a:lnRef idx="1">
        <a:srgbClr val="000000"/>
      </a:lnRef>
      <a:fillRef idx="0">
        <a:srgbClr val="000000"/>
      </a:fillRef>
      <a:effectRef idx="0">
        <a:srgbClr val="000000"/>
      </a:effectRef>
      <a:fontRef idx="minor"/>
    </dgm:style>
  </dgm:styleLbl>
  <dgm:styleLbl name="sibTrans2D1">
    <dgm:scene3d>
      <a:camera prst="orthographicFront"/>
      <a:lightRig rig="threePt" dir="t"/>
    </dgm:scene3d>
    <dgm:sp3d/>
    <dgm:style>
      <a:lnRef idx="0">
        <a:srgbClr val="000000"/>
      </a:lnRef>
      <a:fillRef idx="1">
        <a:srgbClr val="000000"/>
      </a:fillRef>
      <a:effectRef idx="0">
        <a:srgbClr val="000000"/>
      </a:effectRef>
      <a:fontRef idx="minor">
        <a:schemeClr val="lt1"/>
      </a:fontRef>
    </dgm:style>
  </dgm:styleLbl>
  <dgm:styleLbl name="solidAlignAcc1">
    <dgm:scene3d>
      <a:camera prst="orthographicFront"/>
      <a:lightRig rig="threePt" dir="t"/>
    </dgm:scene3d>
    <dgm:sp3d/>
    <dgm:style>
      <a:lnRef idx="2">
        <a:srgbClr val="000000"/>
      </a:lnRef>
      <a:fillRef idx="1">
        <a:srgbClr val="000000"/>
      </a:fillRef>
      <a:effectRef idx="0">
        <a:srgbClr val="000000"/>
      </a:effectRef>
      <a:fontRef idx="minor"/>
    </dgm:style>
  </dgm:styleLbl>
  <dgm:styleLbl name="solidBgAcc1">
    <dgm:scene3d>
      <a:camera prst="orthographicFront"/>
      <a:lightRig rig="threePt" dir="t"/>
    </dgm:scene3d>
    <dgm:sp3d/>
    <dgm:style>
      <a:lnRef idx="2">
        <a:srgbClr val="000000"/>
      </a:lnRef>
      <a:fillRef idx="1">
        <a:srgbClr val="000000"/>
      </a:fillRef>
      <a:effectRef idx="0">
        <a:srgbClr val="000000"/>
      </a:effectRef>
      <a:fontRef idx="minor"/>
    </dgm:style>
  </dgm:styleLbl>
  <dgm:styleLbl name="solidFgAcc1">
    <dgm:scene3d>
      <a:camera prst="orthographicFront"/>
      <a:lightRig rig="threePt" dir="t"/>
    </dgm:scene3d>
    <dgm:sp3d/>
    <dgm:style>
      <a:lnRef idx="2">
        <a:srgbClr val="000000"/>
      </a:lnRef>
      <a:fillRef idx="1">
        <a:srgbClr val="000000"/>
      </a:fillRef>
      <a:effectRef idx="0">
        <a:srgbClr val="000000"/>
      </a:effectRef>
      <a:fontRef idx="minor"/>
    </dgm:style>
  </dgm:styleLbl>
  <dgm:styleLbl name="trAlignAcc1">
    <dgm:scene3d>
      <a:camera prst="orthographicFront"/>
      <a:lightRig rig="threePt" dir="t"/>
    </dgm:scene3d>
    <dgm:sp3d/>
    <dgm:style>
      <a:lnRef idx="1">
        <a:srgbClr val="000000"/>
      </a:lnRef>
      <a:fillRef idx="1">
        <a:srgbClr val="000000"/>
      </a:fillRef>
      <a:effectRef idx="0">
        <a:srgbClr val="000000"/>
      </a:effectRef>
      <a:fontRef idx="minor"/>
    </dgm:style>
  </dgm:styleLbl>
  <dgm:styleLbl name="trBgShp">
    <dgm:scene3d>
      <a:camera prst="orthographicFront"/>
      <a:lightRig rig="threePt" dir="t"/>
    </dgm:scene3d>
    <dgm:sp3d/>
    <dgm:style>
      <a:lnRef idx="0">
        <a:srgbClr val="000000"/>
      </a:lnRef>
      <a:fillRef idx="1">
        <a:srgbClr val="000000"/>
      </a:fillRef>
      <a:effectRef idx="0">
        <a:srgbClr val="000000"/>
      </a:effectRef>
      <a:fontRef idx="minor"/>
    </dgm:style>
  </dgm:styleLbl>
  <dgm:styleLbl name="vennNode1">
    <dgm:scene3d>
      <a:camera prst="orthographicFront"/>
      <a:lightRig rig="threePt" dir="t"/>
    </dgm:scene3d>
    <dgm:sp3d/>
    <dgm:style>
      <a:lnRef idx="2">
        <a:srgbClr val="000000"/>
      </a:lnRef>
      <a:fillRef idx="1">
        <a:srgbClr val="000000"/>
      </a:fillRef>
      <a:effectRef idx="0">
        <a:srgbClr val="000000"/>
      </a:effectRef>
      <a:fontRef idx="minor">
        <a:schemeClr val="tx1"/>
      </a:fontRef>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alignAcc1">
    <dgm:scene3d>
      <a:camera prst="orthographicFront"/>
      <a:lightRig rig="threePt" dir="t"/>
    </dgm:scene3d>
    <dgm:sp3d/>
    <dgm:style>
      <a:lnRef idx="2">
        <a:srgbClr val="000000"/>
      </a:lnRef>
      <a:fillRef idx="1">
        <a:srgbClr val="000000"/>
      </a:fillRef>
      <a:effectRef idx="0">
        <a:srgbClr val="000000"/>
      </a:effectRef>
      <a:fontRef idx="minor"/>
    </dgm:style>
  </dgm:styleLbl>
  <dgm:styleLbl name="alignAccFollowNode1">
    <dgm:scene3d>
      <a:camera prst="orthographicFront"/>
      <a:lightRig rig="threePt" dir="t"/>
    </dgm:scene3d>
    <dgm:sp3d/>
    <dgm:style>
      <a:lnRef idx="2">
        <a:srgbClr val="000000"/>
      </a:lnRef>
      <a:fillRef idx="1">
        <a:srgbClr val="000000"/>
      </a:fillRef>
      <a:effectRef idx="0">
        <a:srgbClr val="000000"/>
      </a:effectRef>
      <a:fontRef idx="minor"/>
    </dgm:style>
  </dgm:styleLbl>
  <dgm:styleLbl name="alignImgPlace1">
    <dgm:scene3d>
      <a:camera prst="orthographicFront"/>
      <a:lightRig rig="threePt" dir="t"/>
    </dgm:scene3d>
    <dgm:sp3d/>
    <dgm:style>
      <a:lnRef idx="2">
        <a:srgbClr val="000000"/>
      </a:lnRef>
      <a:fillRef idx="1">
        <a:srgbClr val="000000"/>
      </a:fillRef>
      <a:effectRef idx="0">
        <a:srgbClr val="000000"/>
      </a:effectRef>
      <a:fontRef idx="minor"/>
    </dgm:style>
  </dgm:styleLbl>
  <dgm:styleLbl name="alignNode1">
    <dgm:scene3d>
      <a:camera prst="orthographicFront"/>
      <a:lightRig rig="threePt" dir="t"/>
    </dgm:scene3d>
    <dgm:sp3d/>
    <dgm:style>
      <a:lnRef idx="2">
        <a:srgbClr val="000000"/>
      </a:lnRef>
      <a:fillRef idx="1">
        <a:srgbClr val="000000"/>
      </a:fillRef>
      <a:effectRef idx="0">
        <a:srgbClr val="000000"/>
      </a:effectRef>
      <a:fontRef idx="minor">
        <a:schemeClr val="lt1"/>
      </a:fontRef>
    </dgm:style>
  </dgm:styleLbl>
  <dgm:styleLbl name="asst0">
    <dgm:scene3d>
      <a:camera prst="orthographicFront"/>
      <a:lightRig rig="threePt" dir="t"/>
    </dgm:scene3d>
    <dgm:sp3d/>
    <dgm:style>
      <a:lnRef idx="2">
        <a:srgbClr val="000000"/>
      </a:lnRef>
      <a:fillRef idx="1">
        <a:srgbClr val="000000"/>
      </a:fillRef>
      <a:effectRef idx="0">
        <a:srgbClr val="000000"/>
      </a:effectRef>
      <a:fontRef idx="minor">
        <a:schemeClr val="lt1"/>
      </a:fontRef>
    </dgm:style>
  </dgm:styleLbl>
  <dgm:styleLbl name="asst1">
    <dgm:scene3d>
      <a:camera prst="orthographicFront"/>
      <a:lightRig rig="threePt" dir="t"/>
    </dgm:scene3d>
    <dgm:sp3d/>
    <dgm:style>
      <a:lnRef idx="2">
        <a:srgbClr val="000000"/>
      </a:lnRef>
      <a:fillRef idx="1">
        <a:srgbClr val="000000"/>
      </a:fillRef>
      <a:effectRef idx="0">
        <a:srgbClr val="000000"/>
      </a:effectRef>
      <a:fontRef idx="minor">
        <a:schemeClr val="lt1"/>
      </a:fontRef>
    </dgm:style>
  </dgm:styleLbl>
  <dgm:styleLbl name="asst2">
    <dgm:scene3d>
      <a:camera prst="orthographicFront"/>
      <a:lightRig rig="threePt" dir="t"/>
    </dgm:scene3d>
    <dgm:sp3d/>
    <dgm:style>
      <a:lnRef idx="2">
        <a:srgbClr val="000000"/>
      </a:lnRef>
      <a:fillRef idx="1">
        <a:srgbClr val="000000"/>
      </a:fillRef>
      <a:effectRef idx="0">
        <a:srgbClr val="000000"/>
      </a:effectRef>
      <a:fontRef idx="minor">
        <a:schemeClr val="lt1"/>
      </a:fontRef>
    </dgm:style>
  </dgm:styleLbl>
  <dgm:styleLbl name="asst3">
    <dgm:scene3d>
      <a:camera prst="orthographicFront"/>
      <a:lightRig rig="threePt" dir="t"/>
    </dgm:scene3d>
    <dgm:sp3d/>
    <dgm:style>
      <a:lnRef idx="2">
        <a:srgbClr val="000000"/>
      </a:lnRef>
      <a:fillRef idx="1">
        <a:srgbClr val="000000"/>
      </a:fillRef>
      <a:effectRef idx="0">
        <a:srgbClr val="000000"/>
      </a:effectRef>
      <a:fontRef idx="minor">
        <a:schemeClr val="lt1"/>
      </a:fontRef>
    </dgm:style>
  </dgm:styleLbl>
  <dgm:styleLbl name="asst4">
    <dgm:scene3d>
      <a:camera prst="orthographicFront"/>
      <a:lightRig rig="threePt" dir="t"/>
    </dgm:scene3d>
    <dgm:sp3d/>
    <dgm:style>
      <a:lnRef idx="2">
        <a:srgbClr val="000000"/>
      </a:lnRef>
      <a:fillRef idx="1">
        <a:srgbClr val="000000"/>
      </a:fillRef>
      <a:effectRef idx="0">
        <a:srgbClr val="000000"/>
      </a:effectRef>
      <a:fontRef idx="minor">
        <a:schemeClr val="lt1"/>
      </a:fontRef>
    </dgm:style>
  </dgm:styleLbl>
  <dgm:styleLbl name="bgAcc1">
    <dgm:scene3d>
      <a:camera prst="orthographicFront"/>
      <a:lightRig rig="threePt" dir="t"/>
    </dgm:scene3d>
    <dgm:sp3d/>
    <dgm:style>
      <a:lnRef idx="2">
        <a:srgbClr val="000000"/>
      </a:lnRef>
      <a:fillRef idx="1">
        <a:srgbClr val="000000"/>
      </a:fillRef>
      <a:effectRef idx="0">
        <a:srgbClr val="000000"/>
      </a:effectRef>
      <a:fontRef idx="minor"/>
    </dgm:style>
  </dgm:styleLbl>
  <dgm:styleLbl name="bgAccFollowNode1">
    <dgm:scene3d>
      <a:camera prst="orthographicFront"/>
      <a:lightRig rig="threePt" dir="t"/>
    </dgm:scene3d>
    <dgm:sp3d/>
    <dgm:style>
      <a:lnRef idx="2">
        <a:srgbClr val="000000"/>
      </a:lnRef>
      <a:fillRef idx="1">
        <a:srgbClr val="000000"/>
      </a:fillRef>
      <a:effectRef idx="0">
        <a:srgbClr val="000000"/>
      </a:effectRef>
      <a:fontRef idx="minor"/>
    </dgm:style>
  </dgm:styleLbl>
  <dgm:styleLbl name="bgImgPlace1">
    <dgm:scene3d>
      <a:camera prst="orthographicFront"/>
      <a:lightRig rig="threePt" dir="t"/>
    </dgm:scene3d>
    <dgm:sp3d/>
    <dgm:style>
      <a:lnRef idx="2">
        <a:srgbClr val="000000"/>
      </a:lnRef>
      <a:fillRef idx="1">
        <a:srgbClr val="000000"/>
      </a:fillRef>
      <a:effectRef idx="0">
        <a:srgbClr val="000000"/>
      </a:effectRef>
      <a:fontRef idx="minor"/>
    </dgm:style>
  </dgm:styleLbl>
  <dgm:styleLbl name="bgShp">
    <dgm:scene3d>
      <a:camera prst="orthographicFront"/>
      <a:lightRig rig="threePt" dir="t"/>
    </dgm:scene3d>
    <dgm:sp3d/>
    <dgm:style>
      <a:lnRef idx="0">
        <a:srgbClr val="000000"/>
      </a:lnRef>
      <a:fillRef idx="1">
        <a:srgbClr val="000000"/>
      </a:fillRef>
      <a:effectRef idx="0">
        <a:srgbClr val="000000"/>
      </a:effectRef>
      <a:fontRef idx="minor"/>
    </dgm:style>
  </dgm:styleLbl>
  <dgm:styleLbl name="bgSibTrans2D1">
    <dgm:scene3d>
      <a:camera prst="orthographicFront"/>
      <a:lightRig rig="threePt" dir="t"/>
    </dgm:scene3d>
    <dgm:sp3d/>
    <dgm:style>
      <a:lnRef idx="0">
        <a:srgbClr val="000000"/>
      </a:lnRef>
      <a:fillRef idx="1">
        <a:srgbClr val="000000"/>
      </a:fillRef>
      <a:effectRef idx="0">
        <a:srgbClr val="000000"/>
      </a:effectRef>
      <a:fontRef idx="minor">
        <a:schemeClr val="lt1"/>
      </a:fontRef>
    </dgm:style>
  </dgm:styleLbl>
  <dgm:styleLbl name="callout">
    <dgm:scene3d>
      <a:camera prst="orthographicFront"/>
      <a:lightRig rig="threePt" dir="t"/>
    </dgm:scene3d>
    <dgm:sp3d/>
    <dgm:style>
      <a:lnRef idx="2">
        <a:srgbClr val="000000"/>
      </a:lnRef>
      <a:fillRef idx="1">
        <a:srgbClr val="000000"/>
      </a:fillRef>
      <a:effectRef idx="0">
        <a:srgbClr val="000000"/>
      </a:effectRef>
      <a:fontRef idx="minor"/>
    </dgm:style>
  </dgm:styleLbl>
  <dgm:styleLbl name="conFgAcc1">
    <dgm:scene3d>
      <a:camera prst="orthographicFront"/>
      <a:lightRig rig="threePt" dir="t"/>
    </dgm:scene3d>
    <dgm:sp3d/>
    <dgm:style>
      <a:lnRef idx="2">
        <a:srgbClr val="000000"/>
      </a:lnRef>
      <a:fillRef idx="1">
        <a:srgbClr val="000000"/>
      </a:fillRef>
      <a:effectRef idx="0">
        <a:srgbClr val="000000"/>
      </a:effectRef>
      <a:fontRef idx="minor"/>
    </dgm:style>
  </dgm:styleLbl>
  <dgm:styleLbl name="dkBgShp">
    <dgm:scene3d>
      <a:camera prst="orthographicFront"/>
      <a:lightRig rig="threePt" dir="t"/>
    </dgm:scene3d>
    <dgm:sp3d/>
    <dgm:style>
      <a:lnRef idx="0">
        <a:srgbClr val="000000"/>
      </a:lnRef>
      <a:fillRef idx="1">
        <a:srgbClr val="000000"/>
      </a:fillRef>
      <a:effectRef idx="0">
        <a:srgbClr val="000000"/>
      </a:effectRef>
      <a:fontRef idx="minor"/>
    </dgm:style>
  </dgm:styleLbl>
  <dgm:styleLbl name="fgAcc0">
    <dgm:scene3d>
      <a:camera prst="orthographicFront"/>
      <a:lightRig rig="threePt" dir="t"/>
    </dgm:scene3d>
    <dgm:sp3d/>
    <dgm:style>
      <a:lnRef idx="2">
        <a:srgbClr val="000000"/>
      </a:lnRef>
      <a:fillRef idx="1">
        <a:srgbClr val="000000"/>
      </a:fillRef>
      <a:effectRef idx="0">
        <a:srgbClr val="000000"/>
      </a:effectRef>
      <a:fontRef idx="minor"/>
    </dgm:style>
  </dgm:styleLbl>
  <dgm:styleLbl name="fgAcc1">
    <dgm:scene3d>
      <a:camera prst="orthographicFront"/>
      <a:lightRig rig="threePt" dir="t"/>
    </dgm:scene3d>
    <dgm:sp3d/>
    <dgm:style>
      <a:lnRef idx="2">
        <a:srgbClr val="000000"/>
      </a:lnRef>
      <a:fillRef idx="1">
        <a:srgbClr val="000000"/>
      </a:fillRef>
      <a:effectRef idx="0">
        <a:srgbClr val="000000"/>
      </a:effectRef>
      <a:fontRef idx="minor"/>
    </dgm:style>
  </dgm:styleLbl>
  <dgm:styleLbl name="fgAcc2">
    <dgm:scene3d>
      <a:camera prst="orthographicFront"/>
      <a:lightRig rig="threePt" dir="t"/>
    </dgm:scene3d>
    <dgm:sp3d/>
    <dgm:style>
      <a:lnRef idx="2">
        <a:srgbClr val="000000"/>
      </a:lnRef>
      <a:fillRef idx="1">
        <a:srgbClr val="000000"/>
      </a:fillRef>
      <a:effectRef idx="0">
        <a:srgbClr val="000000"/>
      </a:effectRef>
      <a:fontRef idx="minor"/>
    </dgm:style>
  </dgm:styleLbl>
  <dgm:styleLbl name="fgAcc3">
    <dgm:scene3d>
      <a:camera prst="orthographicFront"/>
      <a:lightRig rig="threePt" dir="t"/>
    </dgm:scene3d>
    <dgm:sp3d/>
    <dgm:style>
      <a:lnRef idx="2">
        <a:srgbClr val="000000"/>
      </a:lnRef>
      <a:fillRef idx="1">
        <a:srgbClr val="000000"/>
      </a:fillRef>
      <a:effectRef idx="0">
        <a:srgbClr val="000000"/>
      </a:effectRef>
      <a:fontRef idx="minor"/>
    </dgm:style>
  </dgm:styleLbl>
  <dgm:styleLbl name="fgAcc4">
    <dgm:scene3d>
      <a:camera prst="orthographicFront"/>
      <a:lightRig rig="threePt" dir="t"/>
    </dgm:scene3d>
    <dgm:sp3d/>
    <dgm:style>
      <a:lnRef idx="2">
        <a:srgbClr val="000000"/>
      </a:lnRef>
      <a:fillRef idx="1">
        <a:srgbClr val="000000"/>
      </a:fillRef>
      <a:effectRef idx="0">
        <a:srgbClr val="000000"/>
      </a:effectRef>
      <a:fontRef idx="minor"/>
    </dgm:style>
  </dgm:styleLbl>
  <dgm:styleLbl name="fgAccFollowNode1">
    <dgm:scene3d>
      <a:camera prst="orthographicFront"/>
      <a:lightRig rig="threePt" dir="t"/>
    </dgm:scene3d>
    <dgm:sp3d/>
    <dgm:style>
      <a:lnRef idx="2">
        <a:srgbClr val="000000"/>
      </a:lnRef>
      <a:fillRef idx="1">
        <a:srgbClr val="000000"/>
      </a:fillRef>
      <a:effectRef idx="0">
        <a:srgbClr val="000000"/>
      </a:effectRef>
      <a:fontRef idx="minor"/>
    </dgm:style>
  </dgm:styleLbl>
  <dgm:styleLbl name="fgImgPlace1">
    <dgm:scene3d>
      <a:camera prst="orthographicFront"/>
      <a:lightRig rig="threePt" dir="t"/>
    </dgm:scene3d>
    <dgm:sp3d/>
    <dgm:style>
      <a:lnRef idx="2">
        <a:srgbClr val="000000"/>
      </a:lnRef>
      <a:fillRef idx="1">
        <a:srgbClr val="000000"/>
      </a:fillRef>
      <a:effectRef idx="0">
        <a:srgbClr val="000000"/>
      </a:effectRef>
      <a:fontRef idx="minor"/>
    </dgm:style>
  </dgm:styleLbl>
  <dgm:styleLbl name="fgShp">
    <dgm:scene3d>
      <a:camera prst="orthographicFront"/>
      <a:lightRig rig="threePt" dir="t"/>
    </dgm:scene3d>
    <dgm:sp3d/>
    <dgm:style>
      <a:lnRef idx="2">
        <a:srgbClr val="000000"/>
      </a:lnRef>
      <a:fillRef idx="1">
        <a:srgbClr val="000000"/>
      </a:fillRef>
      <a:effectRef idx="0">
        <a:srgbClr val="000000"/>
      </a:effectRef>
      <a:fontRef idx="minor"/>
    </dgm:style>
  </dgm:styleLbl>
  <dgm:styleLbl name="fgSibTrans2D1">
    <dgm:scene3d>
      <a:camera prst="orthographicFront"/>
      <a:lightRig rig="threePt" dir="t"/>
    </dgm:scene3d>
    <dgm:sp3d/>
    <dgm:style>
      <a:lnRef idx="0">
        <a:srgbClr val="000000"/>
      </a:lnRef>
      <a:fillRef idx="1">
        <a:srgbClr val="000000"/>
      </a:fillRef>
      <a:effectRef idx="0">
        <a:srgbClr val="000000"/>
      </a:effectRef>
      <a:fontRef idx="minor">
        <a:schemeClr val="lt1"/>
      </a:fontRef>
    </dgm:style>
  </dgm:styleLbl>
  <dgm:styleLbl name="lnNode1">
    <dgm:scene3d>
      <a:camera prst="orthographicFront"/>
      <a:lightRig rig="threePt" dir="t"/>
    </dgm:scene3d>
    <dgm:sp3d/>
    <dgm:style>
      <a:lnRef idx="2">
        <a:srgbClr val="000000"/>
      </a:lnRef>
      <a:fillRef idx="1">
        <a:srgbClr val="000000"/>
      </a:fillRef>
      <a:effectRef idx="0">
        <a:srgbClr val="000000"/>
      </a:effectRef>
      <a:fontRef idx="minor">
        <a:schemeClr val="lt1"/>
      </a:fontRef>
    </dgm:style>
  </dgm:styleLbl>
  <dgm:styleLbl name="node0">
    <dgm:scene3d>
      <a:camera prst="orthographicFront"/>
      <a:lightRig rig="threePt" dir="t"/>
    </dgm:scene3d>
    <dgm:sp3d/>
    <dgm:style>
      <a:lnRef idx="2">
        <a:srgbClr val="000000"/>
      </a:lnRef>
      <a:fillRef idx="1">
        <a:srgbClr val="000000"/>
      </a:fillRef>
      <a:effectRef idx="0">
        <a:srgbClr val="000000"/>
      </a:effectRef>
      <a:fontRef idx="minor">
        <a:schemeClr val="lt1"/>
      </a:fontRef>
    </dgm:style>
  </dgm:styleLbl>
  <dgm:styleLbl name="node1">
    <dgm:scene3d>
      <a:camera prst="orthographicFront"/>
      <a:lightRig rig="threePt" dir="t"/>
    </dgm:scene3d>
    <dgm:sp3d/>
    <dgm:style>
      <a:lnRef idx="2">
        <a:srgbClr val="000000"/>
      </a:lnRef>
      <a:fillRef idx="1">
        <a:srgbClr val="000000"/>
      </a:fillRef>
      <a:effectRef idx="0">
        <a:srgbClr val="000000"/>
      </a:effectRef>
      <a:fontRef idx="minor">
        <a:schemeClr val="lt1"/>
      </a:fontRef>
    </dgm:style>
  </dgm:styleLbl>
  <dgm:styleLbl name="node2">
    <dgm:scene3d>
      <a:camera prst="orthographicFront"/>
      <a:lightRig rig="threePt" dir="t"/>
    </dgm:scene3d>
    <dgm:sp3d/>
    <dgm:style>
      <a:lnRef idx="2">
        <a:srgbClr val="000000"/>
      </a:lnRef>
      <a:fillRef idx="1">
        <a:srgbClr val="000000"/>
      </a:fillRef>
      <a:effectRef idx="0">
        <a:srgbClr val="000000"/>
      </a:effectRef>
      <a:fontRef idx="minor">
        <a:schemeClr val="lt1"/>
      </a:fontRef>
    </dgm:style>
  </dgm:styleLbl>
  <dgm:styleLbl name="node3">
    <dgm:scene3d>
      <a:camera prst="orthographicFront"/>
      <a:lightRig rig="threePt" dir="t"/>
    </dgm:scene3d>
    <dgm:sp3d/>
    <dgm:style>
      <a:lnRef idx="2">
        <a:srgbClr val="000000"/>
      </a:lnRef>
      <a:fillRef idx="1">
        <a:srgbClr val="000000"/>
      </a:fillRef>
      <a:effectRef idx="0">
        <a:srgbClr val="000000"/>
      </a:effectRef>
      <a:fontRef idx="minor">
        <a:schemeClr val="lt1"/>
      </a:fontRef>
    </dgm:style>
  </dgm:styleLbl>
  <dgm:styleLbl name="node4">
    <dgm:scene3d>
      <a:camera prst="orthographicFront"/>
      <a:lightRig rig="threePt" dir="t"/>
    </dgm:scene3d>
    <dgm:sp3d/>
    <dgm:style>
      <a:lnRef idx="2">
        <a:srgbClr val="000000"/>
      </a:lnRef>
      <a:fillRef idx="1">
        <a:srgbClr val="000000"/>
      </a:fillRef>
      <a:effectRef idx="0">
        <a:srgbClr val="000000"/>
      </a:effectRef>
      <a:fontRef idx="minor">
        <a:schemeClr val="lt1"/>
      </a:fontRef>
    </dgm:style>
  </dgm:styleLbl>
  <dgm:styleLbl name="parChTrans1D1">
    <dgm:scene3d>
      <a:camera prst="orthographicFront"/>
      <a:lightRig rig="threePt" dir="t"/>
    </dgm:scene3d>
    <dgm:sp3d/>
    <dgm:style>
      <a:lnRef idx="2">
        <a:srgbClr val="000000"/>
      </a:lnRef>
      <a:fillRef idx="0">
        <a:srgbClr val="000000"/>
      </a:fillRef>
      <a:effectRef idx="0">
        <a:srgbClr val="000000"/>
      </a:effectRef>
      <a:fontRef idx="minor"/>
    </dgm:style>
  </dgm:styleLbl>
  <dgm:styleLbl name="parChTrans1D2">
    <dgm:scene3d>
      <a:camera prst="orthographicFront"/>
      <a:lightRig rig="threePt" dir="t"/>
    </dgm:scene3d>
    <dgm:sp3d/>
    <dgm:style>
      <a:lnRef idx="2">
        <a:srgbClr val="000000"/>
      </a:lnRef>
      <a:fillRef idx="0">
        <a:srgbClr val="000000"/>
      </a:fillRef>
      <a:effectRef idx="0">
        <a:srgbClr val="000000"/>
      </a:effectRef>
      <a:fontRef idx="minor"/>
    </dgm:style>
  </dgm:styleLbl>
  <dgm:styleLbl name="parChTrans1D3">
    <dgm:scene3d>
      <a:camera prst="orthographicFront"/>
      <a:lightRig rig="threePt" dir="t"/>
    </dgm:scene3d>
    <dgm:sp3d/>
    <dgm:style>
      <a:lnRef idx="2">
        <a:srgbClr val="000000"/>
      </a:lnRef>
      <a:fillRef idx="0">
        <a:srgbClr val="000000"/>
      </a:fillRef>
      <a:effectRef idx="0">
        <a:srgbClr val="000000"/>
      </a:effectRef>
      <a:fontRef idx="minor"/>
    </dgm:style>
  </dgm:styleLbl>
  <dgm:styleLbl name="parChTrans1D4">
    <dgm:scene3d>
      <a:camera prst="orthographicFront"/>
      <a:lightRig rig="threePt" dir="t"/>
    </dgm:scene3d>
    <dgm:sp3d/>
    <dgm:style>
      <a:lnRef idx="2">
        <a:srgbClr val="000000"/>
      </a:lnRef>
      <a:fillRef idx="0">
        <a:srgbClr val="000000"/>
      </a:fillRef>
      <a:effectRef idx="0">
        <a:srgbClr val="000000"/>
      </a:effectRef>
      <a:fontRef idx="minor"/>
    </dgm:style>
  </dgm:styleLbl>
  <dgm:styleLbl name="parChTrans2D1">
    <dgm:scene3d>
      <a:camera prst="orthographicFront"/>
      <a:lightRig rig="threePt" dir="t"/>
    </dgm:scene3d>
    <dgm:sp3d/>
    <dgm:style>
      <a:lnRef idx="2">
        <a:srgbClr val="000000"/>
      </a:lnRef>
      <a:fillRef idx="1">
        <a:srgbClr val="000000"/>
      </a:fillRef>
      <a:effectRef idx="0">
        <a:srgbClr val="000000"/>
      </a:effectRef>
      <a:fontRef idx="minor">
        <a:schemeClr val="lt1"/>
      </a:fontRef>
    </dgm:style>
  </dgm:styleLbl>
  <dgm:styleLbl name="parChTrans2D2">
    <dgm:scene3d>
      <a:camera prst="orthographicFront"/>
      <a:lightRig rig="threePt" dir="t"/>
    </dgm:scene3d>
    <dgm:sp3d/>
    <dgm:style>
      <a:lnRef idx="2">
        <a:srgbClr val="000000"/>
      </a:lnRef>
      <a:fillRef idx="1">
        <a:srgbClr val="000000"/>
      </a:fillRef>
      <a:effectRef idx="0">
        <a:srgbClr val="000000"/>
      </a:effectRef>
      <a:fontRef idx="minor">
        <a:schemeClr val="lt1"/>
      </a:fontRef>
    </dgm:style>
  </dgm:styleLbl>
  <dgm:styleLbl name="parChTrans2D3">
    <dgm:scene3d>
      <a:camera prst="orthographicFront"/>
      <a:lightRig rig="threePt" dir="t"/>
    </dgm:scene3d>
    <dgm:sp3d/>
    <dgm:style>
      <a:lnRef idx="2">
        <a:srgbClr val="000000"/>
      </a:lnRef>
      <a:fillRef idx="1">
        <a:srgbClr val="000000"/>
      </a:fillRef>
      <a:effectRef idx="0">
        <a:srgbClr val="000000"/>
      </a:effectRef>
      <a:fontRef idx="minor">
        <a:schemeClr val="lt1"/>
      </a:fontRef>
    </dgm:style>
  </dgm:styleLbl>
  <dgm:styleLbl name="parChTrans2D4">
    <dgm:scene3d>
      <a:camera prst="orthographicFront"/>
      <a:lightRig rig="threePt" dir="t"/>
    </dgm:scene3d>
    <dgm:sp3d/>
    <dgm:style>
      <a:lnRef idx="2">
        <a:srgbClr val="000000"/>
      </a:lnRef>
      <a:fillRef idx="1">
        <a:srgbClr val="000000"/>
      </a:fillRef>
      <a:effectRef idx="0">
        <a:srgbClr val="000000"/>
      </a:effectRef>
      <a:fontRef idx="minor">
        <a:schemeClr val="lt1"/>
      </a:fontRef>
    </dgm:style>
  </dgm:styleLbl>
  <dgm:styleLbl name="revTx">
    <dgm:scene3d>
      <a:camera prst="orthographicFront"/>
      <a:lightRig rig="threePt" dir="t"/>
    </dgm:scene3d>
    <dgm:sp3d/>
    <dgm:style>
      <a:lnRef idx="0">
        <a:srgbClr val="000000"/>
      </a:lnRef>
      <a:fillRef idx="0">
        <a:srgbClr val="000000"/>
      </a:fillRef>
      <a:effectRef idx="0">
        <a:srgbClr val="000000"/>
      </a:effectRef>
      <a:fontRef idx="minor"/>
    </dgm:style>
  </dgm:styleLbl>
  <dgm:styleLbl name="sibTrans1D1">
    <dgm:scene3d>
      <a:camera prst="orthographicFront"/>
      <a:lightRig rig="threePt" dir="t"/>
    </dgm:scene3d>
    <dgm:sp3d/>
    <dgm:style>
      <a:lnRef idx="1">
        <a:srgbClr val="000000"/>
      </a:lnRef>
      <a:fillRef idx="0">
        <a:srgbClr val="000000"/>
      </a:fillRef>
      <a:effectRef idx="0">
        <a:srgbClr val="000000"/>
      </a:effectRef>
      <a:fontRef idx="minor"/>
    </dgm:style>
  </dgm:styleLbl>
  <dgm:styleLbl name="sibTrans2D1">
    <dgm:scene3d>
      <a:camera prst="orthographicFront"/>
      <a:lightRig rig="threePt" dir="t"/>
    </dgm:scene3d>
    <dgm:sp3d/>
    <dgm:style>
      <a:lnRef idx="0">
        <a:srgbClr val="000000"/>
      </a:lnRef>
      <a:fillRef idx="1">
        <a:srgbClr val="000000"/>
      </a:fillRef>
      <a:effectRef idx="0">
        <a:srgbClr val="000000"/>
      </a:effectRef>
      <a:fontRef idx="minor">
        <a:schemeClr val="lt1"/>
      </a:fontRef>
    </dgm:style>
  </dgm:styleLbl>
  <dgm:styleLbl name="solidAlignAcc1">
    <dgm:scene3d>
      <a:camera prst="orthographicFront"/>
      <a:lightRig rig="threePt" dir="t"/>
    </dgm:scene3d>
    <dgm:sp3d/>
    <dgm:style>
      <a:lnRef idx="2">
        <a:srgbClr val="000000"/>
      </a:lnRef>
      <a:fillRef idx="1">
        <a:srgbClr val="000000"/>
      </a:fillRef>
      <a:effectRef idx="0">
        <a:srgbClr val="000000"/>
      </a:effectRef>
      <a:fontRef idx="minor"/>
    </dgm:style>
  </dgm:styleLbl>
  <dgm:styleLbl name="solidBgAcc1">
    <dgm:scene3d>
      <a:camera prst="orthographicFront"/>
      <a:lightRig rig="threePt" dir="t"/>
    </dgm:scene3d>
    <dgm:sp3d/>
    <dgm:style>
      <a:lnRef idx="2">
        <a:srgbClr val="000000"/>
      </a:lnRef>
      <a:fillRef idx="1">
        <a:srgbClr val="000000"/>
      </a:fillRef>
      <a:effectRef idx="0">
        <a:srgbClr val="000000"/>
      </a:effectRef>
      <a:fontRef idx="minor"/>
    </dgm:style>
  </dgm:styleLbl>
  <dgm:styleLbl name="solidFgAcc1">
    <dgm:scene3d>
      <a:camera prst="orthographicFront"/>
      <a:lightRig rig="threePt" dir="t"/>
    </dgm:scene3d>
    <dgm:sp3d/>
    <dgm:style>
      <a:lnRef idx="2">
        <a:srgbClr val="000000"/>
      </a:lnRef>
      <a:fillRef idx="1">
        <a:srgbClr val="000000"/>
      </a:fillRef>
      <a:effectRef idx="0">
        <a:srgbClr val="000000"/>
      </a:effectRef>
      <a:fontRef idx="minor"/>
    </dgm:style>
  </dgm:styleLbl>
  <dgm:styleLbl name="trAlignAcc1">
    <dgm:scene3d>
      <a:camera prst="orthographicFront"/>
      <a:lightRig rig="threePt" dir="t"/>
    </dgm:scene3d>
    <dgm:sp3d/>
    <dgm:style>
      <a:lnRef idx="1">
        <a:srgbClr val="000000"/>
      </a:lnRef>
      <a:fillRef idx="1">
        <a:srgbClr val="000000"/>
      </a:fillRef>
      <a:effectRef idx="0">
        <a:srgbClr val="000000"/>
      </a:effectRef>
      <a:fontRef idx="minor"/>
    </dgm:style>
  </dgm:styleLbl>
  <dgm:styleLbl name="trBgShp">
    <dgm:scene3d>
      <a:camera prst="orthographicFront"/>
      <a:lightRig rig="threePt" dir="t"/>
    </dgm:scene3d>
    <dgm:sp3d/>
    <dgm:style>
      <a:lnRef idx="0">
        <a:srgbClr val="000000"/>
      </a:lnRef>
      <a:fillRef idx="1">
        <a:srgbClr val="000000"/>
      </a:fillRef>
      <a:effectRef idx="0">
        <a:srgbClr val="000000"/>
      </a:effectRef>
      <a:fontRef idx="minor"/>
    </dgm:style>
  </dgm:styleLbl>
  <dgm:styleLbl name="vennNode1">
    <dgm:scene3d>
      <a:camera prst="orthographicFront"/>
      <a:lightRig rig="threePt" dir="t"/>
    </dgm:scene3d>
    <dgm:sp3d/>
    <dgm:style>
      <a:lnRef idx="2">
        <a:srgbClr val="000000"/>
      </a:lnRef>
      <a:fillRef idx="1">
        <a:srgbClr val="000000"/>
      </a:fillRef>
      <a:effectRef idx="0">
        <a:srgbClr val="000000"/>
      </a:effectRef>
      <a:fontRef idx="minor">
        <a:schemeClr val="tx1"/>
      </a:fontRef>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alignAcc1">
    <dgm:scene3d>
      <a:camera prst="orthographicFront"/>
      <a:lightRig rig="threePt" dir="t"/>
    </dgm:scene3d>
    <dgm:sp3d/>
    <dgm:style>
      <a:lnRef idx="2">
        <a:srgbClr val="000000"/>
      </a:lnRef>
      <a:fillRef idx="1">
        <a:srgbClr val="000000"/>
      </a:fillRef>
      <a:effectRef idx="0">
        <a:srgbClr val="000000"/>
      </a:effectRef>
      <a:fontRef idx="minor"/>
    </dgm:style>
  </dgm:styleLbl>
  <dgm:styleLbl name="alignAccFollowNode1">
    <dgm:scene3d>
      <a:camera prst="orthographicFront"/>
      <a:lightRig rig="threePt" dir="t"/>
    </dgm:scene3d>
    <dgm:sp3d/>
    <dgm:style>
      <a:lnRef idx="2">
        <a:srgbClr val="000000"/>
      </a:lnRef>
      <a:fillRef idx="1">
        <a:srgbClr val="000000"/>
      </a:fillRef>
      <a:effectRef idx="0">
        <a:srgbClr val="000000"/>
      </a:effectRef>
      <a:fontRef idx="minor"/>
    </dgm:style>
  </dgm:styleLbl>
  <dgm:styleLbl name="alignImgPlace1">
    <dgm:scene3d>
      <a:camera prst="orthographicFront"/>
      <a:lightRig rig="threePt" dir="t"/>
    </dgm:scene3d>
    <dgm:sp3d/>
    <dgm:style>
      <a:lnRef idx="3">
        <a:srgbClr val="000000"/>
      </a:lnRef>
      <a:fillRef idx="1">
        <a:srgbClr val="000000"/>
      </a:fillRef>
      <a:effectRef idx="1">
        <a:srgbClr val="000000"/>
      </a:effectRef>
      <a:fontRef idx="minor"/>
    </dgm:style>
  </dgm:styleLbl>
  <dgm:styleLbl name="alignNode1">
    <dgm:scene3d>
      <a:camera prst="orthographicFront"/>
      <a:lightRig rig="threePt" dir="t"/>
    </dgm:scene3d>
    <dgm:sp3d/>
    <dgm:style>
      <a:lnRef idx="2">
        <a:srgbClr val="000000"/>
      </a:lnRef>
      <a:fillRef idx="1">
        <a:srgbClr val="000000"/>
      </a:fillRef>
      <a:effectRef idx="1">
        <a:srgbClr val="000000"/>
      </a:effectRef>
      <a:fontRef idx="minor">
        <a:schemeClr val="lt1"/>
      </a:fontRef>
    </dgm:style>
  </dgm:styleLbl>
  <dgm:styleLbl name="asst0">
    <dgm:scene3d>
      <a:camera prst="orthographicFront"/>
      <a:lightRig rig="threePt" dir="t"/>
    </dgm:scene3d>
    <dgm:sp3d/>
    <dgm:style>
      <a:lnRef idx="3">
        <a:srgbClr val="000000"/>
      </a:lnRef>
      <a:fillRef idx="1">
        <a:srgbClr val="000000"/>
      </a:fillRef>
      <a:effectRef idx="1">
        <a:srgbClr val="000000"/>
      </a:effectRef>
      <a:fontRef idx="minor">
        <a:schemeClr val="lt1"/>
      </a:fontRef>
    </dgm:style>
  </dgm:styleLbl>
  <dgm:styleLbl name="asst1">
    <dgm:scene3d>
      <a:camera prst="orthographicFront"/>
      <a:lightRig rig="threePt" dir="t"/>
    </dgm:scene3d>
    <dgm:sp3d/>
    <dgm:style>
      <a:lnRef idx="3">
        <a:srgbClr val="000000"/>
      </a:lnRef>
      <a:fillRef idx="1">
        <a:srgbClr val="000000"/>
      </a:fillRef>
      <a:effectRef idx="1">
        <a:srgbClr val="000000"/>
      </a:effectRef>
      <a:fontRef idx="minor">
        <a:schemeClr val="lt1"/>
      </a:fontRef>
    </dgm:style>
  </dgm:styleLbl>
  <dgm:styleLbl name="asst2">
    <dgm:scene3d>
      <a:camera prst="orthographicFront"/>
      <a:lightRig rig="threePt" dir="t"/>
    </dgm:scene3d>
    <dgm:sp3d/>
    <dgm:style>
      <a:lnRef idx="3">
        <a:srgbClr val="000000"/>
      </a:lnRef>
      <a:fillRef idx="1">
        <a:srgbClr val="000000"/>
      </a:fillRef>
      <a:effectRef idx="1">
        <a:srgbClr val="000000"/>
      </a:effectRef>
      <a:fontRef idx="minor">
        <a:schemeClr val="lt1"/>
      </a:fontRef>
    </dgm:style>
  </dgm:styleLbl>
  <dgm:styleLbl name="asst3">
    <dgm:scene3d>
      <a:camera prst="orthographicFront"/>
      <a:lightRig rig="threePt" dir="t"/>
    </dgm:scene3d>
    <dgm:sp3d/>
    <dgm:style>
      <a:lnRef idx="3">
        <a:srgbClr val="000000"/>
      </a:lnRef>
      <a:fillRef idx="1">
        <a:srgbClr val="000000"/>
      </a:fillRef>
      <a:effectRef idx="1">
        <a:srgbClr val="000000"/>
      </a:effectRef>
      <a:fontRef idx="minor">
        <a:schemeClr val="lt1"/>
      </a:fontRef>
    </dgm:style>
  </dgm:styleLbl>
  <dgm:styleLbl name="asst4">
    <dgm:scene3d>
      <a:camera prst="orthographicFront"/>
      <a:lightRig rig="threePt" dir="t"/>
    </dgm:scene3d>
    <dgm:sp3d/>
    <dgm:style>
      <a:lnRef idx="3">
        <a:srgbClr val="000000"/>
      </a:lnRef>
      <a:fillRef idx="1">
        <a:srgbClr val="000000"/>
      </a:fillRef>
      <a:effectRef idx="1">
        <a:srgbClr val="000000"/>
      </a:effectRef>
      <a:fontRef idx="minor">
        <a:schemeClr val="lt1"/>
      </a:fontRef>
    </dgm:style>
  </dgm:styleLbl>
  <dgm:styleLbl name="bgAcc1">
    <dgm:scene3d>
      <a:camera prst="orthographicFront"/>
      <a:lightRig rig="threePt" dir="t"/>
    </dgm:scene3d>
    <dgm:sp3d/>
    <dgm:style>
      <a:lnRef idx="2">
        <a:srgbClr val="000000"/>
      </a:lnRef>
      <a:fillRef idx="1">
        <a:srgbClr val="000000"/>
      </a:fillRef>
      <a:effectRef idx="0">
        <a:srgbClr val="000000"/>
      </a:effectRef>
      <a:fontRef idx="minor"/>
    </dgm:style>
  </dgm:styleLbl>
  <dgm:styleLbl name="bgAccFollowNode1">
    <dgm:scene3d>
      <a:camera prst="orthographicFront"/>
      <a:lightRig rig="threePt" dir="t"/>
    </dgm:scene3d>
    <dgm:sp3d/>
    <dgm:style>
      <a:lnRef idx="2">
        <a:srgbClr val="000000"/>
      </a:lnRef>
      <a:fillRef idx="1">
        <a:srgbClr val="000000"/>
      </a:fillRef>
      <a:effectRef idx="0">
        <a:srgbClr val="000000"/>
      </a:effectRef>
      <a:fontRef idx="minor"/>
    </dgm:style>
  </dgm:styleLbl>
  <dgm:styleLbl name="bgImgPlace1">
    <dgm:scene3d>
      <a:camera prst="orthographicFront"/>
      <a:lightRig rig="threePt" dir="t"/>
    </dgm:scene3d>
    <dgm:sp3d/>
    <dgm:style>
      <a:lnRef idx="3">
        <a:srgbClr val="000000"/>
      </a:lnRef>
      <a:fillRef idx="1">
        <a:srgbClr val="000000"/>
      </a:fillRef>
      <a:effectRef idx="1">
        <a:srgbClr val="000000"/>
      </a:effectRef>
      <a:fontRef idx="minor"/>
    </dgm:style>
  </dgm:styleLbl>
  <dgm:styleLbl name="bgShp">
    <dgm:scene3d>
      <a:camera prst="orthographicFront"/>
      <a:lightRig rig="threePt" dir="t"/>
    </dgm:scene3d>
    <dgm:sp3d/>
    <dgm:style>
      <a:lnRef idx="0">
        <a:srgbClr val="000000"/>
      </a:lnRef>
      <a:fillRef idx="1">
        <a:srgbClr val="000000"/>
      </a:fillRef>
      <a:effectRef idx="0">
        <a:srgbClr val="000000"/>
      </a:effectRef>
      <a:fontRef idx="minor"/>
    </dgm:style>
  </dgm:styleLbl>
  <dgm:styleLbl name="bgSibTrans2D1">
    <dgm:scene3d>
      <a:camera prst="orthographicFront"/>
      <a:lightRig rig="threePt" dir="t"/>
    </dgm:scene3d>
    <dgm:sp3d/>
    <dgm:style>
      <a:lnRef idx="0">
        <a:srgbClr val="000000"/>
      </a:lnRef>
      <a:fillRef idx="1">
        <a:srgbClr val="000000"/>
      </a:fillRef>
      <a:effectRef idx="1">
        <a:srgbClr val="000000"/>
      </a:effectRef>
      <a:fontRef idx="minor">
        <a:schemeClr val="lt1"/>
      </a:fontRef>
    </dgm:style>
  </dgm:styleLbl>
  <dgm:styleLbl name="callout">
    <dgm:scene3d>
      <a:camera prst="orthographicFront"/>
      <a:lightRig rig="threePt" dir="t"/>
    </dgm:scene3d>
    <dgm:sp3d/>
    <dgm:style>
      <a:lnRef idx="2">
        <a:srgbClr val="000000"/>
      </a:lnRef>
      <a:fillRef idx="1">
        <a:srgbClr val="000000"/>
      </a:fillRef>
      <a:effectRef idx="1">
        <a:srgbClr val="000000"/>
      </a:effectRef>
      <a:fontRef idx="minor"/>
    </dgm:style>
  </dgm:styleLbl>
  <dgm:styleLbl name="conFgAcc1">
    <dgm:scene3d>
      <a:camera prst="orthographicFront"/>
      <a:lightRig rig="threePt" dir="t"/>
    </dgm:scene3d>
    <dgm:sp3d/>
    <dgm:style>
      <a:lnRef idx="2">
        <a:srgbClr val="000000"/>
      </a:lnRef>
      <a:fillRef idx="1">
        <a:srgbClr val="000000"/>
      </a:fillRef>
      <a:effectRef idx="0">
        <a:srgbClr val="000000"/>
      </a:effectRef>
      <a:fontRef idx="minor"/>
    </dgm:style>
  </dgm:styleLbl>
  <dgm:styleLbl name="dkBgShp">
    <dgm:scene3d>
      <a:camera prst="orthographicFront"/>
      <a:lightRig rig="threePt" dir="t"/>
    </dgm:scene3d>
    <dgm:sp3d/>
    <dgm:style>
      <a:lnRef idx="0">
        <a:srgbClr val="000000"/>
      </a:lnRef>
      <a:fillRef idx="1">
        <a:srgbClr val="000000"/>
      </a:fillRef>
      <a:effectRef idx="0">
        <a:srgbClr val="000000"/>
      </a:effectRef>
      <a:fontRef idx="minor"/>
    </dgm:style>
  </dgm:styleLbl>
  <dgm:styleLbl name="fgAcc0">
    <dgm:scene3d>
      <a:camera prst="orthographicFront"/>
      <a:lightRig rig="threePt" dir="t"/>
    </dgm:scene3d>
    <dgm:sp3d/>
    <dgm:style>
      <a:lnRef idx="2">
        <a:srgbClr val="000000"/>
      </a:lnRef>
      <a:fillRef idx="1">
        <a:srgbClr val="000000"/>
      </a:fillRef>
      <a:effectRef idx="0">
        <a:srgbClr val="000000"/>
      </a:effectRef>
      <a:fontRef idx="minor"/>
    </dgm:style>
  </dgm:styleLbl>
  <dgm:styleLbl name="fgAcc1">
    <dgm:scene3d>
      <a:camera prst="orthographicFront"/>
      <a:lightRig rig="threePt" dir="t"/>
    </dgm:scene3d>
    <dgm:sp3d/>
    <dgm:style>
      <a:lnRef idx="2">
        <a:srgbClr val="000000"/>
      </a:lnRef>
      <a:fillRef idx="1">
        <a:srgbClr val="000000"/>
      </a:fillRef>
      <a:effectRef idx="0">
        <a:srgbClr val="000000"/>
      </a:effectRef>
      <a:fontRef idx="minor"/>
    </dgm:style>
  </dgm:styleLbl>
  <dgm:styleLbl name="fgAcc2">
    <dgm:scene3d>
      <a:camera prst="orthographicFront"/>
      <a:lightRig rig="threePt" dir="t"/>
    </dgm:scene3d>
    <dgm:sp3d/>
    <dgm:style>
      <a:lnRef idx="2">
        <a:srgbClr val="000000"/>
      </a:lnRef>
      <a:fillRef idx="1">
        <a:srgbClr val="000000"/>
      </a:fillRef>
      <a:effectRef idx="0">
        <a:srgbClr val="000000"/>
      </a:effectRef>
      <a:fontRef idx="minor"/>
    </dgm:style>
  </dgm:styleLbl>
  <dgm:styleLbl name="fgAcc3">
    <dgm:scene3d>
      <a:camera prst="orthographicFront"/>
      <a:lightRig rig="threePt" dir="t"/>
    </dgm:scene3d>
    <dgm:sp3d/>
    <dgm:style>
      <a:lnRef idx="2">
        <a:srgbClr val="000000"/>
      </a:lnRef>
      <a:fillRef idx="1">
        <a:srgbClr val="000000"/>
      </a:fillRef>
      <a:effectRef idx="0">
        <a:srgbClr val="000000"/>
      </a:effectRef>
      <a:fontRef idx="minor"/>
    </dgm:style>
  </dgm:styleLbl>
  <dgm:styleLbl name="fgAcc4">
    <dgm:scene3d>
      <a:camera prst="orthographicFront"/>
      <a:lightRig rig="threePt" dir="t"/>
    </dgm:scene3d>
    <dgm:sp3d/>
    <dgm:style>
      <a:lnRef idx="2">
        <a:srgbClr val="000000"/>
      </a:lnRef>
      <a:fillRef idx="1">
        <a:srgbClr val="000000"/>
      </a:fillRef>
      <a:effectRef idx="0">
        <a:srgbClr val="000000"/>
      </a:effectRef>
      <a:fontRef idx="minor"/>
    </dgm:style>
  </dgm:styleLbl>
  <dgm:styleLbl name="fgAccFollowNode1">
    <dgm:scene3d>
      <a:camera prst="orthographicFront"/>
      <a:lightRig rig="threePt" dir="t"/>
    </dgm:scene3d>
    <dgm:sp3d/>
    <dgm:style>
      <a:lnRef idx="2">
        <a:srgbClr val="000000"/>
      </a:lnRef>
      <a:fillRef idx="1">
        <a:srgbClr val="000000"/>
      </a:fillRef>
      <a:effectRef idx="0">
        <a:srgbClr val="000000"/>
      </a:effectRef>
      <a:fontRef idx="minor"/>
    </dgm:style>
  </dgm:styleLbl>
  <dgm:styleLbl name="fgImgPlace1">
    <dgm:scene3d>
      <a:camera prst="orthographicFront"/>
      <a:lightRig rig="threePt" dir="t"/>
    </dgm:scene3d>
    <dgm:sp3d/>
    <dgm:style>
      <a:lnRef idx="3">
        <a:srgbClr val="000000"/>
      </a:lnRef>
      <a:fillRef idx="1">
        <a:srgbClr val="000000"/>
      </a:fillRef>
      <a:effectRef idx="1">
        <a:srgbClr val="000000"/>
      </a:effectRef>
      <a:fontRef idx="minor"/>
    </dgm:style>
  </dgm:styleLbl>
  <dgm:styleLbl name="fgShp">
    <dgm:scene3d>
      <a:camera prst="orthographicFront"/>
      <a:lightRig rig="threePt" dir="t"/>
    </dgm:scene3d>
    <dgm:sp3d/>
    <dgm:style>
      <a:lnRef idx="3">
        <a:srgbClr val="000000"/>
      </a:lnRef>
      <a:fillRef idx="1">
        <a:srgbClr val="000000"/>
      </a:fillRef>
      <a:effectRef idx="1">
        <a:srgbClr val="000000"/>
      </a:effectRef>
      <a:fontRef idx="minor"/>
    </dgm:style>
  </dgm:styleLbl>
  <dgm:styleLbl name="fgSibTrans2D1">
    <dgm:scene3d>
      <a:camera prst="orthographicFront"/>
      <a:lightRig rig="threePt" dir="t"/>
    </dgm:scene3d>
    <dgm:sp3d/>
    <dgm:style>
      <a:lnRef idx="0">
        <a:srgbClr val="000000"/>
      </a:lnRef>
      <a:fillRef idx="1">
        <a:srgbClr val="000000"/>
      </a:fillRef>
      <a:effectRef idx="1">
        <a:srgbClr val="000000"/>
      </a:effectRef>
      <a:fontRef idx="minor">
        <a:schemeClr val="lt1"/>
      </a:fontRef>
    </dgm:style>
  </dgm:styleLbl>
  <dgm:styleLbl name="lnNode1">
    <dgm:scene3d>
      <a:camera prst="orthographicFront"/>
      <a:lightRig rig="threePt" dir="t"/>
    </dgm:scene3d>
    <dgm:sp3d/>
    <dgm:style>
      <a:lnRef idx="3">
        <a:srgbClr val="000000"/>
      </a:lnRef>
      <a:fillRef idx="1">
        <a:srgbClr val="000000"/>
      </a:fillRef>
      <a:effectRef idx="1">
        <a:srgbClr val="000000"/>
      </a:effectRef>
      <a:fontRef idx="minor">
        <a:schemeClr val="lt1"/>
      </a:fontRef>
    </dgm:style>
  </dgm:styleLbl>
  <dgm:styleLbl name="node0">
    <dgm:scene3d>
      <a:camera prst="orthographicFront"/>
      <a:lightRig rig="threePt" dir="t"/>
    </dgm:scene3d>
    <dgm:sp3d/>
    <dgm:style>
      <a:lnRef idx="3">
        <a:srgbClr val="000000"/>
      </a:lnRef>
      <a:fillRef idx="1">
        <a:srgbClr val="000000"/>
      </a:fillRef>
      <a:effectRef idx="1">
        <a:srgbClr val="000000"/>
      </a:effectRef>
      <a:fontRef idx="minor">
        <a:schemeClr val="lt1"/>
      </a:fontRef>
    </dgm:style>
  </dgm:styleLbl>
  <dgm:styleLbl name="node1">
    <dgm:scene3d>
      <a:camera prst="orthographicFront"/>
      <a:lightRig rig="threePt" dir="t"/>
    </dgm:scene3d>
    <dgm:sp3d/>
    <dgm:style>
      <a:lnRef idx="3">
        <a:srgbClr val="000000"/>
      </a:lnRef>
      <a:fillRef idx="1">
        <a:srgbClr val="000000"/>
      </a:fillRef>
      <a:effectRef idx="1">
        <a:srgbClr val="000000"/>
      </a:effectRef>
      <a:fontRef idx="minor">
        <a:schemeClr val="lt1"/>
      </a:fontRef>
    </dgm:style>
  </dgm:styleLbl>
  <dgm:styleLbl name="node2">
    <dgm:scene3d>
      <a:camera prst="orthographicFront"/>
      <a:lightRig rig="threePt" dir="t"/>
    </dgm:scene3d>
    <dgm:sp3d/>
    <dgm:style>
      <a:lnRef idx="3">
        <a:srgbClr val="000000"/>
      </a:lnRef>
      <a:fillRef idx="1">
        <a:srgbClr val="000000"/>
      </a:fillRef>
      <a:effectRef idx="1">
        <a:srgbClr val="000000"/>
      </a:effectRef>
      <a:fontRef idx="minor">
        <a:schemeClr val="lt1"/>
      </a:fontRef>
    </dgm:style>
  </dgm:styleLbl>
  <dgm:styleLbl name="node3">
    <dgm:scene3d>
      <a:camera prst="orthographicFront"/>
      <a:lightRig rig="threePt" dir="t"/>
    </dgm:scene3d>
    <dgm:sp3d/>
    <dgm:style>
      <a:lnRef idx="3">
        <a:srgbClr val="000000"/>
      </a:lnRef>
      <a:fillRef idx="1">
        <a:srgbClr val="000000"/>
      </a:fillRef>
      <a:effectRef idx="1">
        <a:srgbClr val="000000"/>
      </a:effectRef>
      <a:fontRef idx="minor">
        <a:schemeClr val="lt1"/>
      </a:fontRef>
    </dgm:style>
  </dgm:styleLbl>
  <dgm:styleLbl name="node4">
    <dgm:scene3d>
      <a:camera prst="orthographicFront"/>
      <a:lightRig rig="threePt" dir="t"/>
    </dgm:scene3d>
    <dgm:sp3d/>
    <dgm:style>
      <a:lnRef idx="3">
        <a:srgbClr val="000000"/>
      </a:lnRef>
      <a:fillRef idx="1">
        <a:srgbClr val="000000"/>
      </a:fillRef>
      <a:effectRef idx="1">
        <a:srgbClr val="000000"/>
      </a:effectRef>
      <a:fontRef idx="minor">
        <a:schemeClr val="lt1"/>
      </a:fontRef>
    </dgm:style>
  </dgm:styleLbl>
  <dgm:styleLbl name="parChTrans1D1">
    <dgm:scene3d>
      <a:camera prst="orthographicFront"/>
      <a:lightRig rig="threePt" dir="t"/>
    </dgm:scene3d>
    <dgm:sp3d/>
    <dgm:style>
      <a:lnRef idx="2">
        <a:srgbClr val="000000"/>
      </a:lnRef>
      <a:fillRef idx="0">
        <a:srgbClr val="000000"/>
      </a:fillRef>
      <a:effectRef idx="0">
        <a:srgbClr val="000000"/>
      </a:effectRef>
      <a:fontRef idx="minor"/>
    </dgm:style>
  </dgm:styleLbl>
  <dgm:styleLbl name="parChTrans1D2">
    <dgm:scene3d>
      <a:camera prst="orthographicFront"/>
      <a:lightRig rig="threePt" dir="t"/>
    </dgm:scene3d>
    <dgm:sp3d/>
    <dgm:style>
      <a:lnRef idx="2">
        <a:srgbClr val="000000"/>
      </a:lnRef>
      <a:fillRef idx="0">
        <a:srgbClr val="000000"/>
      </a:fillRef>
      <a:effectRef idx="0">
        <a:srgbClr val="000000"/>
      </a:effectRef>
      <a:fontRef idx="minor"/>
    </dgm:style>
  </dgm:styleLbl>
  <dgm:styleLbl name="parChTrans1D3">
    <dgm:scene3d>
      <a:camera prst="orthographicFront"/>
      <a:lightRig rig="threePt" dir="t"/>
    </dgm:scene3d>
    <dgm:sp3d/>
    <dgm:style>
      <a:lnRef idx="2">
        <a:srgbClr val="000000"/>
      </a:lnRef>
      <a:fillRef idx="0">
        <a:srgbClr val="000000"/>
      </a:fillRef>
      <a:effectRef idx="0">
        <a:srgbClr val="000000"/>
      </a:effectRef>
      <a:fontRef idx="minor"/>
    </dgm:style>
  </dgm:styleLbl>
  <dgm:styleLbl name="parChTrans1D4">
    <dgm:scene3d>
      <a:camera prst="orthographicFront"/>
      <a:lightRig rig="threePt" dir="t"/>
    </dgm:scene3d>
    <dgm:sp3d/>
    <dgm:style>
      <a:lnRef idx="2">
        <a:srgbClr val="000000"/>
      </a:lnRef>
      <a:fillRef idx="0">
        <a:srgbClr val="000000"/>
      </a:fillRef>
      <a:effectRef idx="0">
        <a:srgbClr val="000000"/>
      </a:effectRef>
      <a:fontRef idx="minor"/>
    </dgm:style>
  </dgm:styleLbl>
  <dgm:styleLbl name="parChTrans2D1">
    <dgm:scene3d>
      <a:camera prst="orthographicFront"/>
      <a:lightRig rig="threePt" dir="t"/>
    </dgm:scene3d>
    <dgm:sp3d/>
    <dgm:style>
      <a:lnRef idx="3">
        <a:srgbClr val="000000"/>
      </a:lnRef>
      <a:fillRef idx="1">
        <a:srgbClr val="000000"/>
      </a:fillRef>
      <a:effectRef idx="1">
        <a:srgbClr val="000000"/>
      </a:effectRef>
      <a:fontRef idx="minor">
        <a:schemeClr val="lt1"/>
      </a:fontRef>
    </dgm:style>
  </dgm:styleLbl>
  <dgm:styleLbl name="parChTrans2D2">
    <dgm:scene3d>
      <a:camera prst="orthographicFront"/>
      <a:lightRig rig="threePt" dir="t"/>
    </dgm:scene3d>
    <dgm:sp3d/>
    <dgm:style>
      <a:lnRef idx="3">
        <a:srgbClr val="000000"/>
      </a:lnRef>
      <a:fillRef idx="1">
        <a:srgbClr val="000000"/>
      </a:fillRef>
      <a:effectRef idx="1">
        <a:srgbClr val="000000"/>
      </a:effectRef>
      <a:fontRef idx="minor">
        <a:schemeClr val="lt1"/>
      </a:fontRef>
    </dgm:style>
  </dgm:styleLbl>
  <dgm:styleLbl name="parChTrans2D3">
    <dgm:scene3d>
      <a:camera prst="orthographicFront"/>
      <a:lightRig rig="threePt" dir="t"/>
    </dgm:scene3d>
    <dgm:sp3d/>
    <dgm:style>
      <a:lnRef idx="3">
        <a:srgbClr val="000000"/>
      </a:lnRef>
      <a:fillRef idx="1">
        <a:srgbClr val="000000"/>
      </a:fillRef>
      <a:effectRef idx="1">
        <a:srgbClr val="000000"/>
      </a:effectRef>
      <a:fontRef idx="minor">
        <a:schemeClr val="lt1"/>
      </a:fontRef>
    </dgm:style>
  </dgm:styleLbl>
  <dgm:styleLbl name="parChTrans2D4">
    <dgm:scene3d>
      <a:camera prst="orthographicFront"/>
      <a:lightRig rig="threePt" dir="t"/>
    </dgm:scene3d>
    <dgm:sp3d/>
    <dgm:style>
      <a:lnRef idx="3">
        <a:srgbClr val="000000"/>
      </a:lnRef>
      <a:fillRef idx="1">
        <a:srgbClr val="000000"/>
      </a:fillRef>
      <a:effectRef idx="1">
        <a:srgbClr val="000000"/>
      </a:effectRef>
      <a:fontRef idx="minor">
        <a:schemeClr val="lt1"/>
      </a:fontRef>
    </dgm:style>
  </dgm:styleLbl>
  <dgm:styleLbl name="revTx">
    <dgm:scene3d>
      <a:camera prst="orthographicFront"/>
      <a:lightRig rig="threePt" dir="t"/>
    </dgm:scene3d>
    <dgm:sp3d/>
    <dgm:style>
      <a:lnRef idx="0">
        <a:srgbClr val="000000"/>
      </a:lnRef>
      <a:fillRef idx="0">
        <a:srgbClr val="000000"/>
      </a:fillRef>
      <a:effectRef idx="0">
        <a:srgbClr val="000000"/>
      </a:effectRef>
      <a:fontRef idx="minor"/>
    </dgm:style>
  </dgm:styleLbl>
  <dgm:styleLbl name="sibTrans1D1">
    <dgm:scene3d>
      <a:camera prst="orthographicFront"/>
      <a:lightRig rig="threePt" dir="t"/>
    </dgm:scene3d>
    <dgm:sp3d/>
    <dgm:style>
      <a:lnRef idx="1">
        <a:srgbClr val="000000"/>
      </a:lnRef>
      <a:fillRef idx="0">
        <a:srgbClr val="000000"/>
      </a:fillRef>
      <a:effectRef idx="0">
        <a:srgbClr val="000000"/>
      </a:effectRef>
      <a:fontRef idx="minor"/>
    </dgm:style>
  </dgm:styleLbl>
  <dgm:styleLbl name="sibTrans2D1">
    <dgm:scene3d>
      <a:camera prst="orthographicFront"/>
      <a:lightRig rig="threePt" dir="t"/>
    </dgm:scene3d>
    <dgm:sp3d/>
    <dgm:style>
      <a:lnRef idx="0">
        <a:srgbClr val="000000"/>
      </a:lnRef>
      <a:fillRef idx="1">
        <a:srgbClr val="000000"/>
      </a:fillRef>
      <a:effectRef idx="1">
        <a:srgbClr val="000000"/>
      </a:effectRef>
      <a:fontRef idx="minor">
        <a:schemeClr val="lt1"/>
      </a:fontRef>
    </dgm:style>
  </dgm:styleLbl>
  <dgm:styleLbl name="solidAlignAcc1">
    <dgm:scene3d>
      <a:camera prst="orthographicFront"/>
      <a:lightRig rig="threePt" dir="t"/>
    </dgm:scene3d>
    <dgm:sp3d/>
    <dgm:style>
      <a:lnRef idx="2">
        <a:srgbClr val="000000"/>
      </a:lnRef>
      <a:fillRef idx="1">
        <a:srgbClr val="000000"/>
      </a:fillRef>
      <a:effectRef idx="0">
        <a:srgbClr val="000000"/>
      </a:effectRef>
      <a:fontRef idx="minor"/>
    </dgm:style>
  </dgm:styleLbl>
  <dgm:styleLbl name="solidBgAcc1">
    <dgm:scene3d>
      <a:camera prst="orthographicFront"/>
      <a:lightRig rig="threePt" dir="t"/>
    </dgm:scene3d>
    <dgm:sp3d/>
    <dgm:style>
      <a:lnRef idx="2">
        <a:srgbClr val="000000"/>
      </a:lnRef>
      <a:fillRef idx="1">
        <a:srgbClr val="000000"/>
      </a:fillRef>
      <a:effectRef idx="0">
        <a:srgbClr val="000000"/>
      </a:effectRef>
      <a:fontRef idx="minor"/>
    </dgm:style>
  </dgm:styleLbl>
  <dgm:styleLbl name="solidFgAcc1">
    <dgm:scene3d>
      <a:camera prst="orthographicFront"/>
      <a:lightRig rig="threePt" dir="t"/>
    </dgm:scene3d>
    <dgm:sp3d/>
    <dgm:style>
      <a:lnRef idx="2">
        <a:srgbClr val="000000"/>
      </a:lnRef>
      <a:fillRef idx="1">
        <a:srgbClr val="000000"/>
      </a:fillRef>
      <a:effectRef idx="0">
        <a:srgbClr val="000000"/>
      </a:effectRef>
      <a:fontRef idx="minor"/>
    </dgm:style>
  </dgm:styleLbl>
  <dgm:styleLbl name="trAlignAcc1">
    <dgm:scene3d>
      <a:camera prst="orthographicFront"/>
      <a:lightRig rig="threePt" dir="t"/>
    </dgm:scene3d>
    <dgm:sp3d/>
    <dgm:style>
      <a:lnRef idx="1">
        <a:srgbClr val="000000"/>
      </a:lnRef>
      <a:fillRef idx="1">
        <a:srgbClr val="000000"/>
      </a:fillRef>
      <a:effectRef idx="0">
        <a:srgbClr val="000000"/>
      </a:effectRef>
      <a:fontRef idx="minor"/>
    </dgm:style>
  </dgm:styleLbl>
  <dgm:styleLbl name="trBgShp">
    <dgm:scene3d>
      <a:camera prst="orthographicFront"/>
      <a:lightRig rig="threePt" dir="t"/>
    </dgm:scene3d>
    <dgm:sp3d/>
    <dgm:style>
      <a:lnRef idx="0">
        <a:srgbClr val="000000"/>
      </a:lnRef>
      <a:fillRef idx="1">
        <a:srgbClr val="000000"/>
      </a:fillRef>
      <a:effectRef idx="0">
        <a:srgbClr val="000000"/>
      </a:effectRef>
      <a:fontRef idx="minor"/>
    </dgm:style>
  </dgm:styleLbl>
  <dgm:styleLbl name="vennNode1">
    <dgm:scene3d>
      <a:camera prst="orthographicFront"/>
      <a:lightRig rig="threePt" dir="t"/>
    </dgm:scene3d>
    <dgm:sp3d/>
    <dgm:style>
      <a:lnRef idx="3">
        <a:srgbClr val="000000"/>
      </a:lnRef>
      <a:fillRef idx="1">
        <a:srgbClr val="000000"/>
      </a:fillRef>
      <a:effectRef idx="0">
        <a:srgbClr val="000000"/>
      </a:effectRef>
      <a:fontRef idx="minor">
        <a:schemeClr val="tx1"/>
      </a:fontRef>
    </dgm:style>
  </dgm:styleLbl>
</dgm:styleDef>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989808912"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en-US"/>
          </a:p>
        </p:txBody>
      </p:sp>
      <p:sp>
        <p:nvSpPr>
          <p:cNvPr id="986492185" name="Date Placeholder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5A5F8953-A0C1-487C-9761-F8C5D8E4DC10}" type="datetimeFigureOut">
              <a:rPr lang="en-US"/>
              <a:t>9/26/2025</a:t>
            </a:fld>
            <a:endParaRPr lang="en-US"/>
          </a:p>
        </p:txBody>
      </p:sp>
      <p:sp>
        <p:nvSpPr>
          <p:cNvPr id="536536082" name="Slide Image Placeholder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en-US"/>
          </a:p>
        </p:txBody>
      </p:sp>
      <p:sp>
        <p:nvSpPr>
          <p:cNvPr id="270685083" name="Notes Placeholder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en-US"/>
              <a:t>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515549338"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en-US"/>
          </a:p>
        </p:txBody>
      </p:sp>
      <p:sp>
        <p:nvSpPr>
          <p:cNvPr id="829615036" name="Slide Number Placeholder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C18C78DD-FDF0-467D-BC38-AA0AB3EEC7A4}" type="slidenum">
              <a:rPr lang="en-US"/>
              <a:t>‹#›</a:t>
            </a:fld>
            <a:endParaRPr lang="en-US"/>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767F15EB-AD27-67DF-3358-C67BE47340DC}" type="slidenum">
              <a:rPr/>
              <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46EBAE14-F5F1-10F0-A4C7-C9CB54DD0463}" type="slidenum">
              <a:rPr/>
              <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2580722" name="Slide Image Placeholder 1"/>
          <p:cNvSpPr>
            <a:spLocks noChangeAspect="1" noGrp="1" noRot="1"/>
          </p:cNvSpPr>
          <p:nvPr>
            <p:ph type="sldImg"/>
          </p:nvPr>
        </p:nvSpPr>
        <p:spPr bwMode="auto"/>
      </p:sp>
      <p:sp>
        <p:nvSpPr>
          <p:cNvPr id="662993069" name="Notes Placeholder 2"/>
          <p:cNvSpPr>
            <a:spLocks noGrp="1"/>
          </p:cNvSpPr>
          <p:nvPr>
            <p:ph type="body" idx="1"/>
          </p:nvPr>
        </p:nvSpPr>
        <p:spPr bwMode="auto"/>
        <p:txBody>
          <a:bodyPr/>
          <a:lstStyle/>
          <a:p>
            <a:pPr>
              <a:defRPr/>
            </a:pPr>
            <a:endParaRPr lang="en-US"/>
          </a:p>
        </p:txBody>
      </p:sp>
      <p:sp>
        <p:nvSpPr>
          <p:cNvPr id="1614974175" name="Slide Number Placeholder 3"/>
          <p:cNvSpPr>
            <a:spLocks noGrp="1"/>
          </p:cNvSpPr>
          <p:nvPr>
            <p:ph type="sldNum" sz="quarter" idx="10"/>
          </p:nvPr>
        </p:nvSpPr>
        <p:spPr bwMode="auto"/>
        <p:txBody>
          <a:bodyPr/>
          <a:lstStyle/>
          <a:p>
            <a:pPr>
              <a:defRPr/>
            </a:pPr>
            <a:fld id="{F7021451-1387-4CA6-816F-3879F97B5CBC}"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D1564B19-B76E-58E7-8741-4621336DD8DE}" type="slidenum">
              <a:rPr/>
              <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1FD97586-37D3-61BB-7AF9-A435AC45FB7F}" type="slidenum">
              <a:rPr/>
              <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3147D2EE-1943-6AC5-0176-D30A2905F1B7}" type="slidenum">
              <a:rPr/>
              <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616BDD36-13FB-BF33-42EB-5549D43C612C}" type="slidenum">
              <a:rPr/>
              <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F260D927-950B-9217-9907-F296210F024F}" type="slidenum">
              <a:rPr/>
              <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3D29032F-A13D-F7BE-266C-370AA91A4CFB}" type="slidenum">
              <a:rPr/>
              <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0A05EA92-FFF0-251C-1F3C-D5F4F793BF19}" type="slidenum">
              <a:rPr/>
              <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97F10E39-F79D-1B09-F7A7-B35295203341}" type="slidenum">
              <a:rPr/>
              <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14F6DCDF-5D72-42E3-AA14-281E26E9AC9C}" type="slidenum">
              <a:rPr/>
              <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C0A41927-66C4-5B23-39AD-4D2D606BA932}" type="slidenum">
              <a:rPr/>
              <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E64BA2EC-C60F-6738-2ADB-C717DDC6C26E}" type="slidenum">
              <a:rPr/>
              <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7D9A5BDD-5EA2-FDB0-F391-896BBAA17B91}" type="slidenum">
              <a:rPr/>
              <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90D3388A-7C4F-F69B-1DF5-76F17B0A01F5}" type="slidenum">
              <a:rPr/>
              <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0270326A-3FE2-6C95-1A1F-E8159440DA46}" type="slidenum">
              <a:rPr/>
              <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07DFC44A-4310-E1E3-0767-579CF6DE7B55}" type="slidenum">
              <a:rPr/>
              <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512D39C0-EBBF-DE11-6EC0-83FC21DBEB60}" type="slidenum">
              <a:rPr/>
              <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815B0575-612C-FDDF-0D15-74DD2DE218A2}" type="slidenum">
              <a:rPr/>
              <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029C1740-1E50-321A-88A6-A8CE66CA50AC}" type="slidenum">
              <a:rPr/>
              <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C6765C4D-0D9A-1873-0BB9-5250F0D5792E}" type="slidenum">
              <a:rPr/>
              <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DD152CC9-0B87-2F1F-E02A-1D5EA178C63D}" type="slidenum">
              <a:rPr/>
              <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4C8D4565-D5F3-CB10-06D4-D64B3140C882}" type="slidenum">
              <a:rPr/>
              <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7F81DAA1-5AC3-6C6B-DA59-106286FCA05D}" type="slidenum">
              <a:rPr/>
              <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0AE82102-BF99-93BF-FA4F-52A33247AD16}" type="slidenum">
              <a:rPr/>
              <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C93EBCF4-F94E-BD3A-6A73-B7A498CA3CAD}" type="slidenum">
              <a:rPr/>
              <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1C194933-A653-8DFE-03CE-81B090C18DAC}" type="slidenum">
              <a:rPr/>
              <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9F86793A-8ABA-5B7F-06FD-6FCDA53CE872}" type="slidenum">
              <a:rPr/>
              <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2D6C081E-499B-91AA-3D16-3475728D3330}" type="slidenum">
              <a:rPr/>
              <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1C7D0150-C5AB-BA2A-A132-A5FD9E7D8E45}" type="slidenum">
              <a:rPr/>
              <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9419E2CB-9004-4C58-9E69-148C3935281A}" type="slidenum">
              <a:rPr/>
              <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0FC57557-51D6-C091-ADEE-B8F0C9215B63}" type="slidenum">
              <a:rPr/>
              <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0E8A856D-A54C-6D13-EE59-73429EC6A183}" type="slidenum">
              <a:rPr/>
              <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89B81F1B-8A9D-EB65-45D5-3069879275D3}" type="slidenum">
              <a:rPr/>
              <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FB5D802A-4F7C-902E-4580-F199296C38B4}" type="slidenum">
              <a:rPr/>
              <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F530BC96-660E-792D-EB76-46A57C9ABD93}" type="slidenum">
              <a:rPr/>
              <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157CCC5C-A330-DB4E-A1AA-BC2B4E368B7E}" type="slidenum">
              <a:rPr/>
              <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6A3B98F2-FED2-1D1E-A140-7F9A6080AE12}" type="slidenum">
              <a:rPr/>
              <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F49BF899-8CC6-2C8C-80E5-5242D4AECD9E}" type="slidenum">
              <a:rPr/>
              <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29A8CEE6-5B9C-FB3C-7BF3-DD83AF9C0B20}" type="slidenum">
              <a:rPr/>
              <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C7590AC8-318C-54EB-E60D-485003E7172E}" type="slidenum">
              <a:rPr/>
              <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990E665C-B8B1-8075-6DEE-5A24D7654538}" type="slidenum">
              <a:rPr/>
              <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3F3B4068-8376-8000-33CD-8910E34462C6}" type="slidenum">
              <a:rPr/>
              <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D33618D5-A03A-E290-C1DB-B076AA54C01B}" type="slidenum">
              <a:rPr/>
              <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2D679D86-4017-1C79-6E41-77E097B38630}" type="slidenum">
              <a:rPr/>
              <a:t/>
            </a:fld>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gamma.app/?utm_source=made-with-gamma" TargetMode="External"/><Relationship Id="rId3"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Title Slide">
    <p:spTree>
      <p:nvGrpSpPr>
        <p:cNvPr id="1" name=""/>
        <p:cNvGrpSpPr/>
        <p:nvPr/>
      </p:nvGrpSpPr>
      <p:grpSpPr bwMode="auto">
        <a:xfrm>
          <a:off x="0" y="0"/>
          <a:ext cx="0" cy="0"/>
          <a:chOff x="0" y="0"/>
          <a:chExt cx="0" cy="0"/>
        </a:xfrm>
      </p:grpSpPr>
      <p:sp>
        <p:nvSpPr>
          <p:cNvPr id="1290257387" name="Title 1"/>
          <p:cNvSpPr>
            <a:spLocks noGrp="1"/>
          </p:cNvSpPr>
          <p:nvPr>
            <p:ph type="ctrTitle"/>
          </p:nvPr>
        </p:nvSpPr>
        <p:spPr bwMode="auto">
          <a:xfrm>
            <a:off x="1524000" y="1122363"/>
            <a:ext cx="9144000" cy="2387600"/>
          </a:xfrm>
        </p:spPr>
        <p:txBody>
          <a:bodyPr anchor="b"/>
          <a:lstStyle>
            <a:lvl1pPr algn="ctr">
              <a:defRPr sz="6000"/>
            </a:lvl1pPr>
          </a:lstStyle>
          <a:p>
            <a:pPr>
              <a:defRPr/>
            </a:pPr>
            <a:r>
              <a:rPr lang="en-US"/>
              <a:t>Click to edit Master title style</a:t>
            </a:r>
            <a:endParaRPr lang="en-US"/>
          </a:p>
        </p:txBody>
      </p:sp>
      <p:sp>
        <p:nvSpPr>
          <p:cNvPr id="1889906700" name="Subtitle 2"/>
          <p:cNvSpPr>
            <a:spLocks noGrp="1"/>
          </p:cNvSpPr>
          <p:nvPr>
            <p:ph type="subTitle" idx="1"/>
          </p:nvPr>
        </p:nvSpPr>
        <p:spPr bwMode="auto">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en-US"/>
              <a:t>Click to edit Master subtitle style</a:t>
            </a:r>
            <a:endParaRPr lang="en-US"/>
          </a:p>
        </p:txBody>
      </p:sp>
      <p:sp>
        <p:nvSpPr>
          <p:cNvPr id="190692744" name="Date Placeholder 3"/>
          <p:cNvSpPr>
            <a:spLocks noGrp="1"/>
          </p:cNvSpPr>
          <p:nvPr>
            <p:ph type="dt" sz="half" idx="10"/>
          </p:nvPr>
        </p:nvSpPr>
        <p:spPr bwMode="auto"/>
        <p:txBody>
          <a:bodyPr/>
          <a:lstStyle/>
          <a:p>
            <a:pPr>
              <a:defRPr/>
            </a:pPr>
            <a:fld id="{B56E29EB-FE3F-4D54-B81D-4B7289560379}" type="datetimeFigureOut">
              <a:rPr lang="en-US"/>
              <a:t>9/26/2025</a:t>
            </a:fld>
            <a:endParaRPr lang="en-US"/>
          </a:p>
        </p:txBody>
      </p:sp>
      <p:sp>
        <p:nvSpPr>
          <p:cNvPr id="1992465309" name="Footer Placeholder 4"/>
          <p:cNvSpPr>
            <a:spLocks noGrp="1"/>
          </p:cNvSpPr>
          <p:nvPr>
            <p:ph type="ftr" sz="quarter" idx="11"/>
          </p:nvPr>
        </p:nvSpPr>
        <p:spPr bwMode="auto"/>
        <p:txBody>
          <a:bodyPr/>
          <a:lstStyle/>
          <a:p>
            <a:pPr>
              <a:defRPr/>
            </a:pPr>
            <a:endParaRPr lang="en-US"/>
          </a:p>
        </p:txBody>
      </p:sp>
      <p:sp>
        <p:nvSpPr>
          <p:cNvPr id="997373533" name="Slide Number Placeholder 5"/>
          <p:cNvSpPr>
            <a:spLocks noGrp="1"/>
          </p:cNvSpPr>
          <p:nvPr>
            <p:ph type="sldNum" sz="quarter" idx="12"/>
          </p:nvPr>
        </p:nvSpPr>
        <p:spPr bwMode="auto"/>
        <p:txBody>
          <a:bodyPr/>
          <a:lstStyle/>
          <a:p>
            <a:pPr>
              <a:defRPr/>
            </a:pPr>
            <a:fld id="{E38C67C5-9439-4D9F-B8F7-195D602E046E}" type="slidenum">
              <a:rPr lang="en-US"/>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le and Content">
    <p:spTree>
      <p:nvGrpSpPr>
        <p:cNvPr id="1" name=""/>
        <p:cNvGrpSpPr/>
        <p:nvPr/>
      </p:nvGrpSpPr>
      <p:grpSpPr bwMode="auto">
        <a:xfrm>
          <a:off x="0" y="0"/>
          <a:ext cx="0" cy="0"/>
          <a:chOff x="0" y="0"/>
          <a:chExt cx="0" cy="0"/>
        </a:xfrm>
      </p:grpSpPr>
      <p:sp>
        <p:nvSpPr>
          <p:cNvPr id="1845661661" name="Title 1"/>
          <p:cNvSpPr>
            <a:spLocks noGrp="1"/>
          </p:cNvSpPr>
          <p:nvPr>
            <p:ph type="title"/>
          </p:nvPr>
        </p:nvSpPr>
        <p:spPr bwMode="auto"/>
        <p:txBody>
          <a:bodyPr/>
          <a:lstStyle/>
          <a:p>
            <a:pPr>
              <a:defRPr/>
            </a:pPr>
            <a:r>
              <a:rPr lang="en-US"/>
              <a:t>Click to edit Master title style</a:t>
            </a:r>
            <a:endParaRPr lang="en-US"/>
          </a:p>
        </p:txBody>
      </p:sp>
      <p:sp>
        <p:nvSpPr>
          <p:cNvPr id="1474826134" name="Content Placeholder 2"/>
          <p:cNvSpPr>
            <a:spLocks noGrp="1"/>
          </p:cNvSpPr>
          <p:nvPr>
            <p:ph idx="1"/>
          </p:nvPr>
        </p:nvSpPr>
        <p:spPr bwMode="auto"/>
        <p:txBody>
          <a:bodyPr/>
          <a:lstStyle/>
          <a:p>
            <a:pPr lvl="0">
              <a:defRPr/>
            </a:pPr>
            <a:r>
              <a:rPr lang="en-US"/>
              <a:t>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2898037" name="Date Placeholder 3"/>
          <p:cNvSpPr>
            <a:spLocks noGrp="1"/>
          </p:cNvSpPr>
          <p:nvPr>
            <p:ph type="dt" sz="half" idx="10"/>
          </p:nvPr>
        </p:nvSpPr>
        <p:spPr bwMode="auto"/>
        <p:txBody>
          <a:bodyPr/>
          <a:lstStyle/>
          <a:p>
            <a:pPr>
              <a:defRPr/>
            </a:pPr>
            <a:fld id="{B56E29EB-FE3F-4D54-B81D-4B7289560379}" type="datetimeFigureOut">
              <a:rPr lang="en-US"/>
              <a:t>9/26/2025</a:t>
            </a:fld>
            <a:endParaRPr lang="en-US"/>
          </a:p>
        </p:txBody>
      </p:sp>
      <p:sp>
        <p:nvSpPr>
          <p:cNvPr id="2004634760" name="Footer Placeholder 4"/>
          <p:cNvSpPr>
            <a:spLocks noGrp="1"/>
          </p:cNvSpPr>
          <p:nvPr>
            <p:ph type="ftr" sz="quarter" idx="11"/>
          </p:nvPr>
        </p:nvSpPr>
        <p:spPr bwMode="auto"/>
        <p:txBody>
          <a:bodyPr/>
          <a:lstStyle/>
          <a:p>
            <a:pPr>
              <a:defRPr/>
            </a:pPr>
            <a:endParaRPr lang="en-US"/>
          </a:p>
        </p:txBody>
      </p:sp>
      <p:sp>
        <p:nvSpPr>
          <p:cNvPr id="1832195067" name="Slide Number Placeholder 5"/>
          <p:cNvSpPr>
            <a:spLocks noGrp="1"/>
          </p:cNvSpPr>
          <p:nvPr>
            <p:ph type="sldNum" sz="quarter" idx="12"/>
          </p:nvPr>
        </p:nvSpPr>
        <p:spPr bwMode="auto"/>
        <p:txBody>
          <a:bodyPr/>
          <a:lstStyle/>
          <a:p>
            <a:pPr>
              <a:defRPr/>
            </a:pPr>
            <a:fld id="{E38C67C5-9439-4D9F-B8F7-195D602E046E}"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secHead" userDrawn="1">
  <p:cSld name="Section Header">
    <p:spTree>
      <p:nvGrpSpPr>
        <p:cNvPr id="1" name=""/>
        <p:cNvGrpSpPr/>
        <p:nvPr/>
      </p:nvGrpSpPr>
      <p:grpSpPr bwMode="auto">
        <a:xfrm>
          <a:off x="0" y="0"/>
          <a:ext cx="0" cy="0"/>
          <a:chOff x="0" y="0"/>
          <a:chExt cx="0" cy="0"/>
        </a:xfrm>
      </p:grpSpPr>
      <p:sp>
        <p:nvSpPr>
          <p:cNvPr id="1904846431" name="Title 1"/>
          <p:cNvSpPr>
            <a:spLocks noGrp="1"/>
          </p:cNvSpPr>
          <p:nvPr>
            <p:ph type="title"/>
          </p:nvPr>
        </p:nvSpPr>
        <p:spPr bwMode="auto">
          <a:xfrm>
            <a:off x="831850" y="1709738"/>
            <a:ext cx="10515600" cy="2852737"/>
          </a:xfrm>
        </p:spPr>
        <p:txBody>
          <a:bodyPr anchor="b"/>
          <a:lstStyle>
            <a:lvl1pPr>
              <a:defRPr sz="6000"/>
            </a:lvl1pPr>
          </a:lstStyle>
          <a:p>
            <a:pPr>
              <a:defRPr/>
            </a:pPr>
            <a:r>
              <a:rPr lang="en-US"/>
              <a:t>Click to edit Master title style</a:t>
            </a:r>
            <a:endParaRPr lang="en-US"/>
          </a:p>
        </p:txBody>
      </p:sp>
      <p:sp>
        <p:nvSpPr>
          <p:cNvPr id="1526768306" name="Text Placeholder 2"/>
          <p:cNvSpPr>
            <a:spLocks noGrp="1"/>
          </p:cNvSpPr>
          <p:nvPr>
            <p:ph type="body" idx="1"/>
          </p:nvPr>
        </p:nvSpPr>
        <p:spPr bwMode="auto">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defRPr/>
            </a:pPr>
            <a:r>
              <a:rPr lang="en-US"/>
              <a:t>Edit Master text styles</a:t>
            </a:r>
            <a:endParaRPr/>
          </a:p>
        </p:txBody>
      </p:sp>
      <p:sp>
        <p:nvSpPr>
          <p:cNvPr id="504913279" name="Date Placeholder 3"/>
          <p:cNvSpPr>
            <a:spLocks noGrp="1"/>
          </p:cNvSpPr>
          <p:nvPr>
            <p:ph type="dt" sz="half" idx="10"/>
          </p:nvPr>
        </p:nvSpPr>
        <p:spPr bwMode="auto"/>
        <p:txBody>
          <a:bodyPr/>
          <a:lstStyle/>
          <a:p>
            <a:pPr>
              <a:defRPr/>
            </a:pPr>
            <a:fld id="{B56E29EB-FE3F-4D54-B81D-4B7289560379}" type="datetimeFigureOut">
              <a:rPr lang="en-US"/>
              <a:t>9/26/2025</a:t>
            </a:fld>
            <a:endParaRPr lang="en-US"/>
          </a:p>
        </p:txBody>
      </p:sp>
      <p:sp>
        <p:nvSpPr>
          <p:cNvPr id="1450835934" name="Footer Placeholder 4"/>
          <p:cNvSpPr>
            <a:spLocks noGrp="1"/>
          </p:cNvSpPr>
          <p:nvPr>
            <p:ph type="ftr" sz="quarter" idx="11"/>
          </p:nvPr>
        </p:nvSpPr>
        <p:spPr bwMode="auto"/>
        <p:txBody>
          <a:bodyPr/>
          <a:lstStyle/>
          <a:p>
            <a:pPr>
              <a:defRPr/>
            </a:pPr>
            <a:endParaRPr lang="en-US"/>
          </a:p>
        </p:txBody>
      </p:sp>
      <p:sp>
        <p:nvSpPr>
          <p:cNvPr id="700603596" name="Slide Number Placeholder 5"/>
          <p:cNvSpPr>
            <a:spLocks noGrp="1"/>
          </p:cNvSpPr>
          <p:nvPr>
            <p:ph type="sldNum" sz="quarter" idx="12"/>
          </p:nvPr>
        </p:nvSpPr>
        <p:spPr bwMode="auto"/>
        <p:txBody>
          <a:bodyPr/>
          <a:lstStyle/>
          <a:p>
            <a:pPr>
              <a:defRPr/>
            </a:pPr>
            <a:fld id="{E38C67C5-9439-4D9F-B8F7-195D602E046E}"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Obj" userDrawn="1">
  <p:cSld name="Two Content">
    <p:spTree>
      <p:nvGrpSpPr>
        <p:cNvPr id="1" name=""/>
        <p:cNvGrpSpPr/>
        <p:nvPr/>
      </p:nvGrpSpPr>
      <p:grpSpPr bwMode="auto">
        <a:xfrm>
          <a:off x="0" y="0"/>
          <a:ext cx="0" cy="0"/>
          <a:chOff x="0" y="0"/>
          <a:chExt cx="0" cy="0"/>
        </a:xfrm>
      </p:grpSpPr>
      <p:sp>
        <p:nvSpPr>
          <p:cNvPr id="706887342" name="Title 1"/>
          <p:cNvSpPr>
            <a:spLocks noGrp="1"/>
          </p:cNvSpPr>
          <p:nvPr>
            <p:ph type="title"/>
          </p:nvPr>
        </p:nvSpPr>
        <p:spPr bwMode="auto"/>
        <p:txBody>
          <a:bodyPr/>
          <a:lstStyle/>
          <a:p>
            <a:pPr>
              <a:defRPr/>
            </a:pPr>
            <a:r>
              <a:rPr lang="en-US"/>
              <a:t>Click to edit Master title style</a:t>
            </a:r>
            <a:endParaRPr lang="en-US"/>
          </a:p>
        </p:txBody>
      </p:sp>
      <p:sp>
        <p:nvSpPr>
          <p:cNvPr id="1208644084" name="Content Placeholder 2"/>
          <p:cNvSpPr>
            <a:spLocks noGrp="1"/>
          </p:cNvSpPr>
          <p:nvPr>
            <p:ph sz="half" idx="1"/>
          </p:nvPr>
        </p:nvSpPr>
        <p:spPr bwMode="auto">
          <a:xfrm>
            <a:off x="838200" y="1825625"/>
            <a:ext cx="5181600" cy="4351338"/>
          </a:xfrm>
        </p:spPr>
        <p:txBody>
          <a:bodyPr/>
          <a:lstStyle/>
          <a:p>
            <a:pPr lvl="0">
              <a:defRPr/>
            </a:pPr>
            <a:r>
              <a:rPr lang="en-US"/>
              <a:t>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1333198271" name="Content Placeholder 3"/>
          <p:cNvSpPr>
            <a:spLocks noGrp="1"/>
          </p:cNvSpPr>
          <p:nvPr>
            <p:ph sz="half" idx="2"/>
          </p:nvPr>
        </p:nvSpPr>
        <p:spPr bwMode="auto">
          <a:xfrm>
            <a:off x="6172200" y="1825625"/>
            <a:ext cx="5181600" cy="4351338"/>
          </a:xfrm>
        </p:spPr>
        <p:txBody>
          <a:bodyPr/>
          <a:lstStyle/>
          <a:p>
            <a:pPr lvl="0">
              <a:defRPr/>
            </a:pPr>
            <a:r>
              <a:rPr lang="en-US"/>
              <a:t>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757162807" name="Date Placeholder 4"/>
          <p:cNvSpPr>
            <a:spLocks noGrp="1"/>
          </p:cNvSpPr>
          <p:nvPr>
            <p:ph type="dt" sz="half" idx="10"/>
          </p:nvPr>
        </p:nvSpPr>
        <p:spPr bwMode="auto"/>
        <p:txBody>
          <a:bodyPr/>
          <a:lstStyle/>
          <a:p>
            <a:pPr>
              <a:defRPr/>
            </a:pPr>
            <a:fld id="{B56E29EB-FE3F-4D54-B81D-4B7289560379}" type="datetimeFigureOut">
              <a:rPr lang="en-US"/>
              <a:t>9/26/2025</a:t>
            </a:fld>
            <a:endParaRPr lang="en-US"/>
          </a:p>
        </p:txBody>
      </p:sp>
      <p:sp>
        <p:nvSpPr>
          <p:cNvPr id="300971740" name="Footer Placeholder 5"/>
          <p:cNvSpPr>
            <a:spLocks noGrp="1"/>
          </p:cNvSpPr>
          <p:nvPr>
            <p:ph type="ftr" sz="quarter" idx="11"/>
          </p:nvPr>
        </p:nvSpPr>
        <p:spPr bwMode="auto"/>
        <p:txBody>
          <a:bodyPr/>
          <a:lstStyle/>
          <a:p>
            <a:pPr>
              <a:defRPr/>
            </a:pPr>
            <a:endParaRPr lang="en-US"/>
          </a:p>
        </p:txBody>
      </p:sp>
      <p:sp>
        <p:nvSpPr>
          <p:cNvPr id="2037881095" name="Slide Number Placeholder 6"/>
          <p:cNvSpPr>
            <a:spLocks noGrp="1"/>
          </p:cNvSpPr>
          <p:nvPr>
            <p:ph type="sldNum" sz="quarter" idx="12"/>
          </p:nvPr>
        </p:nvSpPr>
        <p:spPr bwMode="auto"/>
        <p:txBody>
          <a:bodyPr/>
          <a:lstStyle/>
          <a:p>
            <a:pPr>
              <a:defRPr/>
            </a:pPr>
            <a:fld id="{E38C67C5-9439-4D9F-B8F7-195D602E046E}" type="slidenum">
              <a:rPr lang="en-US"/>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mparison">
    <p:spTree>
      <p:nvGrpSpPr>
        <p:cNvPr id="1" name=""/>
        <p:cNvGrpSpPr/>
        <p:nvPr/>
      </p:nvGrpSpPr>
      <p:grpSpPr bwMode="auto">
        <a:xfrm>
          <a:off x="0" y="0"/>
          <a:ext cx="0" cy="0"/>
          <a:chOff x="0" y="0"/>
          <a:chExt cx="0" cy="0"/>
        </a:xfrm>
      </p:grpSpPr>
      <p:sp>
        <p:nvSpPr>
          <p:cNvPr id="1705743806" name="Title 1"/>
          <p:cNvSpPr>
            <a:spLocks noGrp="1"/>
          </p:cNvSpPr>
          <p:nvPr>
            <p:ph type="title"/>
          </p:nvPr>
        </p:nvSpPr>
        <p:spPr bwMode="auto">
          <a:xfrm>
            <a:off x="839788" y="365125"/>
            <a:ext cx="10515600" cy="1325563"/>
          </a:xfrm>
        </p:spPr>
        <p:txBody>
          <a:bodyPr/>
          <a:lstStyle/>
          <a:p>
            <a:pPr>
              <a:defRPr/>
            </a:pPr>
            <a:r>
              <a:rPr lang="en-US"/>
              <a:t>Click to edit Master title style</a:t>
            </a:r>
            <a:endParaRPr lang="en-US"/>
          </a:p>
        </p:txBody>
      </p:sp>
      <p:sp>
        <p:nvSpPr>
          <p:cNvPr id="271499287" name="Text Placeholder 2"/>
          <p:cNvSpPr>
            <a:spLocks noGrp="1"/>
          </p:cNvSpPr>
          <p:nvPr>
            <p:ph type="body" idx="1"/>
          </p:nvPr>
        </p:nvSpPr>
        <p:spPr bwMode="auto">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en-US"/>
              <a:t>Edit Master text styles</a:t>
            </a:r>
            <a:endParaRPr/>
          </a:p>
        </p:txBody>
      </p:sp>
      <p:sp>
        <p:nvSpPr>
          <p:cNvPr id="549989062" name="Content Placeholder 3"/>
          <p:cNvSpPr>
            <a:spLocks noGrp="1"/>
          </p:cNvSpPr>
          <p:nvPr>
            <p:ph sz="half" idx="2"/>
          </p:nvPr>
        </p:nvSpPr>
        <p:spPr bwMode="auto">
          <a:xfrm>
            <a:off x="839788" y="2505074"/>
            <a:ext cx="5157787" cy="3684588"/>
          </a:xfrm>
        </p:spPr>
        <p:txBody>
          <a:bodyPr/>
          <a:lstStyle/>
          <a:p>
            <a:pPr lvl="0">
              <a:defRPr/>
            </a:pPr>
            <a:r>
              <a:rPr lang="en-US"/>
              <a:t>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1853224057" name="Text Placeholder 4"/>
          <p:cNvSpPr>
            <a:spLocks noGrp="1"/>
          </p:cNvSpPr>
          <p:nvPr>
            <p:ph type="body" sz="quarter" idx="3"/>
          </p:nvPr>
        </p:nvSpPr>
        <p:spPr bwMode="auto">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en-US"/>
              <a:t>Edit Master text styles</a:t>
            </a:r>
            <a:endParaRPr/>
          </a:p>
        </p:txBody>
      </p:sp>
      <p:sp>
        <p:nvSpPr>
          <p:cNvPr id="1905060457" name="Content Placeholder 5"/>
          <p:cNvSpPr>
            <a:spLocks noGrp="1"/>
          </p:cNvSpPr>
          <p:nvPr>
            <p:ph sz="quarter" idx="4"/>
          </p:nvPr>
        </p:nvSpPr>
        <p:spPr bwMode="auto">
          <a:xfrm>
            <a:off x="6172200" y="2505074"/>
            <a:ext cx="5183188" cy="3684588"/>
          </a:xfrm>
        </p:spPr>
        <p:txBody>
          <a:bodyPr/>
          <a:lstStyle/>
          <a:p>
            <a:pPr lvl="0">
              <a:defRPr/>
            </a:pPr>
            <a:r>
              <a:rPr lang="en-US"/>
              <a:t>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2137628819" name="Date Placeholder 6"/>
          <p:cNvSpPr>
            <a:spLocks noGrp="1"/>
          </p:cNvSpPr>
          <p:nvPr>
            <p:ph type="dt" sz="half" idx="10"/>
          </p:nvPr>
        </p:nvSpPr>
        <p:spPr bwMode="auto"/>
        <p:txBody>
          <a:bodyPr/>
          <a:lstStyle/>
          <a:p>
            <a:pPr>
              <a:defRPr/>
            </a:pPr>
            <a:fld id="{B56E29EB-FE3F-4D54-B81D-4B7289560379}" type="datetimeFigureOut">
              <a:rPr lang="en-US"/>
              <a:t>9/26/2025</a:t>
            </a:fld>
            <a:endParaRPr lang="en-US"/>
          </a:p>
        </p:txBody>
      </p:sp>
      <p:sp>
        <p:nvSpPr>
          <p:cNvPr id="2048337691" name="Footer Placeholder 7"/>
          <p:cNvSpPr>
            <a:spLocks noGrp="1"/>
          </p:cNvSpPr>
          <p:nvPr>
            <p:ph type="ftr" sz="quarter" idx="11"/>
          </p:nvPr>
        </p:nvSpPr>
        <p:spPr bwMode="auto"/>
        <p:txBody>
          <a:bodyPr/>
          <a:lstStyle/>
          <a:p>
            <a:pPr>
              <a:defRPr/>
            </a:pPr>
            <a:endParaRPr lang="en-US"/>
          </a:p>
        </p:txBody>
      </p:sp>
      <p:sp>
        <p:nvSpPr>
          <p:cNvPr id="1897657765" name="Slide Number Placeholder 8"/>
          <p:cNvSpPr>
            <a:spLocks noGrp="1"/>
          </p:cNvSpPr>
          <p:nvPr>
            <p:ph type="sldNum" sz="quarter" idx="12"/>
          </p:nvPr>
        </p:nvSpPr>
        <p:spPr bwMode="auto"/>
        <p:txBody>
          <a:bodyPr/>
          <a:lstStyle/>
          <a:p>
            <a:pPr>
              <a:defRPr/>
            </a:pPr>
            <a:fld id="{E38C67C5-9439-4D9F-B8F7-195D602E046E}" type="slidenum">
              <a:rPr lang="en-US"/>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Only" userDrawn="1">
  <p:cSld name="Title Only">
    <p:spTree>
      <p:nvGrpSpPr>
        <p:cNvPr id="1" name=""/>
        <p:cNvGrpSpPr/>
        <p:nvPr/>
      </p:nvGrpSpPr>
      <p:grpSpPr bwMode="auto">
        <a:xfrm>
          <a:off x="0" y="0"/>
          <a:ext cx="0" cy="0"/>
          <a:chOff x="0" y="0"/>
          <a:chExt cx="0" cy="0"/>
        </a:xfrm>
      </p:grpSpPr>
      <p:sp>
        <p:nvSpPr>
          <p:cNvPr id="1976567655" name="Title 1"/>
          <p:cNvSpPr>
            <a:spLocks noGrp="1"/>
          </p:cNvSpPr>
          <p:nvPr>
            <p:ph type="title"/>
          </p:nvPr>
        </p:nvSpPr>
        <p:spPr bwMode="auto"/>
        <p:txBody>
          <a:bodyPr/>
          <a:lstStyle/>
          <a:p>
            <a:pPr>
              <a:defRPr/>
            </a:pPr>
            <a:r>
              <a:rPr lang="en-US"/>
              <a:t>Click to edit Master title style</a:t>
            </a:r>
            <a:endParaRPr lang="en-US"/>
          </a:p>
        </p:txBody>
      </p:sp>
      <p:sp>
        <p:nvSpPr>
          <p:cNvPr id="1444413867" name="Date Placeholder 2"/>
          <p:cNvSpPr>
            <a:spLocks noGrp="1"/>
          </p:cNvSpPr>
          <p:nvPr>
            <p:ph type="dt" sz="half" idx="10"/>
          </p:nvPr>
        </p:nvSpPr>
        <p:spPr bwMode="auto"/>
        <p:txBody>
          <a:bodyPr/>
          <a:lstStyle/>
          <a:p>
            <a:pPr>
              <a:defRPr/>
            </a:pPr>
            <a:fld id="{B56E29EB-FE3F-4D54-B81D-4B7289560379}" type="datetimeFigureOut">
              <a:rPr lang="en-US"/>
              <a:t>9/26/2025</a:t>
            </a:fld>
            <a:endParaRPr lang="en-US"/>
          </a:p>
        </p:txBody>
      </p:sp>
      <p:sp>
        <p:nvSpPr>
          <p:cNvPr id="2066398124" name="Footer Placeholder 3"/>
          <p:cNvSpPr>
            <a:spLocks noGrp="1"/>
          </p:cNvSpPr>
          <p:nvPr>
            <p:ph type="ftr" sz="quarter" idx="11"/>
          </p:nvPr>
        </p:nvSpPr>
        <p:spPr bwMode="auto"/>
        <p:txBody>
          <a:bodyPr/>
          <a:lstStyle/>
          <a:p>
            <a:pPr>
              <a:defRPr/>
            </a:pPr>
            <a:endParaRPr lang="en-US"/>
          </a:p>
        </p:txBody>
      </p:sp>
      <p:sp>
        <p:nvSpPr>
          <p:cNvPr id="104186323" name="Slide Number Placeholder 4"/>
          <p:cNvSpPr>
            <a:spLocks noGrp="1"/>
          </p:cNvSpPr>
          <p:nvPr>
            <p:ph type="sldNum" sz="quarter" idx="12"/>
          </p:nvPr>
        </p:nvSpPr>
        <p:spPr bwMode="auto"/>
        <p:txBody>
          <a:bodyPr/>
          <a:lstStyle/>
          <a:p>
            <a:pPr>
              <a:defRPr/>
            </a:pPr>
            <a:fld id="{E38C67C5-9439-4D9F-B8F7-195D602E046E}" type="slidenum">
              <a:rPr lang="en-US"/>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Blank">
    <p:spTree>
      <p:nvGrpSpPr>
        <p:cNvPr id="1" name=""/>
        <p:cNvGrpSpPr/>
        <p:nvPr/>
      </p:nvGrpSpPr>
      <p:grpSpPr bwMode="auto">
        <a:xfrm>
          <a:off x="0" y="0"/>
          <a:ext cx="0" cy="0"/>
          <a:chOff x="0" y="0"/>
          <a:chExt cx="0" cy="0"/>
        </a:xfrm>
      </p:grpSpPr>
      <p:sp>
        <p:nvSpPr>
          <p:cNvPr id="953435678" name="Date Placeholder 1"/>
          <p:cNvSpPr>
            <a:spLocks noGrp="1"/>
          </p:cNvSpPr>
          <p:nvPr>
            <p:ph type="dt" sz="half" idx="10"/>
          </p:nvPr>
        </p:nvSpPr>
        <p:spPr bwMode="auto"/>
        <p:txBody>
          <a:bodyPr/>
          <a:lstStyle/>
          <a:p>
            <a:pPr>
              <a:defRPr/>
            </a:pPr>
            <a:fld id="{B56E29EB-FE3F-4D54-B81D-4B7289560379}" type="datetimeFigureOut">
              <a:rPr lang="en-US"/>
              <a:t>9/26/2025</a:t>
            </a:fld>
            <a:endParaRPr lang="en-US"/>
          </a:p>
        </p:txBody>
      </p:sp>
      <p:sp>
        <p:nvSpPr>
          <p:cNvPr id="397497890" name="Footer Placeholder 2"/>
          <p:cNvSpPr>
            <a:spLocks noGrp="1"/>
          </p:cNvSpPr>
          <p:nvPr>
            <p:ph type="ftr" sz="quarter" idx="11"/>
          </p:nvPr>
        </p:nvSpPr>
        <p:spPr bwMode="auto"/>
        <p:txBody>
          <a:bodyPr/>
          <a:lstStyle/>
          <a:p>
            <a:pPr>
              <a:defRPr/>
            </a:pPr>
            <a:endParaRPr lang="en-US"/>
          </a:p>
        </p:txBody>
      </p:sp>
      <p:sp>
        <p:nvSpPr>
          <p:cNvPr id="707646801" name="Slide Number Placeholder 3"/>
          <p:cNvSpPr>
            <a:spLocks noGrp="1"/>
          </p:cNvSpPr>
          <p:nvPr>
            <p:ph type="sldNum" sz="quarter" idx="12"/>
          </p:nvPr>
        </p:nvSpPr>
        <p:spPr bwMode="auto"/>
        <p:txBody>
          <a:bodyPr/>
          <a:lstStyle/>
          <a:p>
            <a:pPr>
              <a:defRPr/>
            </a:pPr>
            <a:fld id="{E38C67C5-9439-4D9F-B8F7-195D602E046E}" type="slidenum">
              <a:rPr lang="en-US"/>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Tx" userDrawn="1">
  <p:cSld name="Content with Caption">
    <p:spTree>
      <p:nvGrpSpPr>
        <p:cNvPr id="1" name=""/>
        <p:cNvGrpSpPr/>
        <p:nvPr/>
      </p:nvGrpSpPr>
      <p:grpSpPr bwMode="auto">
        <a:xfrm>
          <a:off x="0" y="0"/>
          <a:ext cx="0" cy="0"/>
          <a:chOff x="0" y="0"/>
          <a:chExt cx="0" cy="0"/>
        </a:xfrm>
      </p:grpSpPr>
      <p:sp>
        <p:nvSpPr>
          <p:cNvPr id="1928842455" name="Title 1"/>
          <p:cNvSpPr>
            <a:spLocks noGrp="1"/>
          </p:cNvSpPr>
          <p:nvPr>
            <p:ph type="title"/>
          </p:nvPr>
        </p:nvSpPr>
        <p:spPr bwMode="auto">
          <a:xfrm>
            <a:off x="839788" y="457200"/>
            <a:ext cx="3932237" cy="1600200"/>
          </a:xfrm>
        </p:spPr>
        <p:txBody>
          <a:bodyPr anchor="b"/>
          <a:lstStyle>
            <a:lvl1pPr>
              <a:defRPr sz="3200"/>
            </a:lvl1pPr>
          </a:lstStyle>
          <a:p>
            <a:pPr>
              <a:defRPr/>
            </a:pPr>
            <a:r>
              <a:rPr lang="en-US"/>
              <a:t>Click to edit Master title style</a:t>
            </a:r>
            <a:endParaRPr lang="en-US"/>
          </a:p>
        </p:txBody>
      </p:sp>
      <p:sp>
        <p:nvSpPr>
          <p:cNvPr id="2082899464" name="Content Placeholder 2"/>
          <p:cNvSpPr>
            <a:spLocks noGrp="1"/>
          </p:cNvSpPr>
          <p:nvPr>
            <p:ph idx="1"/>
          </p:nvPr>
        </p:nvSpPr>
        <p:spPr bwMode="auto">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pPr>
            <a:r>
              <a:rPr lang="en-US"/>
              <a:t>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1295554948" name="Text Placeholder 3"/>
          <p:cNvSpPr>
            <a:spLocks noGrp="1"/>
          </p:cNvSpPr>
          <p:nvPr>
            <p:ph type="body" sz="half" idx="2"/>
          </p:nvPr>
        </p:nvSpPr>
        <p:spPr bwMode="auto">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en-US"/>
              <a:t>Edit Master text styles</a:t>
            </a:r>
            <a:endParaRPr/>
          </a:p>
        </p:txBody>
      </p:sp>
      <p:sp>
        <p:nvSpPr>
          <p:cNvPr id="2044826046" name="Date Placeholder 4"/>
          <p:cNvSpPr>
            <a:spLocks noGrp="1"/>
          </p:cNvSpPr>
          <p:nvPr>
            <p:ph type="dt" sz="half" idx="10"/>
          </p:nvPr>
        </p:nvSpPr>
        <p:spPr bwMode="auto"/>
        <p:txBody>
          <a:bodyPr/>
          <a:lstStyle/>
          <a:p>
            <a:pPr>
              <a:defRPr/>
            </a:pPr>
            <a:fld id="{B56E29EB-FE3F-4D54-B81D-4B7289560379}" type="datetimeFigureOut">
              <a:rPr lang="en-US"/>
              <a:t>9/26/2025</a:t>
            </a:fld>
            <a:endParaRPr lang="en-US"/>
          </a:p>
        </p:txBody>
      </p:sp>
      <p:sp>
        <p:nvSpPr>
          <p:cNvPr id="1588909744" name="Footer Placeholder 5"/>
          <p:cNvSpPr>
            <a:spLocks noGrp="1"/>
          </p:cNvSpPr>
          <p:nvPr>
            <p:ph type="ftr" sz="quarter" idx="11"/>
          </p:nvPr>
        </p:nvSpPr>
        <p:spPr bwMode="auto"/>
        <p:txBody>
          <a:bodyPr/>
          <a:lstStyle/>
          <a:p>
            <a:pPr>
              <a:defRPr/>
            </a:pPr>
            <a:endParaRPr lang="en-US"/>
          </a:p>
        </p:txBody>
      </p:sp>
      <p:sp>
        <p:nvSpPr>
          <p:cNvPr id="1779372716" name="Slide Number Placeholder 6"/>
          <p:cNvSpPr>
            <a:spLocks noGrp="1"/>
          </p:cNvSpPr>
          <p:nvPr>
            <p:ph type="sldNum" sz="quarter" idx="12"/>
          </p:nvPr>
        </p:nvSpPr>
        <p:spPr bwMode="auto"/>
        <p:txBody>
          <a:bodyPr/>
          <a:lstStyle/>
          <a:p>
            <a:pPr>
              <a:defRPr/>
            </a:pPr>
            <a:fld id="{E38C67C5-9439-4D9F-B8F7-195D602E046E}" type="slidenum">
              <a:rPr lang="en-US"/>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picTx" userDrawn="1">
  <p:cSld name="Picture with Caption">
    <p:spTree>
      <p:nvGrpSpPr>
        <p:cNvPr id="1" name=""/>
        <p:cNvGrpSpPr/>
        <p:nvPr/>
      </p:nvGrpSpPr>
      <p:grpSpPr bwMode="auto">
        <a:xfrm>
          <a:off x="0" y="0"/>
          <a:ext cx="0" cy="0"/>
          <a:chOff x="0" y="0"/>
          <a:chExt cx="0" cy="0"/>
        </a:xfrm>
      </p:grpSpPr>
      <p:sp>
        <p:nvSpPr>
          <p:cNvPr id="285591535" name="Title 1"/>
          <p:cNvSpPr>
            <a:spLocks noGrp="1"/>
          </p:cNvSpPr>
          <p:nvPr>
            <p:ph type="title"/>
          </p:nvPr>
        </p:nvSpPr>
        <p:spPr bwMode="auto">
          <a:xfrm>
            <a:off x="839788" y="457200"/>
            <a:ext cx="3932237" cy="1600200"/>
          </a:xfrm>
        </p:spPr>
        <p:txBody>
          <a:bodyPr anchor="b"/>
          <a:lstStyle>
            <a:lvl1pPr>
              <a:defRPr sz="3200"/>
            </a:lvl1pPr>
          </a:lstStyle>
          <a:p>
            <a:pPr>
              <a:defRPr/>
            </a:pPr>
            <a:r>
              <a:rPr lang="en-US"/>
              <a:t>Click to edit Master title style</a:t>
            </a:r>
            <a:endParaRPr lang="en-US"/>
          </a:p>
        </p:txBody>
      </p:sp>
      <p:sp>
        <p:nvSpPr>
          <p:cNvPr id="792902132" name="Picture Placeholder 2"/>
          <p:cNvSpPr>
            <a:spLocks noGrp="1"/>
          </p:cNvSpPr>
          <p:nvPr>
            <p:ph type="pic" idx="1"/>
          </p:nvPr>
        </p:nvSpPr>
        <p:spPr bwMode="auto">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a:pPr>
            <a:endParaRPr lang="en-US"/>
          </a:p>
        </p:txBody>
      </p:sp>
      <p:sp>
        <p:nvSpPr>
          <p:cNvPr id="631499166" name="Text Placeholder 3"/>
          <p:cNvSpPr>
            <a:spLocks noGrp="1"/>
          </p:cNvSpPr>
          <p:nvPr>
            <p:ph type="body" sz="half" idx="2"/>
          </p:nvPr>
        </p:nvSpPr>
        <p:spPr bwMode="auto">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en-US"/>
              <a:t>Edit Master text styles</a:t>
            </a:r>
            <a:endParaRPr/>
          </a:p>
        </p:txBody>
      </p:sp>
      <p:sp>
        <p:nvSpPr>
          <p:cNvPr id="1918126945" name="Date Placeholder 4"/>
          <p:cNvSpPr>
            <a:spLocks noGrp="1"/>
          </p:cNvSpPr>
          <p:nvPr>
            <p:ph type="dt" sz="half" idx="10"/>
          </p:nvPr>
        </p:nvSpPr>
        <p:spPr bwMode="auto"/>
        <p:txBody>
          <a:bodyPr/>
          <a:lstStyle/>
          <a:p>
            <a:pPr>
              <a:defRPr/>
            </a:pPr>
            <a:fld id="{B56E29EB-FE3F-4D54-B81D-4B7289560379}" type="datetimeFigureOut">
              <a:rPr lang="en-US"/>
              <a:t>9/26/2025</a:t>
            </a:fld>
            <a:endParaRPr lang="en-US"/>
          </a:p>
        </p:txBody>
      </p:sp>
      <p:sp>
        <p:nvSpPr>
          <p:cNvPr id="1879903196" name="Footer Placeholder 5"/>
          <p:cNvSpPr>
            <a:spLocks noGrp="1"/>
          </p:cNvSpPr>
          <p:nvPr>
            <p:ph type="ftr" sz="quarter" idx="11"/>
          </p:nvPr>
        </p:nvSpPr>
        <p:spPr bwMode="auto"/>
        <p:txBody>
          <a:bodyPr/>
          <a:lstStyle/>
          <a:p>
            <a:pPr>
              <a:defRPr/>
            </a:pPr>
            <a:endParaRPr lang="en-US"/>
          </a:p>
        </p:txBody>
      </p:sp>
      <p:sp>
        <p:nvSpPr>
          <p:cNvPr id="449966488" name="Slide Number Placeholder 6"/>
          <p:cNvSpPr>
            <a:spLocks noGrp="1"/>
          </p:cNvSpPr>
          <p:nvPr>
            <p:ph type="sldNum" sz="quarter" idx="12"/>
          </p:nvPr>
        </p:nvSpPr>
        <p:spPr bwMode="auto"/>
        <p:txBody>
          <a:bodyPr/>
          <a:lstStyle/>
          <a:p>
            <a:pPr>
              <a:defRPr/>
            </a:pPr>
            <a:fld id="{E38C67C5-9439-4D9F-B8F7-195D602E046E}" type="slidenum">
              <a:rPr lang="en-US"/>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x" userDrawn="1">
  <p:cSld name="Title and Vertical Text">
    <p:spTree>
      <p:nvGrpSpPr>
        <p:cNvPr id="1" name=""/>
        <p:cNvGrpSpPr/>
        <p:nvPr/>
      </p:nvGrpSpPr>
      <p:grpSpPr bwMode="auto">
        <a:xfrm>
          <a:off x="0" y="0"/>
          <a:ext cx="0" cy="0"/>
          <a:chOff x="0" y="0"/>
          <a:chExt cx="0" cy="0"/>
        </a:xfrm>
      </p:grpSpPr>
      <p:sp>
        <p:nvSpPr>
          <p:cNvPr id="1507924481" name="Title 1"/>
          <p:cNvSpPr>
            <a:spLocks noGrp="1"/>
          </p:cNvSpPr>
          <p:nvPr>
            <p:ph type="title"/>
          </p:nvPr>
        </p:nvSpPr>
        <p:spPr bwMode="auto"/>
        <p:txBody>
          <a:bodyPr/>
          <a:lstStyle/>
          <a:p>
            <a:pPr>
              <a:defRPr/>
            </a:pPr>
            <a:r>
              <a:rPr lang="en-US"/>
              <a:t>Click to edit Master title style</a:t>
            </a:r>
            <a:endParaRPr lang="en-US"/>
          </a:p>
        </p:txBody>
      </p:sp>
      <p:sp>
        <p:nvSpPr>
          <p:cNvPr id="518277194" name="Vertical Text Placeholder 2"/>
          <p:cNvSpPr>
            <a:spLocks noGrp="1"/>
          </p:cNvSpPr>
          <p:nvPr>
            <p:ph type="body" orient="vert" idx="1"/>
          </p:nvPr>
        </p:nvSpPr>
        <p:spPr bwMode="auto"/>
        <p:txBody>
          <a:bodyPr vert="eaVert"/>
          <a:lstStyle/>
          <a:p>
            <a:pPr lvl="0">
              <a:defRPr/>
            </a:pPr>
            <a:r>
              <a:rPr lang="en-US"/>
              <a:t>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1335938918" name="Date Placeholder 3"/>
          <p:cNvSpPr>
            <a:spLocks noGrp="1"/>
          </p:cNvSpPr>
          <p:nvPr>
            <p:ph type="dt" sz="half" idx="10"/>
          </p:nvPr>
        </p:nvSpPr>
        <p:spPr bwMode="auto"/>
        <p:txBody>
          <a:bodyPr/>
          <a:lstStyle/>
          <a:p>
            <a:pPr>
              <a:defRPr/>
            </a:pPr>
            <a:fld id="{B56E29EB-FE3F-4D54-B81D-4B7289560379}" type="datetimeFigureOut">
              <a:rPr lang="en-US"/>
              <a:t>9/26/2025</a:t>
            </a:fld>
            <a:endParaRPr lang="en-US"/>
          </a:p>
        </p:txBody>
      </p:sp>
      <p:sp>
        <p:nvSpPr>
          <p:cNvPr id="1917438411" name="Footer Placeholder 4"/>
          <p:cNvSpPr>
            <a:spLocks noGrp="1"/>
          </p:cNvSpPr>
          <p:nvPr>
            <p:ph type="ftr" sz="quarter" idx="11"/>
          </p:nvPr>
        </p:nvSpPr>
        <p:spPr bwMode="auto"/>
        <p:txBody>
          <a:bodyPr/>
          <a:lstStyle/>
          <a:p>
            <a:pPr>
              <a:defRPr/>
            </a:pPr>
            <a:endParaRPr lang="en-US"/>
          </a:p>
        </p:txBody>
      </p:sp>
      <p:sp>
        <p:nvSpPr>
          <p:cNvPr id="1380305837" name="Slide Number Placeholder 5"/>
          <p:cNvSpPr>
            <a:spLocks noGrp="1"/>
          </p:cNvSpPr>
          <p:nvPr>
            <p:ph type="sldNum" sz="quarter" idx="12"/>
          </p:nvPr>
        </p:nvSpPr>
        <p:spPr bwMode="auto"/>
        <p:txBody>
          <a:bodyPr/>
          <a:lstStyle/>
          <a:p>
            <a:pPr>
              <a:defRPr/>
            </a:pPr>
            <a:fld id="{E38C67C5-9439-4D9F-B8F7-195D602E046E}" type="slidenum">
              <a:rPr lang="en-US"/>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itleAndTx" userDrawn="1">
  <p:cSld name="Vertical Title and Text">
    <p:spTree>
      <p:nvGrpSpPr>
        <p:cNvPr id="1" name=""/>
        <p:cNvGrpSpPr/>
        <p:nvPr/>
      </p:nvGrpSpPr>
      <p:grpSpPr bwMode="auto">
        <a:xfrm>
          <a:off x="0" y="0"/>
          <a:ext cx="0" cy="0"/>
          <a:chOff x="0" y="0"/>
          <a:chExt cx="0" cy="0"/>
        </a:xfrm>
      </p:grpSpPr>
      <p:sp>
        <p:nvSpPr>
          <p:cNvPr id="1336155943" name="Vertical Title 1"/>
          <p:cNvSpPr>
            <a:spLocks noGrp="1"/>
          </p:cNvSpPr>
          <p:nvPr>
            <p:ph type="title" orient="vert"/>
          </p:nvPr>
        </p:nvSpPr>
        <p:spPr bwMode="auto">
          <a:xfrm>
            <a:off x="8724900" y="365125"/>
            <a:ext cx="2628900" cy="5811838"/>
          </a:xfrm>
        </p:spPr>
        <p:txBody>
          <a:bodyPr vert="eaVert"/>
          <a:lstStyle/>
          <a:p>
            <a:pPr>
              <a:defRPr/>
            </a:pPr>
            <a:r>
              <a:rPr lang="en-US"/>
              <a:t>Click to edit Master title style</a:t>
            </a:r>
            <a:endParaRPr lang="en-US"/>
          </a:p>
        </p:txBody>
      </p:sp>
      <p:sp>
        <p:nvSpPr>
          <p:cNvPr id="1421300145" name="Vertical Text Placeholder 2"/>
          <p:cNvSpPr>
            <a:spLocks noGrp="1"/>
          </p:cNvSpPr>
          <p:nvPr>
            <p:ph type="body" orient="vert" idx="1"/>
          </p:nvPr>
        </p:nvSpPr>
        <p:spPr bwMode="auto">
          <a:xfrm>
            <a:off x="838200" y="365125"/>
            <a:ext cx="7734300" cy="5811838"/>
          </a:xfrm>
        </p:spPr>
        <p:txBody>
          <a:bodyPr vert="eaVert"/>
          <a:lstStyle/>
          <a:p>
            <a:pPr lvl="0">
              <a:defRPr/>
            </a:pPr>
            <a:r>
              <a:rPr lang="en-US"/>
              <a:t>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1443993809" name="Date Placeholder 3"/>
          <p:cNvSpPr>
            <a:spLocks noGrp="1"/>
          </p:cNvSpPr>
          <p:nvPr>
            <p:ph type="dt" sz="half" idx="10"/>
          </p:nvPr>
        </p:nvSpPr>
        <p:spPr bwMode="auto"/>
        <p:txBody>
          <a:bodyPr/>
          <a:lstStyle/>
          <a:p>
            <a:pPr>
              <a:defRPr/>
            </a:pPr>
            <a:fld id="{B56E29EB-FE3F-4D54-B81D-4B7289560379}" type="datetimeFigureOut">
              <a:rPr lang="en-US"/>
              <a:t>9/26/2025</a:t>
            </a:fld>
            <a:endParaRPr lang="en-US"/>
          </a:p>
        </p:txBody>
      </p:sp>
      <p:sp>
        <p:nvSpPr>
          <p:cNvPr id="1355420124" name="Footer Placeholder 4"/>
          <p:cNvSpPr>
            <a:spLocks noGrp="1"/>
          </p:cNvSpPr>
          <p:nvPr>
            <p:ph type="ftr" sz="quarter" idx="11"/>
          </p:nvPr>
        </p:nvSpPr>
        <p:spPr bwMode="auto"/>
        <p:txBody>
          <a:bodyPr/>
          <a:lstStyle/>
          <a:p>
            <a:pPr>
              <a:defRPr/>
            </a:pPr>
            <a:endParaRPr lang="en-US"/>
          </a:p>
        </p:txBody>
      </p:sp>
      <p:sp>
        <p:nvSpPr>
          <p:cNvPr id="1045880752" name="Slide Number Placeholder 5"/>
          <p:cNvSpPr>
            <a:spLocks noGrp="1"/>
          </p:cNvSpPr>
          <p:nvPr>
            <p:ph type="sldNum" sz="quarter" idx="12"/>
          </p:nvPr>
        </p:nvSpPr>
        <p:spPr bwMode="auto"/>
        <p:txBody>
          <a:bodyPr/>
          <a:lstStyle/>
          <a:p>
            <a:pPr>
              <a:defRPr/>
            </a:pPr>
            <a:fld id="{E38C67C5-9439-4D9F-B8F7-195D602E046E}" type="slidenum">
              <a:rPr lang="en-US"/>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userDrawn="1">
  <p:cSld name="Slide 1 master">
    <p:spTree>
      <p:nvGrpSpPr>
        <p:cNvPr id="1" name=""/>
        <p:cNvGrpSpPr/>
        <p:nvPr/>
      </p:nvGrpSpPr>
      <p:grpSpPr bwMode="auto">
        <a:xfrm>
          <a:off x="0" y="0"/>
          <a:ext cx="0" cy="0"/>
          <a:chOff x="0" y="0"/>
          <a:chExt cx="0" cy="0"/>
        </a:xfrm>
      </p:grpSpPr>
      <p:sp>
        <p:nvSpPr>
          <p:cNvPr id="1529095180" name="Shape 0"/>
          <p:cNvSpPr/>
          <p:nvPr/>
        </p:nvSpPr>
        <p:spPr bwMode="auto">
          <a:xfrm>
            <a:off x="0" y="0"/>
            <a:ext cx="12192000" cy="6858000"/>
          </a:xfrm>
          <a:prstGeom prst="rect">
            <a:avLst/>
          </a:prstGeom>
          <a:solidFill>
            <a:srgbClr val="000000"/>
          </a:solidFill>
          <a:ln/>
        </p:spPr>
      </p:sp>
      <p:sp>
        <p:nvSpPr>
          <p:cNvPr id="1866265406" name="Shape 1"/>
          <p:cNvSpPr/>
          <p:nvPr/>
        </p:nvSpPr>
        <p:spPr bwMode="auto">
          <a:xfrm>
            <a:off x="0" y="0"/>
            <a:ext cx="12192000" cy="6858000"/>
          </a:xfrm>
          <a:prstGeom prst="rect">
            <a:avLst/>
          </a:prstGeom>
          <a:solidFill>
            <a:srgbClr val="1F1F1F"/>
          </a:solidFill>
          <a:ln/>
        </p:spPr>
      </p:sp>
      <p:pic>
        <p:nvPicPr>
          <p:cNvPr id="480571430" name="Image 0" descr="preencoded.png">
            <a:hlinkClick r:id="rId2"/>
          </p:cNvPr>
          <p:cNvPicPr>
            <a:picLocks noChangeAspect="1"/>
          </p:cNvPicPr>
          <p:nvPr/>
        </p:nvPicPr>
        <p:blipFill>
          <a:blip r:embed="rId3"/>
          <a:stretch/>
        </p:blipFill>
        <p:spPr bwMode="auto">
          <a:xfrm>
            <a:off x="10699346" y="6457950"/>
            <a:ext cx="1435504" cy="342900"/>
          </a:xfrm>
          <a:prstGeom prst="rect">
            <a:avLst/>
          </a:prstGeom>
        </p:spPr>
      </p:pic>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
        <p:nvSpPr>
          <p:cNvPr id="1363388893" name="Title Placeholder 1"/>
          <p:cNvSpPr>
            <a:spLocks noGrp="1"/>
          </p:cNvSpPr>
          <p:nvPr>
            <p:ph type="title"/>
          </p:nvPr>
        </p:nvSpPr>
        <p:spPr bwMode="auto">
          <a:xfrm>
            <a:off x="838200" y="365125"/>
            <a:ext cx="10515600" cy="1325563"/>
          </a:xfrm>
          <a:prstGeom prst="rect">
            <a:avLst/>
          </a:prstGeom>
        </p:spPr>
        <p:txBody>
          <a:bodyPr vert="horz" lIns="91440" tIns="45720" rIns="91440" bIns="45720" rtlCol="0" anchor="ctr">
            <a:normAutofit/>
          </a:bodyPr>
          <a:lstStyle/>
          <a:p>
            <a:pPr>
              <a:defRPr/>
            </a:pPr>
            <a:r>
              <a:rPr lang="en-US"/>
              <a:t>Click to edit Master title style</a:t>
            </a:r>
            <a:endParaRPr lang="en-US"/>
          </a:p>
        </p:txBody>
      </p:sp>
      <p:sp>
        <p:nvSpPr>
          <p:cNvPr id="202446262" name="Text Placeholder 2"/>
          <p:cNvSpPr>
            <a:spLocks noGrp="1"/>
          </p:cNvSpPr>
          <p:nvPr>
            <p:ph type="body" idx="1"/>
          </p:nvPr>
        </p:nvSpPr>
        <p:spPr bwMode="auto">
          <a:xfrm>
            <a:off x="838200" y="1825625"/>
            <a:ext cx="10515600" cy="4351338"/>
          </a:xfrm>
          <a:prstGeom prst="rect">
            <a:avLst/>
          </a:prstGeom>
        </p:spPr>
        <p:txBody>
          <a:bodyPr vert="horz" lIns="91440" tIns="45720" rIns="91440" bIns="45720" rtlCol="0">
            <a:normAutofit/>
          </a:bodyPr>
          <a:lstStyle/>
          <a:p>
            <a:pPr lvl="0">
              <a:defRPr/>
            </a:pPr>
            <a:r>
              <a:rPr lang="en-US"/>
              <a:t>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1271924635" name="Date Placeholder 3"/>
          <p:cNvSpPr>
            <a:spLocks noGrp="1"/>
          </p:cNvSpPr>
          <p:nvPr>
            <p:ph type="dt" sz="half" idx="2"/>
          </p:nvPr>
        </p:nvSpPr>
        <p:spPr bwMode="auto">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B56E29EB-FE3F-4D54-B81D-4B7289560379}" type="datetimeFigureOut">
              <a:rPr lang="en-US"/>
              <a:t>9/26/2025</a:t>
            </a:fld>
            <a:endParaRPr lang="en-US"/>
          </a:p>
        </p:txBody>
      </p:sp>
      <p:sp>
        <p:nvSpPr>
          <p:cNvPr id="1658531644" name="Footer Placeholder 4"/>
          <p:cNvSpPr>
            <a:spLocks noGrp="1"/>
          </p:cNvSpPr>
          <p:nvPr>
            <p:ph type="ftr" sz="quarter" idx="3"/>
          </p:nvPr>
        </p:nvSpPr>
        <p:spPr bwMode="auto">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245491891" name="Slide Number Placeholder 5"/>
          <p:cNvSpPr>
            <a:spLocks noGrp="1"/>
          </p:cNvSpPr>
          <p:nvPr>
            <p:ph type="sldNum" sz="quarter" idx="4"/>
          </p:nvPr>
        </p:nvSpPr>
        <p:spPr bwMode="auto">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E38C67C5-9439-4D9F-B8F7-195D602E046E}" type="slidenum">
              <a:rPr lang="en-US"/>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a:lnSpc>
          <a:spcPct val="90000"/>
        </a:lnSpc>
        <a:spcBef>
          <a:spcPts val="0"/>
        </a:spcBef>
        <a:buNone/>
        <a:defRPr sz="4400">
          <a:solidFill>
            <a:schemeClr val="tx1"/>
          </a:solidFill>
          <a:latin typeface="+mj-lt"/>
          <a:ea typeface="+mj-ea"/>
          <a:cs typeface="+mj-cs"/>
        </a:defRPr>
      </a:lvl1pPr>
    </p:titleStyle>
    <p:bodyStyle>
      <a:lvl1pPr marL="228600" indent="-228600" algn="l" defTabSz="914400" rtl="0">
        <a:lnSpc>
          <a:spcPct val="90000"/>
        </a:lnSpc>
        <a:spcBef>
          <a:spcPts val="1000"/>
        </a:spcBef>
        <a:buFont typeface="Arial"/>
        <a:buChar char="•"/>
        <a:defRPr sz="2800">
          <a:solidFill>
            <a:schemeClr val="tx1"/>
          </a:solidFill>
          <a:latin typeface="+mn-lt"/>
          <a:ea typeface="+mn-ea"/>
          <a:cs typeface="+mn-cs"/>
        </a:defRPr>
      </a:lvl1pPr>
      <a:lvl2pPr marL="685800" indent="-228600" algn="l" defTabSz="914400" rtl="0">
        <a:lnSpc>
          <a:spcPct val="90000"/>
        </a:lnSpc>
        <a:spcBef>
          <a:spcPts val="500"/>
        </a:spcBef>
        <a:buFont typeface="Arial"/>
        <a:buChar char="•"/>
        <a:defRPr sz="2400">
          <a:solidFill>
            <a:schemeClr val="tx1"/>
          </a:solidFill>
          <a:latin typeface="+mn-lt"/>
          <a:ea typeface="+mn-ea"/>
          <a:cs typeface="+mn-cs"/>
        </a:defRPr>
      </a:lvl2pPr>
      <a:lvl3pPr marL="1143000" indent="-228600" algn="l" defTabSz="914400" rtl="0">
        <a:lnSpc>
          <a:spcPct val="90000"/>
        </a:lnSpc>
        <a:spcBef>
          <a:spcPts val="500"/>
        </a:spcBef>
        <a:buFont typeface="Arial"/>
        <a:buChar char="•"/>
        <a:defRPr sz="2000">
          <a:solidFill>
            <a:schemeClr val="tx1"/>
          </a:solidFill>
          <a:latin typeface="+mn-lt"/>
          <a:ea typeface="+mn-ea"/>
          <a:cs typeface="+mn-cs"/>
        </a:defRPr>
      </a:lvl3pPr>
      <a:lvl4pPr marL="1600200" indent="-228600" algn="l" defTabSz="914400" rtl="0">
        <a:lnSpc>
          <a:spcPct val="90000"/>
        </a:lnSpc>
        <a:spcBef>
          <a:spcPts val="500"/>
        </a:spcBef>
        <a:buFont typeface="Arial"/>
        <a:buChar char="•"/>
        <a:defRPr sz="1800">
          <a:solidFill>
            <a:schemeClr val="tx1"/>
          </a:solidFill>
          <a:latin typeface="+mn-lt"/>
          <a:ea typeface="+mn-ea"/>
          <a:cs typeface="+mn-cs"/>
        </a:defRPr>
      </a:lvl4pPr>
      <a:lvl5pPr marL="2057400" indent="-228600" algn="l" defTabSz="914400" rtl="0">
        <a:lnSpc>
          <a:spcPct val="90000"/>
        </a:lnSpc>
        <a:spcBef>
          <a:spcPts val="500"/>
        </a:spcBef>
        <a:buFont typeface="Arial"/>
        <a:buChar char="•"/>
        <a:defRPr sz="1800">
          <a:solidFill>
            <a:schemeClr val="tx1"/>
          </a:solidFill>
          <a:latin typeface="+mn-lt"/>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5.jp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microsoft.com/office/2007/relationships/diagramDrawing" Target="../diagrams/drawing1.xml" /><Relationship Id="rId4" Type="http://schemas.openxmlformats.org/officeDocument/2006/relationships/diagramData" Target="../diagrams/data1.xml" /><Relationship Id="rId5" Type="http://schemas.openxmlformats.org/officeDocument/2006/relationships/diagramColors" Target="../diagrams/colors1.xml" /><Relationship Id="rId6" Type="http://schemas.openxmlformats.org/officeDocument/2006/relationships/diagramLayout" Target="../diagrams/layout1.xml" /><Relationship Id="rId7" Type="http://schemas.openxmlformats.org/officeDocument/2006/relationships/diagramQuickStyle" Target="../diagrams/quickStyle1.xml" /></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microsoft.com/office/2007/relationships/diagramDrawing" Target="../diagrams/drawing2.xml" /><Relationship Id="rId4" Type="http://schemas.openxmlformats.org/officeDocument/2006/relationships/diagramData" Target="../diagrams/data2.xml" /><Relationship Id="rId5" Type="http://schemas.openxmlformats.org/officeDocument/2006/relationships/diagramColors" Target="../diagrams/colors2.xml" /><Relationship Id="rId6" Type="http://schemas.openxmlformats.org/officeDocument/2006/relationships/diagramLayout" Target="../diagrams/layout2.xml" /><Relationship Id="rId7" Type="http://schemas.openxmlformats.org/officeDocument/2006/relationships/diagramQuickStyle" Target="../diagrams/quickStyle2.xml" /></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microsoft.com/office/2007/relationships/diagramDrawing" Target="../diagrams/drawing3.xml" /><Relationship Id="rId4" Type="http://schemas.openxmlformats.org/officeDocument/2006/relationships/diagramData" Target="../diagrams/data3.xml" /><Relationship Id="rId5" Type="http://schemas.openxmlformats.org/officeDocument/2006/relationships/diagramColors" Target="../diagrams/colors3.xml" /><Relationship Id="rId6" Type="http://schemas.openxmlformats.org/officeDocument/2006/relationships/diagramLayout" Target="../diagrams/layout3.xml" /><Relationship Id="rId7" Type="http://schemas.openxmlformats.org/officeDocument/2006/relationships/diagramQuickStyle" Target="../diagrams/quickStyle3.xml" /></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6.png"/></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7.jpg"/></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8.jpg"/></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pattFill prst="ltVert">
          <a:fgClr>
            <a:srgbClr val="7030A0"/>
          </a:fgClr>
          <a:bgClr>
            <a:schemeClr val="bg1"/>
          </a:bgClr>
        </a:pattFill>
      </p:bgPr>
    </p:bg>
    <p:spTree>
      <p:nvGrpSpPr>
        <p:cNvPr id="1" name=""/>
        <p:cNvGrpSpPr/>
        <p:nvPr/>
      </p:nvGrpSpPr>
      <p:grpSpPr bwMode="auto">
        <a:xfrm>
          <a:off x="0" y="0"/>
          <a:ext cx="0" cy="0"/>
          <a:chOff x="0" y="0"/>
          <a:chExt cx="0" cy="0"/>
        </a:xfrm>
      </p:grpSpPr>
      <p:grpSp>
        <p:nvGrpSpPr>
          <p:cNvPr id="362730869" name="Group 5"/>
          <p:cNvGrpSpPr/>
          <p:nvPr/>
        </p:nvGrpSpPr>
        <p:grpSpPr bwMode="auto">
          <a:xfrm>
            <a:off x="5718628" y="1523998"/>
            <a:ext cx="4238171" cy="5159301"/>
            <a:chOff x="7493683" y="-1455352"/>
            <a:chExt cx="3247383" cy="8095110"/>
          </a:xfrm>
          <a:blipFill>
            <a:blip r:embed="rId3"/>
            <a:stretch/>
          </a:blipFill>
        </p:grpSpPr>
        <p:sp>
          <p:nvSpPr>
            <p:cNvPr id="3" name="Round Diagonal Corner Rectangle 2"/>
            <p:cNvSpPr/>
            <p:nvPr/>
          </p:nvSpPr>
          <p:spPr bwMode="auto">
            <a:xfrm rot="7826973">
              <a:off x="6670172" y="1492157"/>
              <a:ext cx="5654059" cy="1327898"/>
            </a:xfrm>
            <a:prstGeom prst="round2DiagRect">
              <a:avLst>
                <a:gd name="adj1" fmla="val 34314"/>
                <a:gd name="adj2" fmla="val 26471"/>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4" name="Round Diagonal Corner Rectangle 3"/>
            <p:cNvSpPr/>
            <p:nvPr/>
          </p:nvSpPr>
          <p:spPr bwMode="auto">
            <a:xfrm rot="7826973">
              <a:off x="5330602" y="707729"/>
              <a:ext cx="5654059" cy="1327898"/>
            </a:xfrm>
            <a:prstGeom prst="round2DiagRect">
              <a:avLst>
                <a:gd name="adj1" fmla="val 34314"/>
                <a:gd name="adj2" fmla="val 26471"/>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Round Diagonal Corner Rectangle 4"/>
            <p:cNvSpPr/>
            <p:nvPr/>
          </p:nvSpPr>
          <p:spPr bwMode="auto">
            <a:xfrm rot="7826973">
              <a:off x="7250087" y="3148779"/>
              <a:ext cx="5654059" cy="1327898"/>
            </a:xfrm>
            <a:prstGeom prst="round2DiagRect">
              <a:avLst>
                <a:gd name="adj1" fmla="val 34314"/>
                <a:gd name="adj2" fmla="val 26471"/>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grpSp>
      <p:sp>
        <p:nvSpPr>
          <p:cNvPr id="326351111" name="TextBox 7"/>
          <p:cNvSpPr txBox="1"/>
          <p:nvPr/>
        </p:nvSpPr>
        <p:spPr bwMode="auto">
          <a:xfrm>
            <a:off x="309488" y="1069144"/>
            <a:ext cx="5741058" cy="1189080"/>
          </a:xfrm>
          <a:prstGeom prst="rect">
            <a:avLst/>
          </a:prstGeom>
          <a:noFill/>
        </p:spPr>
        <p:txBody>
          <a:bodyPr wrap="square" rtlCol="0">
            <a:spAutoFit/>
          </a:bodyPr>
          <a:lstStyle/>
          <a:p>
            <a:pPr>
              <a:defRPr/>
            </a:pPr>
            <a:r>
              <a:rPr lang="en-US" sz="7200">
                <a:latin typeface="Adwaita Mono"/>
                <a:ea typeface="Adwaita Mono"/>
                <a:cs typeface="Adwaita Mono"/>
              </a:rPr>
              <a:t>Drafting</a:t>
            </a:r>
            <a:r>
              <a:rPr lang="en-US" sz="7200">
                <a:latin typeface="Adwaita Mono"/>
                <a:ea typeface="Adwaita Mono"/>
                <a:cs typeface="Adwaita Mono"/>
              </a:rPr>
              <a:t> </a:t>
            </a:r>
            <a:endParaRPr lang="en-US" sz="2000">
              <a:latin typeface="Harlow Solid Italic"/>
            </a:endParaRPr>
          </a:p>
        </p:txBody>
      </p:sp>
      <p:sp>
        <p:nvSpPr>
          <p:cNvPr id="21051273" name="TextBox 1"/>
          <p:cNvSpPr txBox="1"/>
          <p:nvPr/>
        </p:nvSpPr>
        <p:spPr bwMode="auto">
          <a:xfrm>
            <a:off x="459928" y="5405050"/>
            <a:ext cx="6653793" cy="1323439"/>
          </a:xfrm>
          <a:prstGeom prst="rect">
            <a:avLst/>
          </a:prstGeom>
          <a:solidFill>
            <a:srgbClr val="FFC000"/>
          </a:solidFill>
        </p:spPr>
        <p:txBody>
          <a:bodyPr wrap="square" rtlCol="0">
            <a:spAutoFit/>
          </a:bodyPr>
          <a:lstStyle/>
          <a:p>
            <a:pPr>
              <a:defRPr/>
            </a:pPr>
            <a:r>
              <a:rPr lang="en-US"/>
              <a:t> </a:t>
            </a:r>
            <a:r>
              <a:rPr lang="en-US" sz="4000"/>
              <a:t>A Comprehensive </a:t>
            </a:r>
            <a:r>
              <a:rPr lang="en-US" sz="4000"/>
              <a:t>Guide</a:t>
            </a:r>
            <a:endParaRPr/>
          </a:p>
          <a:p>
            <a:pPr>
              <a:defRPr/>
            </a:pPr>
            <a:r>
              <a:rPr lang="en-US" sz="4000"/>
              <a:t>Lecture 8</a:t>
            </a:r>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07203230" name="TextBox 1"/>
          <p:cNvSpPr txBox="1"/>
          <p:nvPr/>
        </p:nvSpPr>
        <p:spPr bwMode="auto">
          <a:xfrm>
            <a:off x="787790" y="295422"/>
            <a:ext cx="10592972" cy="1015663"/>
          </a:xfrm>
          <a:prstGeom prst="rect">
            <a:avLst/>
          </a:prstGeom>
          <a:solidFill>
            <a:srgbClr val="FFFF00"/>
          </a:solidFill>
        </p:spPr>
        <p:txBody>
          <a:bodyPr wrap="square" rtlCol="0">
            <a:spAutoFit/>
          </a:bodyPr>
          <a:lstStyle/>
          <a:p>
            <a:pPr algn="ctr">
              <a:defRPr/>
            </a:pPr>
            <a:r>
              <a:rPr lang="en-US" sz="6000" b="1"/>
              <a:t>Key points </a:t>
            </a:r>
            <a:endParaRPr lang="en-US" sz="6000" b="1"/>
          </a:p>
        </p:txBody>
      </p:sp>
      <p:sp>
        <p:nvSpPr>
          <p:cNvPr id="1808440017" name="TextBox 2"/>
          <p:cNvSpPr txBox="1"/>
          <p:nvPr/>
        </p:nvSpPr>
        <p:spPr bwMode="auto">
          <a:xfrm>
            <a:off x="281354" y="1448972"/>
            <a:ext cx="11451101" cy="5632311"/>
          </a:xfrm>
          <a:prstGeom prst="rect">
            <a:avLst/>
          </a:prstGeom>
          <a:noFill/>
        </p:spPr>
        <p:txBody>
          <a:bodyPr wrap="square" rtlCol="0">
            <a:spAutoFit/>
          </a:bodyPr>
          <a:lstStyle/>
          <a:p>
            <a:pPr marL="571500" indent="-571500">
              <a:buFont typeface="Arial"/>
              <a:buChar char="•"/>
              <a:defRPr/>
            </a:pPr>
            <a:r>
              <a:rPr lang="en-US" sz="3600"/>
              <a:t>What is </a:t>
            </a:r>
            <a:r>
              <a:rPr lang="en-US" sz="3600"/>
              <a:t>drafting</a:t>
            </a:r>
            <a:endParaRPr lang="en-US" sz="3600"/>
          </a:p>
          <a:p>
            <a:pPr marL="571500" indent="-571500">
              <a:buFont typeface="Arial"/>
              <a:buChar char="•"/>
              <a:defRPr/>
            </a:pPr>
            <a:r>
              <a:rPr lang="en-US" sz="3600"/>
              <a:t>Importance of drafting </a:t>
            </a:r>
            <a:endParaRPr/>
          </a:p>
          <a:p>
            <a:pPr marL="571500" indent="-571500">
              <a:buFont typeface="Arial"/>
              <a:buChar char="•"/>
              <a:defRPr/>
            </a:pPr>
            <a:r>
              <a:rPr lang="en-US" sz="3600"/>
              <a:t>Thesis statement </a:t>
            </a:r>
            <a:endParaRPr/>
          </a:p>
          <a:p>
            <a:pPr marL="571500" indent="-571500">
              <a:buFont typeface="Arial"/>
              <a:buChar char="•"/>
              <a:defRPr/>
            </a:pPr>
            <a:r>
              <a:rPr lang="en-US" sz="3600"/>
              <a:t>Topic sentence</a:t>
            </a:r>
            <a:endParaRPr/>
          </a:p>
          <a:p>
            <a:pPr marL="571500" indent="-571500">
              <a:buFont typeface="Arial"/>
              <a:buChar char="•"/>
              <a:defRPr/>
            </a:pPr>
            <a:r>
              <a:rPr lang="en-US" sz="3600"/>
              <a:t>Sequences of drafting </a:t>
            </a:r>
            <a:endParaRPr/>
          </a:p>
          <a:p>
            <a:pPr marL="571500" indent="-571500">
              <a:buFont typeface="Arial"/>
              <a:buChar char="•"/>
              <a:defRPr/>
            </a:pPr>
            <a:r>
              <a:rPr lang="en-US" sz="3600"/>
              <a:t>Types of Draft</a:t>
            </a:r>
            <a:endParaRPr/>
          </a:p>
          <a:p>
            <a:pPr marL="571500" indent="-571500">
              <a:buFont typeface="Arial"/>
              <a:buChar char="•"/>
              <a:defRPr/>
            </a:pPr>
            <a:r>
              <a:rPr lang="en-US" sz="3600"/>
              <a:t>Key elements of  Draft</a:t>
            </a:r>
            <a:endParaRPr/>
          </a:p>
          <a:p>
            <a:pPr marL="571500" indent="-571500">
              <a:buFont typeface="Arial"/>
              <a:buChar char="•"/>
              <a:defRPr/>
            </a:pPr>
            <a:r>
              <a:rPr lang="en-US" sz="3600"/>
              <a:t>Digital tools and techniques for drafting </a:t>
            </a:r>
            <a:endParaRPr/>
          </a:p>
          <a:p>
            <a:pPr marL="571500" indent="-571500">
              <a:buFont typeface="Arial"/>
              <a:buChar char="•"/>
              <a:defRPr/>
            </a:pPr>
            <a:r>
              <a:rPr lang="en-US" sz="3600"/>
              <a:t>Long vs Shorts  Draft  </a:t>
            </a:r>
            <a:endParaRPr/>
          </a:p>
          <a:p>
            <a:pPr>
              <a:defRPr/>
            </a:pPr>
            <a:r>
              <a:rPr lang="en-US"/>
              <a:t> </a:t>
            </a:r>
            <a:endParaRPr/>
          </a:p>
          <a:p>
            <a:pPr>
              <a:defRPr/>
            </a:pPr>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486442427" name="Image 0" descr="preencoded.png"/>
          <p:cNvPicPr>
            <a:picLocks noChangeAspect="1"/>
          </p:cNvPicPr>
          <p:nvPr/>
        </p:nvPicPr>
        <p:blipFill>
          <a:blip r:embed="rId3"/>
          <a:stretch/>
        </p:blipFill>
        <p:spPr bwMode="auto">
          <a:xfrm>
            <a:off x="7620000" y="0"/>
            <a:ext cx="4572000" cy="6858000"/>
          </a:xfrm>
          <a:prstGeom prst="rect">
            <a:avLst/>
          </a:prstGeom>
        </p:spPr>
      </p:pic>
      <p:sp>
        <p:nvSpPr>
          <p:cNvPr id="1687005072" name="Text 0"/>
          <p:cNvSpPr/>
          <p:nvPr/>
        </p:nvSpPr>
        <p:spPr bwMode="auto">
          <a:xfrm>
            <a:off x="661492" y="512014"/>
            <a:ext cx="6297018" cy="1771948"/>
          </a:xfrm>
          <a:prstGeom prst="rect">
            <a:avLst/>
          </a:prstGeom>
          <a:noFill/>
          <a:ln/>
        </p:spPr>
        <p:txBody>
          <a:bodyPr wrap="square" lIns="0" tIns="0" rIns="0" bIns="0" rtlCol="0" anchor="t"/>
          <a:lstStyle/>
          <a:p>
            <a:pPr>
              <a:lnSpc>
                <a:spcPts val="4625"/>
              </a:lnSpc>
              <a:defRPr/>
            </a:pPr>
            <a:r>
              <a:rPr lang="en-US" sz="3700">
                <a:solidFill>
                  <a:srgbClr val="FEFEFE"/>
                </a:solidFill>
                <a:latin typeface="Instrument Sans Medium"/>
                <a:ea typeface="Instrument Sans Medium"/>
                <a:cs typeface="Instrument Sans Medium"/>
              </a:rPr>
              <a:t>Unlocking Your Writing Potential: The Power of Drafting</a:t>
            </a:r>
            <a:endParaRPr lang="en-US" sz="3700"/>
          </a:p>
        </p:txBody>
      </p:sp>
      <p:sp>
        <p:nvSpPr>
          <p:cNvPr id="1594226355" name="Text 1"/>
          <p:cNvSpPr/>
          <p:nvPr/>
        </p:nvSpPr>
        <p:spPr bwMode="auto">
          <a:xfrm>
            <a:off x="788101" y="2532185"/>
            <a:ext cx="6297018" cy="3235568"/>
          </a:xfrm>
          <a:prstGeom prst="rect">
            <a:avLst/>
          </a:prstGeom>
          <a:noFill/>
          <a:ln/>
        </p:spPr>
        <p:txBody>
          <a:bodyPr wrap="square" lIns="0" tIns="0" rIns="0" bIns="0" rtlCol="0" anchor="t"/>
          <a:lstStyle/>
          <a:p>
            <a:pPr marL="457200" indent="-457200">
              <a:lnSpc>
                <a:spcPts val="2375"/>
              </a:lnSpc>
              <a:buFont typeface="Arial"/>
              <a:buChar char="•"/>
              <a:defRPr/>
            </a:pPr>
            <a:r>
              <a:rPr lang="en-US" sz="3200">
                <a:solidFill>
                  <a:srgbClr val="BFBFBF"/>
                </a:solidFill>
                <a:latin typeface="Open Sans"/>
                <a:ea typeface="Open Sans"/>
                <a:cs typeface="Open Sans"/>
              </a:rPr>
              <a:t>Drafting is essential in the writing process</a:t>
            </a:r>
            <a:r>
              <a:rPr lang="en-US" sz="3200">
                <a:solidFill>
                  <a:srgbClr val="BFBFBF"/>
                </a:solidFill>
                <a:latin typeface="Open Sans"/>
                <a:ea typeface="Open Sans"/>
                <a:cs typeface="Open Sans"/>
              </a:rPr>
              <a:t>.</a:t>
            </a:r>
            <a:endParaRPr/>
          </a:p>
          <a:p>
            <a:pPr>
              <a:lnSpc>
                <a:spcPts val="2375"/>
              </a:lnSpc>
              <a:defRPr/>
            </a:pPr>
            <a:endParaRPr lang="en-US" sz="3200">
              <a:solidFill>
                <a:srgbClr val="BFBFBF"/>
              </a:solidFill>
              <a:latin typeface="Open Sans"/>
              <a:ea typeface="Open Sans"/>
              <a:cs typeface="Open Sans"/>
            </a:endParaRPr>
          </a:p>
          <a:p>
            <a:pPr marL="457200" indent="-457200">
              <a:lnSpc>
                <a:spcPts val="2375"/>
              </a:lnSpc>
              <a:buFont typeface="Arial"/>
              <a:buChar char="•"/>
              <a:defRPr/>
            </a:pPr>
            <a:r>
              <a:rPr lang="en-US" sz="3200">
                <a:solidFill>
                  <a:srgbClr val="BFBFBF"/>
                </a:solidFill>
                <a:latin typeface="Open Sans"/>
                <a:ea typeface="Open Sans"/>
                <a:cs typeface="Open Sans"/>
              </a:rPr>
              <a:t> </a:t>
            </a:r>
            <a:r>
              <a:rPr lang="en-US" sz="3200">
                <a:solidFill>
                  <a:srgbClr val="BFBFBF"/>
                </a:solidFill>
                <a:latin typeface="Open Sans"/>
                <a:ea typeface="Open Sans"/>
                <a:cs typeface="Open Sans"/>
              </a:rPr>
              <a:t>It helps generate ideas and refine arguments</a:t>
            </a:r>
            <a:r>
              <a:rPr lang="en-US" sz="3200">
                <a:solidFill>
                  <a:srgbClr val="BFBFBF"/>
                </a:solidFill>
                <a:latin typeface="Open Sans"/>
                <a:ea typeface="Open Sans"/>
                <a:cs typeface="Open Sans"/>
              </a:rPr>
              <a:t>.</a:t>
            </a:r>
            <a:endParaRPr/>
          </a:p>
          <a:p>
            <a:pPr>
              <a:lnSpc>
                <a:spcPts val="2375"/>
              </a:lnSpc>
              <a:defRPr/>
            </a:pPr>
            <a:endParaRPr lang="en-US" sz="3200">
              <a:solidFill>
                <a:srgbClr val="BFBFBF"/>
              </a:solidFill>
              <a:latin typeface="Open Sans"/>
              <a:ea typeface="Open Sans"/>
              <a:cs typeface="Open Sans"/>
            </a:endParaRPr>
          </a:p>
          <a:p>
            <a:pPr marL="457200" indent="-457200">
              <a:lnSpc>
                <a:spcPts val="2375"/>
              </a:lnSpc>
              <a:buFont typeface="Arial"/>
              <a:buChar char="•"/>
              <a:defRPr/>
            </a:pPr>
            <a:r>
              <a:rPr lang="en-US" sz="3200">
                <a:solidFill>
                  <a:srgbClr val="BFBFBF"/>
                </a:solidFill>
                <a:latin typeface="Open Sans"/>
                <a:ea typeface="Open Sans"/>
                <a:cs typeface="Open Sans"/>
              </a:rPr>
              <a:t> </a:t>
            </a:r>
            <a:r>
              <a:rPr lang="en-US" sz="3200">
                <a:solidFill>
                  <a:srgbClr val="BFBFBF"/>
                </a:solidFill>
                <a:latin typeface="Open Sans"/>
                <a:ea typeface="Open Sans"/>
                <a:cs typeface="Open Sans"/>
              </a:rPr>
              <a:t>Drafting is not just writing but thinking on paper. </a:t>
            </a:r>
            <a:endParaRPr lang="en-US" sz="32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54510844" name="TextBox 1"/>
          <p:cNvSpPr txBox="1"/>
          <p:nvPr/>
        </p:nvSpPr>
        <p:spPr bwMode="auto">
          <a:xfrm>
            <a:off x="638629" y="145143"/>
            <a:ext cx="11117943" cy="1015663"/>
          </a:xfrm>
          <a:prstGeom prst="rect">
            <a:avLst/>
          </a:prstGeom>
          <a:noFill/>
        </p:spPr>
        <p:txBody>
          <a:bodyPr wrap="square" rtlCol="0">
            <a:spAutoFit/>
          </a:bodyPr>
          <a:lstStyle/>
          <a:p>
            <a:pPr algn="ctr">
              <a:defRPr/>
            </a:pPr>
            <a:r>
              <a:rPr lang="en-US" sz="6000" b="1"/>
              <a:t>Introduction</a:t>
            </a:r>
            <a:r>
              <a:rPr lang="en-US"/>
              <a:t> </a:t>
            </a:r>
            <a:endParaRPr lang="en-US"/>
          </a:p>
        </p:txBody>
      </p:sp>
      <p:sp>
        <p:nvSpPr>
          <p:cNvPr id="692996600" name="TextBox 3"/>
          <p:cNvSpPr txBox="1"/>
          <p:nvPr/>
        </p:nvSpPr>
        <p:spPr bwMode="auto">
          <a:xfrm>
            <a:off x="98475" y="1352550"/>
            <a:ext cx="11943470" cy="5816977"/>
          </a:xfrm>
          <a:prstGeom prst="rect">
            <a:avLst/>
          </a:prstGeom>
          <a:noFill/>
        </p:spPr>
        <p:txBody>
          <a:bodyPr wrap="square" rtlCol="0">
            <a:spAutoFit/>
          </a:bodyPr>
          <a:lstStyle/>
          <a:p>
            <a:pPr marL="285750" indent="-285750">
              <a:buFont typeface="Arial"/>
              <a:buChar char="•"/>
              <a:defRPr/>
            </a:pPr>
            <a:r>
              <a:rPr lang="en-US" sz="3200"/>
              <a:t>The drafting stage is where you really begin writing.</a:t>
            </a:r>
            <a:endParaRPr/>
          </a:p>
          <a:p>
            <a:pPr marL="285750" indent="-285750">
              <a:buFont typeface="Arial"/>
              <a:buChar char="•"/>
              <a:defRPr/>
            </a:pPr>
            <a:r>
              <a:rPr lang="en-US" sz="3200"/>
              <a:t>The most important thing here is to get words onto paper. </a:t>
            </a:r>
            <a:endParaRPr/>
          </a:p>
          <a:p>
            <a:pPr marL="285750" indent="-285750">
              <a:buFont typeface="Arial"/>
              <a:buChar char="•"/>
              <a:defRPr/>
            </a:pPr>
            <a:r>
              <a:rPr lang="en-US" sz="3200"/>
              <a:t>Don’t worry about grammar, spelling, punctuation or the best wording</a:t>
            </a:r>
            <a:r>
              <a:rPr lang="en-US" sz="3600"/>
              <a:t>. </a:t>
            </a:r>
            <a:endParaRPr lang="en-US" sz="3600"/>
          </a:p>
          <a:p>
            <a:pPr marL="285750" indent="-285750">
              <a:buFont typeface="Arial"/>
              <a:buChar char="•"/>
              <a:defRPr/>
            </a:pPr>
            <a:r>
              <a:rPr lang="en-GB" sz="3200">
                <a:solidFill>
                  <a:schemeClr val="tx1">
                    <a:lumMod val="75000"/>
                    <a:lumOff val="25000"/>
                  </a:schemeClr>
                </a:solidFill>
                <a:cs typeface="Arial"/>
              </a:rPr>
              <a:t>Draft </a:t>
            </a:r>
            <a:r>
              <a:rPr lang="en-GB" sz="3200">
                <a:solidFill>
                  <a:schemeClr val="tx1">
                    <a:lumMod val="75000"/>
                    <a:lumOff val="25000"/>
                  </a:schemeClr>
                </a:solidFill>
                <a:cs typeface="Arial"/>
              </a:rPr>
              <a:t>is a piece of writing which will probably be changed and improved: </a:t>
            </a:r>
            <a:r>
              <a:rPr lang="en-GB" sz="3200">
                <a:solidFill>
                  <a:srgbClr val="FF0000"/>
                </a:solidFill>
                <a:cs typeface="Arial"/>
              </a:rPr>
              <a:t>not the final </a:t>
            </a:r>
            <a:r>
              <a:rPr lang="en-GB" sz="3200">
                <a:solidFill>
                  <a:srgbClr val="FF0000"/>
                </a:solidFill>
                <a:cs typeface="Arial"/>
              </a:rPr>
              <a:t>copy!</a:t>
            </a:r>
            <a:endParaRPr/>
          </a:p>
          <a:p>
            <a:pPr marL="285750" indent="-285750">
              <a:buFont typeface="Arial"/>
              <a:buChar char="•"/>
              <a:defRPr/>
            </a:pPr>
            <a:r>
              <a:rPr lang="en-GB" sz="3200">
                <a:solidFill>
                  <a:schemeClr val="tx1">
                    <a:lumMod val="75000"/>
                    <a:lumOff val="25000"/>
                  </a:schemeClr>
                </a:solidFill>
                <a:cs typeface="Arial"/>
              </a:rPr>
              <a:t>The </a:t>
            </a:r>
            <a:r>
              <a:rPr lang="en-GB" sz="3200">
                <a:solidFill>
                  <a:schemeClr val="tx1">
                    <a:lumMod val="75000"/>
                    <a:lumOff val="25000"/>
                  </a:schemeClr>
                </a:solidFill>
                <a:cs typeface="Arial"/>
              </a:rPr>
              <a:t>dictionary definition says, “</a:t>
            </a:r>
            <a:r>
              <a:rPr lang="en-GB" sz="3200" i="1">
                <a:solidFill>
                  <a:srgbClr val="FF0000"/>
                </a:solidFill>
                <a:cs typeface="Arial"/>
              </a:rPr>
              <a:t>a draft is preliminary piece of writing</a:t>
            </a:r>
            <a:r>
              <a:rPr lang="en-GB" sz="3200">
                <a:solidFill>
                  <a:schemeClr val="tx1">
                    <a:lumMod val="75000"/>
                    <a:lumOff val="25000"/>
                  </a:schemeClr>
                </a:solidFill>
                <a:cs typeface="Arial"/>
              </a:rPr>
              <a:t>”.</a:t>
            </a:r>
            <a:endParaRPr/>
          </a:p>
          <a:p>
            <a:pPr marL="285750" indent="-285750">
              <a:buFont typeface="Arial"/>
              <a:buChar char="•"/>
              <a:defRPr/>
            </a:pPr>
            <a:r>
              <a:rPr lang="en-GB" sz="3200">
                <a:solidFill>
                  <a:schemeClr val="tx1">
                    <a:lumMod val="75000"/>
                    <a:lumOff val="25000"/>
                  </a:schemeClr>
                </a:solidFill>
                <a:cs typeface="Arial"/>
              </a:rPr>
              <a:t>Writing </a:t>
            </a:r>
            <a:r>
              <a:rPr lang="en-GB" sz="3200">
                <a:solidFill>
                  <a:srgbClr val="FF0000"/>
                </a:solidFill>
                <a:cs typeface="Arial"/>
              </a:rPr>
              <a:t>more than one draft </a:t>
            </a:r>
            <a:r>
              <a:rPr lang="en-GB" sz="3200">
                <a:solidFill>
                  <a:schemeClr val="tx1">
                    <a:lumMod val="75000"/>
                    <a:lumOff val="25000"/>
                  </a:schemeClr>
                </a:solidFill>
                <a:cs typeface="Arial"/>
              </a:rPr>
              <a:t>allows you to develop your ideas and to find the best way to present your ideas to your reader.</a:t>
            </a:r>
            <a:endParaRPr lang="en-US" sz="3200">
              <a:solidFill>
                <a:schemeClr val="tx1">
                  <a:lumMod val="75000"/>
                  <a:lumOff val="25000"/>
                </a:schemeClr>
              </a:solidFill>
              <a:cs typeface="Arial"/>
            </a:endParaRPr>
          </a:p>
          <a:p>
            <a:pPr marL="285750" indent="-285750">
              <a:buFont typeface="Arial"/>
              <a:buChar char="•"/>
              <a:defRPr/>
            </a:pPr>
            <a:endParaRPr lang="en-US" sz="36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25792274" name="Title 1"/>
          <p:cNvSpPr>
            <a:spLocks noGrp="1"/>
          </p:cNvSpPr>
          <p:nvPr>
            <p:ph type="title"/>
          </p:nvPr>
        </p:nvSpPr>
        <p:spPr bwMode="auto"/>
        <p:txBody>
          <a:bodyPr>
            <a:normAutofit/>
          </a:bodyPr>
          <a:lstStyle/>
          <a:p>
            <a:pPr algn="ctr">
              <a:defRPr/>
            </a:pPr>
            <a:r>
              <a:rPr lang="en-US" sz="6600" b="1"/>
              <a:t>Rough Draft </a:t>
            </a:r>
            <a:endParaRPr lang="en-US" sz="6600" b="1"/>
          </a:p>
        </p:txBody>
      </p:sp>
      <p:sp>
        <p:nvSpPr>
          <p:cNvPr id="1277130456" name="Content Placeholder 2"/>
          <p:cNvSpPr>
            <a:spLocks noGrp="1"/>
          </p:cNvSpPr>
          <p:nvPr>
            <p:ph sz="half" idx="1"/>
          </p:nvPr>
        </p:nvSpPr>
        <p:spPr bwMode="auto">
          <a:xfrm>
            <a:off x="0" y="1903643"/>
            <a:ext cx="6710766" cy="4820714"/>
          </a:xfrm>
        </p:spPr>
        <p:txBody>
          <a:bodyPr>
            <a:noAutofit/>
          </a:bodyPr>
          <a:lstStyle/>
          <a:p>
            <a:pPr marL="0" indent="0">
              <a:buNone/>
              <a:defRPr/>
            </a:pPr>
            <a:r>
              <a:rPr lang="en-US" sz="3200"/>
              <a:t>A rough draft is the first version of your piece written with complete sentences and paragraphs. It doesn’t have to be polished—this is where you get your thoughts down without worrying too much about wording or mechanics. The goal is to create a complete version of your piece that you can improve and refine later.</a:t>
            </a:r>
            <a:endParaRPr/>
          </a:p>
        </p:txBody>
      </p:sp>
      <p:pic>
        <p:nvPicPr>
          <p:cNvPr id="2073331797" name="Picture 2" descr="Colorful elements while writing on a page"/>
          <p:cNvPicPr>
            <a:picLocks noChangeAspect="1" noChangeArrowheads="1" noGrp="1"/>
          </p:cNvPicPr>
          <p:nvPr>
            <p:ph sz="half" idx="2"/>
          </p:nvPr>
        </p:nvPicPr>
        <p:blipFill>
          <a:blip r:embed="rId3"/>
          <a:stretch/>
        </p:blipFill>
        <p:spPr bwMode="auto">
          <a:xfrm>
            <a:off x="6172200" y="1903644"/>
            <a:ext cx="5827542" cy="4820713"/>
          </a:xfrm>
          <a:prstGeom prst="rect">
            <a:avLst/>
          </a:prstGeom>
          <a:noFill/>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34324385" name="Title 1"/>
          <p:cNvSpPr>
            <a:spLocks noGrp="1"/>
          </p:cNvSpPr>
          <p:nvPr>
            <p:ph type="title"/>
          </p:nvPr>
        </p:nvSpPr>
        <p:spPr bwMode="auto"/>
        <p:txBody>
          <a:bodyPr>
            <a:normAutofit fontScale="90000"/>
          </a:bodyPr>
          <a:lstStyle/>
          <a:p>
            <a:pPr algn="ctr">
              <a:defRPr/>
            </a:pPr>
            <a:r>
              <a:rPr lang="en-US" b="1"/>
              <a:t> </a:t>
            </a:r>
            <a:r>
              <a:rPr lang="en-US" sz="6700" b="1"/>
              <a:t>Introduction to Drafting</a:t>
            </a:r>
            <a:br>
              <a:rPr lang="en-US" b="1"/>
            </a:br>
            <a:endParaRPr lang="en-US"/>
          </a:p>
        </p:txBody>
      </p:sp>
      <p:sp>
        <p:nvSpPr>
          <p:cNvPr id="2040808621" name="Content Placeholder 2"/>
          <p:cNvSpPr>
            <a:spLocks noGrp="1"/>
          </p:cNvSpPr>
          <p:nvPr>
            <p:ph idx="1"/>
          </p:nvPr>
        </p:nvSpPr>
        <p:spPr bwMode="auto">
          <a:xfrm>
            <a:off x="0" y="1181686"/>
            <a:ext cx="12056012" cy="5500468"/>
          </a:xfrm>
        </p:spPr>
        <p:txBody>
          <a:bodyPr>
            <a:normAutofit/>
          </a:bodyPr>
          <a:lstStyle/>
          <a:p>
            <a:pPr algn="just">
              <a:defRPr/>
            </a:pPr>
            <a:r>
              <a:rPr lang="en-US" sz="3200"/>
              <a:t>The </a:t>
            </a:r>
            <a:r>
              <a:rPr lang="en-US" sz="3200"/>
              <a:t>process of creating a preliminary version of a written work</a:t>
            </a:r>
            <a:r>
              <a:rPr lang="en-US" sz="3200"/>
              <a:t>.</a:t>
            </a:r>
            <a:endParaRPr/>
          </a:p>
          <a:p>
            <a:pPr algn="just">
              <a:defRPr/>
            </a:pPr>
            <a:r>
              <a:rPr lang="en-US" sz="3200"/>
              <a:t>Write sentences and paragraphs even if they are not perfect.</a:t>
            </a:r>
            <a:endParaRPr/>
          </a:p>
          <a:p>
            <a:pPr algn="just">
              <a:defRPr/>
            </a:pPr>
            <a:r>
              <a:rPr lang="en-US" sz="3200"/>
              <a:t>Create a thesis statement with your main </a:t>
            </a:r>
            <a:r>
              <a:rPr lang="en-US" sz="3200"/>
              <a:t>idea. </a:t>
            </a:r>
            <a:endParaRPr/>
          </a:p>
          <a:p>
            <a:pPr algn="just">
              <a:defRPr/>
            </a:pPr>
            <a:r>
              <a:rPr lang="en-US" sz="3200">
                <a:solidFill>
                  <a:srgbClr val="FF0000"/>
                </a:solidFill>
              </a:rPr>
              <a:t>A thesis statement </a:t>
            </a:r>
            <a:r>
              <a:rPr lang="en-US" sz="3200"/>
              <a:t>is a sentence that sums up the central point of your paper or essay</a:t>
            </a:r>
            <a:r>
              <a:rPr lang="en-US" sz="3200"/>
              <a:t>. </a:t>
            </a:r>
            <a:endParaRPr/>
          </a:p>
          <a:p>
            <a:pPr algn="just">
              <a:defRPr/>
            </a:pPr>
            <a:r>
              <a:rPr lang="en-US" sz="3200"/>
              <a:t>Example </a:t>
            </a:r>
            <a:endParaRPr/>
          </a:p>
          <a:p>
            <a:pPr marL="0" indent="0" algn="just">
              <a:buNone/>
              <a:defRPr/>
            </a:pPr>
            <a:r>
              <a:rPr lang="en-US" sz="3200">
                <a:solidFill>
                  <a:srgbClr val="C00000"/>
                </a:solidFill>
              </a:rPr>
              <a:t>Climate change poses an existential threat to the global economy, and the transition to a low-carbon economy, while challenging, presents significant opportunities for innovation and sustainable growth.</a:t>
            </a:r>
            <a:endParaRPr lang="en-US" sz="3600">
              <a:solidFill>
                <a:srgbClr val="C00000"/>
              </a:solidFill>
            </a:endParaRPr>
          </a:p>
          <a:p>
            <a:pPr algn="just">
              <a:defRPr/>
            </a:pPr>
            <a:endParaRPr lang="en-US" sz="3200"/>
          </a:p>
          <a:p>
            <a:pPr algn="just">
              <a:defRPr/>
            </a:pPr>
            <a:endParaRPr lang="en-US" sz="3200"/>
          </a:p>
          <a:p>
            <a:pPr>
              <a:defRPr/>
            </a:pPr>
            <a:endParaRPr lang="en-US"/>
          </a:p>
          <a:p>
            <a:pPr>
              <a:defRPr/>
            </a:pPr>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55133548" name="Title 1"/>
          <p:cNvSpPr>
            <a:spLocks noGrp="1"/>
          </p:cNvSpPr>
          <p:nvPr>
            <p:ph type="title"/>
          </p:nvPr>
        </p:nvSpPr>
        <p:spPr bwMode="auto">
          <a:xfrm>
            <a:off x="838200" y="140043"/>
            <a:ext cx="10515600" cy="872832"/>
          </a:xfrm>
        </p:spPr>
        <p:txBody>
          <a:bodyPr>
            <a:noAutofit/>
          </a:bodyPr>
          <a:lstStyle/>
          <a:p>
            <a:pPr algn="ctr">
              <a:defRPr/>
            </a:pPr>
            <a:r>
              <a:rPr lang="en-US" sz="6000" b="1"/>
              <a:t>Importance</a:t>
            </a:r>
            <a:endParaRPr/>
          </a:p>
        </p:txBody>
      </p:sp>
      <p:sp>
        <p:nvSpPr>
          <p:cNvPr id="1153602472" name="Content Placeholder 2"/>
          <p:cNvSpPr>
            <a:spLocks noGrp="1"/>
          </p:cNvSpPr>
          <p:nvPr>
            <p:ph idx="1"/>
          </p:nvPr>
        </p:nvSpPr>
        <p:spPr bwMode="auto">
          <a:xfrm>
            <a:off x="98474" y="1336430"/>
            <a:ext cx="12093526" cy="5521569"/>
          </a:xfrm>
        </p:spPr>
        <p:txBody>
          <a:bodyPr/>
          <a:lstStyle/>
          <a:p>
            <a:pPr>
              <a:defRPr/>
            </a:pPr>
            <a:r>
              <a:rPr lang="en-US"/>
              <a:t>Drafting </a:t>
            </a:r>
            <a:r>
              <a:rPr lang="en-US"/>
              <a:t>helps organize ideas, explore concepts, and establish structure</a:t>
            </a:r>
            <a:r>
              <a:rPr lang="en-US"/>
              <a:t>.</a:t>
            </a:r>
            <a:endParaRPr/>
          </a:p>
          <a:p>
            <a:pPr>
              <a:defRPr/>
            </a:pPr>
            <a:endParaRPr lang="en-US"/>
          </a:p>
          <a:p>
            <a:pPr>
              <a:defRPr/>
            </a:pPr>
            <a:endParaRPr lang="en-US"/>
          </a:p>
          <a:p>
            <a:pPr>
              <a:defRPr/>
            </a:pPr>
            <a:endParaRPr lang="en-US"/>
          </a:p>
        </p:txBody>
      </p:sp>
      <p:pic>
        <p:nvPicPr>
          <p:cNvPr id="1339499286" name="Picture 3"/>
          <p:cNvPicPr>
            <a:picLocks noChangeAspect="1"/>
          </p:cNvPicPr>
          <p:nvPr/>
        </p:nvPicPr>
        <p:blipFill>
          <a:blip r:embed="rId3"/>
          <a:stretch/>
        </p:blipFill>
        <p:spPr bwMode="auto">
          <a:xfrm>
            <a:off x="98474" y="3516923"/>
            <a:ext cx="12093525" cy="3341076"/>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69303135" name="Title 1"/>
          <p:cNvSpPr>
            <a:spLocks noGrp="1"/>
          </p:cNvSpPr>
          <p:nvPr>
            <p:ph type="title"/>
          </p:nvPr>
        </p:nvSpPr>
        <p:spPr bwMode="auto">
          <a:xfrm>
            <a:off x="838200" y="365125"/>
            <a:ext cx="10515600" cy="1126050"/>
          </a:xfrm>
        </p:spPr>
        <p:txBody>
          <a:bodyPr>
            <a:normAutofit fontScale="90000"/>
          </a:bodyPr>
          <a:lstStyle/>
          <a:p>
            <a:pPr algn="ctr">
              <a:defRPr/>
            </a:pPr>
            <a:r>
              <a:rPr lang="en-US" sz="6000" b="1"/>
              <a:t>Why Drafting Matters</a:t>
            </a:r>
            <a:br>
              <a:rPr lang="en-US" b="1"/>
            </a:br>
            <a:endParaRPr lang="en-US"/>
          </a:p>
        </p:txBody>
      </p:sp>
      <p:graphicFrame>
        <p:nvGraphicFramePr>
          <p:cNvPr id="76841017" name="Diagram 3"/>
          <p:cNvGraphicFramePr>
            <a:graphicFrameLocks xmlns:a="http://schemas.openxmlformats.org/drawingml/2006/main"/>
          </p:cNvGraphicFramePr>
          <p:nvPr/>
        </p:nvGraphicFramePr>
        <p:xfrm>
          <a:off x="281354" y="1280160"/>
          <a:ext cx="11619914" cy="5106572"/>
          <a:chOff x="0" y="0"/>
          <a:chExt cx="11619914" cy="5106572"/>
        </p:xfrm>
        <a:graphic>
          <a:graphicData uri="http://schemas.openxmlformats.org/drawingml/2006/diagram">
            <dgm:relIds xmlns:dgm="http://schemas.openxmlformats.org/drawingml/2006/diagram" xmlns:r="http://schemas.openxmlformats.org/officeDocument/2006/relationships" r:dm="rId4" r:lo="rId6" r:qs="rId7" r:cs="rId5"/>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2000" advClick="1">
        <p:fade thruBlk="0"/>
      </p:transition>
    </mc:Choice>
    <mc:Fallback>
      <p:transition spd="slow" advClick="1">
        <p:fade thruBlk="0"/>
      </p:transition>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57191343" name="Title 1"/>
          <p:cNvSpPr>
            <a:spLocks noGrp="1"/>
          </p:cNvSpPr>
          <p:nvPr>
            <p:ph type="title"/>
          </p:nvPr>
        </p:nvSpPr>
        <p:spPr bwMode="auto">
          <a:xfrm>
            <a:off x="838200" y="365125"/>
            <a:ext cx="10515600" cy="1266727"/>
          </a:xfrm>
        </p:spPr>
        <p:txBody>
          <a:bodyPr>
            <a:normAutofit fontScale="90000"/>
          </a:bodyPr>
          <a:lstStyle/>
          <a:p>
            <a:pPr algn="ctr">
              <a:defRPr/>
            </a:pPr>
            <a:r>
              <a:rPr lang="en-US" sz="6000" b="1"/>
              <a:t>Steps to Start Drafting</a:t>
            </a:r>
            <a:br>
              <a:rPr lang="en-US" b="1"/>
            </a:br>
            <a:endParaRPr lang="en-US"/>
          </a:p>
        </p:txBody>
      </p:sp>
      <p:sp>
        <p:nvSpPr>
          <p:cNvPr id="434063484" name="Content Placeholder 2"/>
          <p:cNvSpPr>
            <a:spLocks noGrp="1"/>
          </p:cNvSpPr>
          <p:nvPr>
            <p:ph idx="1"/>
          </p:nvPr>
        </p:nvSpPr>
        <p:spPr bwMode="auto"/>
        <p:txBody>
          <a:bodyPr/>
          <a:lstStyle/>
          <a:p>
            <a:pPr>
              <a:defRPr/>
            </a:pPr>
            <a:r>
              <a:rPr lang="en-US" sz="3600"/>
              <a:t>Review your prewriting notes.</a:t>
            </a:r>
            <a:endParaRPr/>
          </a:p>
          <a:p>
            <a:pPr>
              <a:defRPr/>
            </a:pPr>
            <a:r>
              <a:rPr lang="en-US" sz="3600"/>
              <a:t>Create an outline.</a:t>
            </a:r>
            <a:endParaRPr/>
          </a:p>
          <a:p>
            <a:pPr>
              <a:defRPr/>
            </a:pPr>
            <a:r>
              <a:rPr lang="en-US" sz="3600"/>
              <a:t>Begin writing without overthinking.</a:t>
            </a:r>
            <a:endParaRPr/>
          </a:p>
          <a:p>
            <a:pPr>
              <a:defRPr/>
            </a:pPr>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5502180" name="Title 1"/>
          <p:cNvSpPr>
            <a:spLocks noGrp="1"/>
          </p:cNvSpPr>
          <p:nvPr>
            <p:ph type="title"/>
          </p:nvPr>
        </p:nvSpPr>
        <p:spPr bwMode="auto">
          <a:xfrm>
            <a:off x="838200" y="365125"/>
            <a:ext cx="10515600" cy="1210457"/>
          </a:xfrm>
        </p:spPr>
        <p:txBody>
          <a:bodyPr>
            <a:normAutofit/>
          </a:bodyPr>
          <a:lstStyle/>
          <a:p>
            <a:pPr>
              <a:defRPr/>
            </a:pPr>
            <a:r>
              <a:rPr lang="en-US" sz="5400" b="1"/>
              <a:t>Some sequences  to organize a Draft </a:t>
            </a:r>
            <a:endParaRPr lang="en-US" sz="5400" b="1"/>
          </a:p>
        </p:txBody>
      </p:sp>
      <p:graphicFrame>
        <p:nvGraphicFramePr>
          <p:cNvPr id="1304718294" name="Content Placeholder 3"/>
          <p:cNvGraphicFramePr>
            <a:graphicFrameLocks xmlns:a="http://schemas.openxmlformats.org/drawingml/2006/main" noGrp="1"/>
          </p:cNvGraphicFramePr>
          <p:nvPr>
            <p:ph idx="1"/>
          </p:nvPr>
        </p:nvGraphicFramePr>
        <p:xfrm>
          <a:off x="154745" y="1575583"/>
          <a:ext cx="11859064" cy="5050299"/>
          <a:chOff x="0" y="0"/>
          <a:chExt cx="11859064" cy="5050299"/>
        </p:xfrm>
        <a:graphic>
          <a:graphicData uri="http://schemas.openxmlformats.org/drawingml/2006/diagram">
            <dgm:relIds xmlns:dgm="http://schemas.openxmlformats.org/drawingml/2006/diagram" xmlns:r="http://schemas.openxmlformats.org/officeDocument/2006/relationships" r:dm="rId4" r:lo="rId6" r:qs="rId7" r:cs="rId5"/>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117114368" name="Title 1"/>
          <p:cNvSpPr>
            <a:spLocks noGrp="1"/>
          </p:cNvSpPr>
          <p:nvPr>
            <p:ph type="title"/>
          </p:nvPr>
        </p:nvSpPr>
        <p:spPr bwMode="auto">
          <a:xfrm>
            <a:off x="838200" y="393262"/>
            <a:ext cx="10515600" cy="1140118"/>
          </a:xfrm>
        </p:spPr>
        <p:txBody>
          <a:bodyPr>
            <a:normAutofit fontScale="90000"/>
          </a:bodyPr>
          <a:lstStyle/>
          <a:p>
            <a:pPr algn="ctr">
              <a:defRPr/>
            </a:pPr>
            <a:r>
              <a:rPr lang="en-US" sz="6700" b="1">
                <a:solidFill>
                  <a:schemeClr val="tx1">
                    <a:lumMod val="75000"/>
                    <a:lumOff val="25000"/>
                  </a:schemeClr>
                </a:solidFill>
                <a:latin typeface="Candara"/>
                <a:cs typeface="Arial"/>
              </a:rPr>
              <a:t>Chronological Writing </a:t>
            </a:r>
            <a:br>
              <a:rPr lang="en-US" b="1">
                <a:solidFill>
                  <a:schemeClr val="tx1">
                    <a:lumMod val="75000"/>
                    <a:lumOff val="25000"/>
                  </a:schemeClr>
                </a:solidFill>
                <a:latin typeface="Candara"/>
                <a:cs typeface="Arial"/>
              </a:rPr>
            </a:br>
            <a:endParaRPr lang="en-US"/>
          </a:p>
        </p:txBody>
      </p:sp>
      <p:sp>
        <p:nvSpPr>
          <p:cNvPr id="662213228" name="Content Placeholder 2"/>
          <p:cNvSpPr>
            <a:spLocks noGrp="1"/>
          </p:cNvSpPr>
          <p:nvPr>
            <p:ph idx="1"/>
          </p:nvPr>
        </p:nvSpPr>
        <p:spPr bwMode="auto">
          <a:xfrm>
            <a:off x="309489" y="1069145"/>
            <a:ext cx="11591779" cy="5472332"/>
          </a:xfrm>
        </p:spPr>
        <p:txBody>
          <a:bodyPr>
            <a:noAutofit/>
          </a:bodyPr>
          <a:lstStyle/>
          <a:p>
            <a:pPr>
              <a:defRPr/>
            </a:pPr>
            <a:r>
              <a:rPr lang="en-US" sz="3600">
                <a:solidFill>
                  <a:schemeClr val="tx1">
                    <a:lumMod val="75000"/>
                    <a:lumOff val="25000"/>
                  </a:schemeClr>
                </a:solidFill>
                <a:cs typeface="Arial"/>
              </a:rPr>
              <a:t>Method of organization to present events and actions as they occurred in time, e.g., Narrative Essays</a:t>
            </a:r>
            <a:r>
              <a:rPr lang="en-US" sz="3600">
                <a:solidFill>
                  <a:schemeClr val="tx1">
                    <a:lumMod val="75000"/>
                    <a:lumOff val="25000"/>
                  </a:schemeClr>
                </a:solidFill>
                <a:cs typeface="Arial"/>
              </a:rPr>
              <a:t>.</a:t>
            </a:r>
            <a:endParaRPr/>
          </a:p>
          <a:p>
            <a:pPr marL="0" indent="0">
              <a:buNone/>
              <a:defRPr/>
            </a:pPr>
            <a:endParaRPr lang="en-US" sz="3200">
              <a:solidFill>
                <a:schemeClr val="tx1">
                  <a:lumMod val="75000"/>
                  <a:lumOff val="25000"/>
                </a:schemeClr>
              </a:solidFill>
              <a:cs typeface="Arial"/>
            </a:endParaRPr>
          </a:p>
          <a:p>
            <a:pPr marL="0" indent="0" algn="just">
              <a:buNone/>
              <a:defRPr/>
            </a:pPr>
            <a:r>
              <a:rPr lang="en-US" sz="3200">
                <a:solidFill>
                  <a:srgbClr val="FF0000"/>
                </a:solidFill>
              </a:rPr>
              <a:t>"</a:t>
            </a:r>
            <a:r>
              <a:rPr lang="en-US" sz="3200">
                <a:solidFill>
                  <a:srgbClr val="FF0000"/>
                </a:solidFill>
              </a:rPr>
              <a:t>I woke up early, feeling excited for my first day of college. After getting dressed, I grabbed my backpack and left for campus. My first class was at 8 AM, and I made sure to arrive early. The professor introduced the course, and we spent the rest of the hour discussing the syllabus. By lunchtime, I had already met a few classmates, making the transition much easier. As the day ended, I felt relieved and eager to continue my journey."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13293255" name="Title 1"/>
          <p:cNvSpPr>
            <a:spLocks noGrp="1"/>
          </p:cNvSpPr>
          <p:nvPr>
            <p:ph type="title"/>
          </p:nvPr>
        </p:nvSpPr>
        <p:spPr bwMode="auto">
          <a:xfrm>
            <a:off x="838200" y="365126"/>
            <a:ext cx="10515600" cy="1069780"/>
          </a:xfrm>
        </p:spPr>
        <p:txBody>
          <a:bodyPr>
            <a:normAutofit fontScale="90000"/>
          </a:bodyPr>
          <a:lstStyle/>
          <a:p>
            <a:pPr algn="ctr">
              <a:defRPr/>
            </a:pPr>
            <a:r>
              <a:rPr lang="en-US" sz="6000" b="1">
                <a:solidFill>
                  <a:schemeClr val="tx1">
                    <a:lumMod val="75000"/>
                    <a:lumOff val="25000"/>
                  </a:schemeClr>
                </a:solidFill>
                <a:latin typeface="Candara"/>
                <a:cs typeface="Arial"/>
              </a:rPr>
              <a:t>Spatial Writing </a:t>
            </a:r>
            <a:br>
              <a:rPr lang="en-US" b="1">
                <a:solidFill>
                  <a:schemeClr val="tx1">
                    <a:lumMod val="75000"/>
                    <a:lumOff val="25000"/>
                  </a:schemeClr>
                </a:solidFill>
                <a:latin typeface="Candara"/>
                <a:cs typeface="Arial"/>
              </a:rPr>
            </a:br>
            <a:endParaRPr lang="en-US"/>
          </a:p>
        </p:txBody>
      </p:sp>
      <p:sp>
        <p:nvSpPr>
          <p:cNvPr id="471081835" name="Content Placeholder 2"/>
          <p:cNvSpPr>
            <a:spLocks noGrp="1"/>
          </p:cNvSpPr>
          <p:nvPr>
            <p:ph idx="1"/>
          </p:nvPr>
        </p:nvSpPr>
        <p:spPr bwMode="auto">
          <a:xfrm>
            <a:off x="196949" y="1434906"/>
            <a:ext cx="11802794" cy="5134706"/>
          </a:xfrm>
        </p:spPr>
        <p:txBody>
          <a:bodyPr>
            <a:normAutofit/>
          </a:bodyPr>
          <a:lstStyle/>
          <a:p>
            <a:pPr algn="just">
              <a:defRPr/>
            </a:pPr>
            <a:r>
              <a:rPr lang="en-US" sz="3600"/>
              <a:t>Spatial writing describes objects, places, or scenes based on their location and arrangement in space. It often moves from left to right, top to bottom, or near to </a:t>
            </a:r>
            <a:r>
              <a:rPr lang="en-US" sz="3600"/>
              <a:t>far. e.g. </a:t>
            </a:r>
            <a:endParaRPr/>
          </a:p>
          <a:p>
            <a:pPr marL="0" indent="0" algn="just">
              <a:buNone/>
              <a:defRPr/>
            </a:pPr>
            <a:endParaRPr lang="en-US" sz="3600"/>
          </a:p>
          <a:p>
            <a:pPr marL="0" indent="0" algn="just">
              <a:buNone/>
              <a:defRPr/>
            </a:pPr>
            <a:r>
              <a:rPr lang="en-US" sz="3200">
                <a:solidFill>
                  <a:srgbClr val="FF0000"/>
                </a:solidFill>
              </a:rPr>
              <a:t>"As I entered the cozy living room, the first thing I noticed was the large, plush sofa against the far wall, bathed in the soft glow of a nearby lamp. To the left of the sofa, a wooden coffee table sat adorned with a stack of books and a steaming cup of tea</a:t>
            </a:r>
            <a:r>
              <a:rPr lang="en-US" sz="3200">
                <a:solidFill>
                  <a:srgbClr val="FF0000"/>
                </a:solidFill>
              </a:rPr>
              <a:t>.....”</a:t>
            </a:r>
            <a:endParaRPr lang="en-US" sz="3200">
              <a:solidFill>
                <a:srgbClr val="FF0000"/>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7614393" name="Title 1"/>
          <p:cNvSpPr>
            <a:spLocks noGrp="1"/>
          </p:cNvSpPr>
          <p:nvPr>
            <p:ph type="title"/>
          </p:nvPr>
        </p:nvSpPr>
        <p:spPr bwMode="auto">
          <a:xfrm>
            <a:off x="514643" y="393261"/>
            <a:ext cx="10515600" cy="1325563"/>
          </a:xfrm>
        </p:spPr>
        <p:txBody>
          <a:bodyPr>
            <a:normAutofit fontScale="90000"/>
          </a:bodyPr>
          <a:lstStyle/>
          <a:p>
            <a:pPr algn="ctr">
              <a:defRPr/>
            </a:pPr>
            <a:r>
              <a:rPr lang="en-US" sz="6000" b="1">
                <a:solidFill>
                  <a:schemeClr val="tx1">
                    <a:lumMod val="75000"/>
                    <a:lumOff val="25000"/>
                  </a:schemeClr>
                </a:solidFill>
                <a:latin typeface="Candara"/>
                <a:cs typeface="Arial"/>
              </a:rPr>
              <a:t>Writing for Importance</a:t>
            </a:r>
            <a:br>
              <a:rPr lang="en-US" b="1">
                <a:solidFill>
                  <a:schemeClr val="tx1">
                    <a:lumMod val="75000"/>
                    <a:lumOff val="25000"/>
                  </a:schemeClr>
                </a:solidFill>
                <a:latin typeface="Candara"/>
                <a:cs typeface="Arial"/>
              </a:rPr>
            </a:br>
            <a:endParaRPr lang="en-US"/>
          </a:p>
        </p:txBody>
      </p:sp>
      <p:sp>
        <p:nvSpPr>
          <p:cNvPr id="788808994" name="Content Placeholder 2"/>
          <p:cNvSpPr>
            <a:spLocks noGrp="1"/>
          </p:cNvSpPr>
          <p:nvPr>
            <p:ph idx="1"/>
          </p:nvPr>
        </p:nvSpPr>
        <p:spPr bwMode="auto">
          <a:xfrm>
            <a:off x="838200" y="1463040"/>
            <a:ext cx="10515600" cy="4713923"/>
          </a:xfrm>
        </p:spPr>
        <p:txBody>
          <a:bodyPr/>
          <a:lstStyle/>
          <a:p>
            <a:pPr>
              <a:defRPr/>
            </a:pPr>
            <a:r>
              <a:rPr lang="en-US" sz="3200">
                <a:solidFill>
                  <a:schemeClr val="tx1">
                    <a:lumMod val="75000"/>
                    <a:lumOff val="25000"/>
                  </a:schemeClr>
                </a:solidFill>
                <a:cs typeface="Arial"/>
              </a:rPr>
              <a:t>To highlight the significance of a subject matter.</a:t>
            </a:r>
            <a:endParaRPr/>
          </a:p>
          <a:p>
            <a:pPr marL="0" indent="0" algn="just">
              <a:buNone/>
              <a:defRPr/>
            </a:pPr>
            <a:r>
              <a:rPr lang="en-US" sz="3200">
                <a:solidFill>
                  <a:srgbClr val="FF0000"/>
                </a:solidFill>
              </a:rPr>
              <a:t>"The most crucial reason to adopt renewable energy is its impact on reducing climate change. Fossil fuels release carbon dioxide, which traps heat and leads to global warming. Additionally, renewable energy sources like solar and wind are more sustainable, ensuring long-term energy security. Finally, investing in green energy creates jobs, boosting economic growth while protecting the environment. Given these benefits, transitioning to renewables is essential for a sustainable future."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80903876" name="Title 1"/>
          <p:cNvSpPr>
            <a:spLocks noGrp="1"/>
          </p:cNvSpPr>
          <p:nvPr>
            <p:ph type="title"/>
          </p:nvPr>
        </p:nvSpPr>
        <p:spPr bwMode="auto"/>
        <p:txBody>
          <a:bodyPr>
            <a:normAutofit fontScale="90000"/>
          </a:bodyPr>
          <a:lstStyle/>
          <a:p>
            <a:pPr algn="ctr">
              <a:defRPr/>
            </a:pPr>
            <a:r>
              <a:rPr lang="en-US" sz="6000" b="1">
                <a:solidFill>
                  <a:schemeClr val="tx1">
                    <a:lumMod val="75000"/>
                    <a:lumOff val="25000"/>
                  </a:schemeClr>
                </a:solidFill>
                <a:latin typeface="Candara"/>
                <a:cs typeface="Arial"/>
              </a:rPr>
              <a:t>Writing for Problem/Solution</a:t>
            </a:r>
            <a:br>
              <a:rPr lang="en-US" b="1">
                <a:solidFill>
                  <a:schemeClr val="tx1">
                    <a:lumMod val="75000"/>
                    <a:lumOff val="25000"/>
                  </a:schemeClr>
                </a:solidFill>
                <a:latin typeface="Candara"/>
                <a:cs typeface="Arial"/>
              </a:rPr>
            </a:br>
            <a:endParaRPr lang="en-US"/>
          </a:p>
        </p:txBody>
      </p:sp>
      <p:sp>
        <p:nvSpPr>
          <p:cNvPr id="1176341233" name="Content Placeholder 2"/>
          <p:cNvSpPr>
            <a:spLocks noGrp="1"/>
          </p:cNvSpPr>
          <p:nvPr>
            <p:ph idx="1"/>
          </p:nvPr>
        </p:nvSpPr>
        <p:spPr bwMode="auto">
          <a:xfrm>
            <a:off x="140677" y="1392702"/>
            <a:ext cx="11788725" cy="5247249"/>
          </a:xfrm>
        </p:spPr>
        <p:txBody>
          <a:bodyPr/>
          <a:lstStyle/>
          <a:p>
            <a:pPr>
              <a:defRPr/>
            </a:pPr>
            <a:r>
              <a:rPr lang="en-US" sz="3600"/>
              <a:t>Problem-solution writing presents an issue, explains its significance, and then offers potential </a:t>
            </a:r>
            <a:r>
              <a:rPr lang="en-US" sz="3600"/>
              <a:t>solutions.</a:t>
            </a:r>
            <a:endParaRPr/>
          </a:p>
          <a:p>
            <a:pPr marL="0" indent="0" algn="just">
              <a:buNone/>
              <a:defRPr/>
            </a:pPr>
            <a:r>
              <a:rPr lang="en-US" sz="3200" b="1">
                <a:solidFill>
                  <a:srgbClr val="FF0000"/>
                </a:solidFill>
              </a:rPr>
              <a:t>Problem:</a:t>
            </a:r>
            <a:r>
              <a:rPr lang="en-US" sz="3200">
                <a:solidFill>
                  <a:srgbClr val="FF0000"/>
                </a:solidFill>
              </a:rPr>
              <a:t> Many students struggle to access quality education due to financial constraints and geographical barriers. This educational gap limits opportunities for personal and professional </a:t>
            </a:r>
            <a:r>
              <a:rPr lang="en-US" sz="3200">
                <a:solidFill>
                  <a:srgbClr val="FF0000"/>
                </a:solidFill>
              </a:rPr>
              <a:t>growth.</a:t>
            </a:r>
            <a:endParaRPr/>
          </a:p>
          <a:p>
            <a:pPr marL="0" indent="0" algn="just">
              <a:buNone/>
              <a:defRPr/>
            </a:pPr>
            <a:r>
              <a:rPr lang="en-US" sz="3200" b="1">
                <a:solidFill>
                  <a:srgbClr val="00B050"/>
                </a:solidFill>
              </a:rPr>
              <a:t>Solution</a:t>
            </a:r>
            <a:r>
              <a:rPr lang="en-US" sz="3200" b="1">
                <a:solidFill>
                  <a:srgbClr val="00B050"/>
                </a:solidFill>
              </a:rPr>
              <a:t>:</a:t>
            </a:r>
            <a:r>
              <a:rPr lang="en-US" sz="3200">
                <a:solidFill>
                  <a:srgbClr val="00B050"/>
                </a:solidFill>
              </a:rPr>
              <a:t> </a:t>
            </a:r>
            <a:r>
              <a:rPr lang="en-US" sz="3200" i="1">
                <a:solidFill>
                  <a:srgbClr val="00B050"/>
                </a:solidFill>
              </a:rPr>
              <a:t>One solution is expanding online learning platforms, making quality education more accessible to students worldwide. Schools and governments can also provide low-cost or free internet access to underprivileged communities. Additionally, scholarship programs can support students who lack financial resources.</a:t>
            </a:r>
            <a:endParaRPr lang="en-US" sz="3200">
              <a:solidFill>
                <a:srgbClr val="00B050"/>
              </a:solidFill>
            </a:endParaRPr>
          </a:p>
          <a:p>
            <a:pPr marL="0" indent="0">
              <a:buNone/>
              <a:defRPr/>
            </a:pPr>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60821768" name="Title 1"/>
          <p:cNvSpPr>
            <a:spLocks noGrp="1"/>
          </p:cNvSpPr>
          <p:nvPr>
            <p:ph type="title"/>
          </p:nvPr>
        </p:nvSpPr>
        <p:spPr bwMode="auto">
          <a:xfrm>
            <a:off x="838200" y="365126"/>
            <a:ext cx="10515600" cy="1154186"/>
          </a:xfrm>
        </p:spPr>
        <p:txBody>
          <a:bodyPr>
            <a:normAutofit fontScale="90000"/>
          </a:bodyPr>
          <a:lstStyle/>
          <a:p>
            <a:pPr algn="ctr">
              <a:defRPr/>
            </a:pPr>
            <a:r>
              <a:rPr lang="en-US" sz="6000" b="1">
                <a:solidFill>
                  <a:schemeClr val="tx1">
                    <a:lumMod val="75000"/>
                    <a:lumOff val="25000"/>
                  </a:schemeClr>
                </a:solidFill>
                <a:latin typeface="Candara"/>
                <a:cs typeface="Arial"/>
              </a:rPr>
              <a:t>Writing for Comparison/Contrast</a:t>
            </a:r>
            <a:br>
              <a:rPr lang="en-US" b="1">
                <a:solidFill>
                  <a:schemeClr val="tx1">
                    <a:lumMod val="75000"/>
                    <a:lumOff val="25000"/>
                  </a:schemeClr>
                </a:solidFill>
                <a:latin typeface="Candara"/>
                <a:cs typeface="Arial"/>
              </a:rPr>
            </a:br>
            <a:endParaRPr lang="en-US"/>
          </a:p>
        </p:txBody>
      </p:sp>
      <p:sp>
        <p:nvSpPr>
          <p:cNvPr id="2080565333" name="Content Placeholder 2"/>
          <p:cNvSpPr>
            <a:spLocks noGrp="1"/>
          </p:cNvSpPr>
          <p:nvPr>
            <p:ph idx="1"/>
          </p:nvPr>
        </p:nvSpPr>
        <p:spPr bwMode="auto">
          <a:xfrm>
            <a:off x="168811" y="998806"/>
            <a:ext cx="11760591" cy="5683348"/>
          </a:xfrm>
        </p:spPr>
        <p:txBody>
          <a:bodyPr>
            <a:normAutofit fontScale="70000" lnSpcReduction="20000"/>
          </a:bodyPr>
          <a:lstStyle/>
          <a:p>
            <a:pPr>
              <a:defRPr/>
            </a:pPr>
            <a:r>
              <a:rPr lang="en-US" sz="4600">
                <a:solidFill>
                  <a:schemeClr val="tx1">
                    <a:lumMod val="75000"/>
                    <a:lumOff val="25000"/>
                  </a:schemeClr>
                </a:solidFill>
                <a:cs typeface="Arial"/>
              </a:rPr>
              <a:t>To provide a comparative analysis</a:t>
            </a:r>
            <a:r>
              <a:rPr lang="en-US" sz="4600">
                <a:solidFill>
                  <a:schemeClr val="tx1">
                    <a:lumMod val="75000"/>
                    <a:lumOff val="25000"/>
                  </a:schemeClr>
                </a:solidFill>
                <a:cs typeface="Arial"/>
              </a:rPr>
              <a:t>.</a:t>
            </a:r>
            <a:endParaRPr/>
          </a:p>
          <a:p>
            <a:pPr marL="0" indent="0">
              <a:buNone/>
              <a:defRPr/>
            </a:pPr>
            <a:r>
              <a:rPr lang="en-US" sz="4100" b="1">
                <a:solidFill>
                  <a:srgbClr val="FF0000"/>
                </a:solidFill>
              </a:rPr>
              <a:t>Public Schools</a:t>
            </a:r>
            <a:br>
              <a:rPr lang="en-US" sz="4100">
                <a:solidFill>
                  <a:srgbClr val="FF0000"/>
                </a:solidFill>
              </a:rPr>
            </a:br>
            <a:r>
              <a:rPr lang="en-US" sz="4100">
                <a:solidFill>
                  <a:srgbClr val="FF0000"/>
                </a:solidFill>
              </a:rPr>
              <a:t>"Public schools are government-funded and open to all students, making them more accessible. They offer diverse student populations, exposing children to different cultures and backgrounds. However, they often have larger class sizes, which can make it challenging for teachers to provide individual attention."</a:t>
            </a:r>
            <a:endParaRPr/>
          </a:p>
          <a:p>
            <a:pPr marL="0" indent="0">
              <a:buNone/>
              <a:defRPr/>
            </a:pPr>
            <a:r>
              <a:rPr lang="en-US" sz="4100" b="1"/>
              <a:t>Private Schools</a:t>
            </a:r>
            <a:br>
              <a:rPr lang="en-US" sz="4100"/>
            </a:br>
            <a:r>
              <a:rPr lang="en-US" sz="4100"/>
              <a:t>"Private schools, on the other hand, charge tuition and often have smaller class sizes, allowing for a more personalized education. They may offer specialized curriculums or religious education. However, the cost can be a barrier for many families, and admission is selective."</a:t>
            </a:r>
            <a:endParaRPr/>
          </a:p>
          <a:p>
            <a:pPr marL="0" indent="0">
              <a:buNone/>
              <a:defRPr/>
            </a:pPr>
            <a:r>
              <a:rPr lang="en-US" sz="4100" b="1"/>
              <a:t>Conclusion</a:t>
            </a:r>
            <a:endParaRPr/>
          </a:p>
          <a:p>
            <a:pPr marL="0" indent="0" algn="just">
              <a:buNone/>
              <a:defRPr/>
            </a:pPr>
            <a:r>
              <a:rPr lang="en-US" sz="4600">
                <a:solidFill>
                  <a:srgbClr val="FF0000"/>
                </a:solidFill>
              </a:rPr>
              <a:t>Both </a:t>
            </a:r>
            <a:r>
              <a:rPr lang="en-US" sz="4600">
                <a:solidFill>
                  <a:srgbClr val="FF0000"/>
                </a:solidFill>
              </a:rPr>
              <a:t>public and private schools offer quality education, but the choice depends on financial factors, class size preferences, and specific academic needs.</a:t>
            </a:r>
            <a:endParaRPr/>
          </a:p>
          <a:p>
            <a:pPr marL="0" indent="0">
              <a:buNone/>
              <a:defRPr/>
            </a:pPr>
            <a:endParaRPr lang="en-US" sz="3600">
              <a:solidFill>
                <a:schemeClr val="tx1">
                  <a:lumMod val="75000"/>
                  <a:lumOff val="25000"/>
                </a:schemeClr>
              </a:solidFill>
              <a:cs typeface="Arial"/>
            </a:endParaRPr>
          </a:p>
          <a:p>
            <a:pPr marL="0" indent="0">
              <a:buNone/>
              <a:defRPr/>
            </a:pPr>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02951084" name="TextBox 1"/>
          <p:cNvSpPr txBox="1"/>
          <p:nvPr/>
        </p:nvSpPr>
        <p:spPr bwMode="auto">
          <a:xfrm>
            <a:off x="1026941" y="351692"/>
            <a:ext cx="10156873" cy="1323439"/>
          </a:xfrm>
          <a:prstGeom prst="rect">
            <a:avLst/>
          </a:prstGeom>
          <a:noFill/>
        </p:spPr>
        <p:txBody>
          <a:bodyPr wrap="square" rtlCol="0">
            <a:spAutoFit/>
          </a:bodyPr>
          <a:lstStyle/>
          <a:p>
            <a:pPr>
              <a:defRPr/>
            </a:pPr>
            <a:r>
              <a:rPr lang="en-US" sz="8000" b="1"/>
              <a:t>Pre-writing vs Drafting </a:t>
            </a:r>
            <a:endParaRPr lang="en-US" sz="8000" b="1"/>
          </a:p>
        </p:txBody>
      </p:sp>
      <p:grpSp>
        <p:nvGrpSpPr>
          <p:cNvPr id="751088568" name="Group 2"/>
          <p:cNvGrpSpPr/>
          <p:nvPr/>
        </p:nvGrpSpPr>
        <p:grpSpPr bwMode="auto">
          <a:xfrm>
            <a:off x="0" y="1675131"/>
            <a:ext cx="5071091" cy="3866056"/>
            <a:chOff x="1640" y="376"/>
            <a:chExt cx="3464719" cy="3464718"/>
          </a:xfrm>
          <a:solidFill>
            <a:srgbClr val="C00000"/>
          </a:solidFill>
        </p:grpSpPr>
        <p:sp>
          <p:nvSpPr>
            <p:cNvPr id="4" name="Up Arrow 3"/>
            <p:cNvSpPr/>
            <p:nvPr/>
          </p:nvSpPr>
          <p:spPr bwMode="auto">
            <a:xfrm rot="16199999">
              <a:off x="1640" y="376"/>
              <a:ext cx="3464718" cy="3464718"/>
            </a:xfrm>
            <a:prstGeom prst="upArrow">
              <a:avLst>
                <a:gd name="adj1" fmla="val 50000"/>
                <a:gd name="adj2" fmla="val 35000"/>
              </a:avLst>
            </a:prstGeom>
            <a:grp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sp>
        <p:sp>
          <p:nvSpPr>
            <p:cNvPr id="5" name="Up Arrow 4"/>
            <p:cNvSpPr txBox="1"/>
            <p:nvPr/>
          </p:nvSpPr>
          <p:spPr bwMode="auto">
            <a:xfrm rot="21600000">
              <a:off x="607968" y="866554"/>
              <a:ext cx="2858392" cy="1732359"/>
            </a:xfrm>
            <a:prstGeom prst="rect">
              <a:avLst/>
            </a:prstGeom>
            <a:grpFill/>
          </p:spPr>
          <p:style>
            <a:lnRef idx="0">
              <a:srgbClr val="000000"/>
            </a:lnRef>
            <a:fillRef idx="0">
              <a:srgbClr val="000000"/>
            </a:fillRef>
            <a:effectRef idx="0">
              <a:srgbClr val="000000"/>
            </a:effectRef>
            <a:fontRef idx="minor">
              <a:schemeClr val="lt1"/>
            </a:fontRef>
          </p:style>
          <p:txBody>
            <a:bodyPr spcFirstLastPara="0" vert="horz" wrap="square" lIns="199136" tIns="199136" rIns="199136" bIns="199136" numCol="1" spcCol="1270" anchor="ctr" anchorCtr="0">
              <a:noAutofit/>
            </a:bodyPr>
            <a:lstStyle/>
            <a:p>
              <a:pPr lvl="0" algn="ctr" defTabSz="1244600">
                <a:lnSpc>
                  <a:spcPct val="90000"/>
                </a:lnSpc>
                <a:spcBef>
                  <a:spcPts val="0"/>
                </a:spcBef>
                <a:spcAft>
                  <a:spcPts val="0"/>
                </a:spcAft>
                <a:defRPr/>
              </a:pPr>
              <a:r>
                <a:rPr lang="en-US" sz="3600"/>
                <a:t>Brainstorming, researching, and outlining</a:t>
              </a:r>
              <a:endParaRPr lang="en-US" sz="3600"/>
            </a:p>
          </p:txBody>
        </p:sp>
      </p:grpSp>
      <p:grpSp>
        <p:nvGrpSpPr>
          <p:cNvPr id="1442172352" name="Group 5"/>
          <p:cNvGrpSpPr/>
          <p:nvPr/>
        </p:nvGrpSpPr>
        <p:grpSpPr bwMode="auto">
          <a:xfrm rot="5400000">
            <a:off x="7240437" y="992896"/>
            <a:ext cx="3866052" cy="5230525"/>
            <a:chOff x="2331640" y="376"/>
            <a:chExt cx="3464718" cy="3464718"/>
          </a:xfrm>
        </p:grpSpPr>
        <p:sp>
          <p:nvSpPr>
            <p:cNvPr id="7" name="Up Arrow 6"/>
            <p:cNvSpPr/>
            <p:nvPr/>
          </p:nvSpPr>
          <p:spPr bwMode="auto">
            <a:xfrm>
              <a:off x="2331640" y="376"/>
              <a:ext cx="3464718" cy="3464718"/>
            </a:xfrm>
            <a:prstGeom prst="upArrow">
              <a:avLst>
                <a:gd name="adj1" fmla="val 50000"/>
                <a:gd name="adj2" fmla="val 35000"/>
              </a:avLst>
            </a:prstGeom>
            <a:solidFill>
              <a:srgbClr val="FF0000"/>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sp>
        <p:sp>
          <p:nvSpPr>
            <p:cNvPr id="8" name="Up Arrow 4"/>
            <p:cNvSpPr txBox="1"/>
            <p:nvPr/>
          </p:nvSpPr>
          <p:spPr bwMode="auto">
            <a:xfrm>
              <a:off x="3197820" y="606702"/>
              <a:ext cx="1732359" cy="2858392"/>
            </a:xfrm>
            <a:prstGeom prst="rect">
              <a:avLst/>
            </a:prstGeom>
            <a:solidFill>
              <a:srgbClr val="FF0000"/>
            </a:solidFill>
          </p:spPr>
          <p:style>
            <a:lnRef idx="0">
              <a:srgbClr val="000000"/>
            </a:lnRef>
            <a:fillRef idx="0">
              <a:srgbClr val="000000"/>
            </a:fillRef>
            <a:effectRef idx="0">
              <a:srgbClr val="000000"/>
            </a:effectRef>
            <a:fontRef idx="minor">
              <a:schemeClr val="lt1"/>
            </a:fontRef>
          </p:style>
          <p:txBody>
            <a:bodyPr spcFirstLastPara="0" vert="vert270" wrap="square" lIns="177800" tIns="177800" rIns="177800" bIns="177800" numCol="1" spcCol="1270" anchor="ctr" anchorCtr="0">
              <a:noAutofit/>
            </a:bodyPr>
            <a:lstStyle/>
            <a:p>
              <a:pPr lvl="0" algn="ctr" defTabSz="1111250">
                <a:lnSpc>
                  <a:spcPct val="90000"/>
                </a:lnSpc>
                <a:spcBef>
                  <a:spcPts val="0"/>
                </a:spcBef>
                <a:spcAft>
                  <a:spcPts val="0"/>
                </a:spcAft>
                <a:defRPr/>
              </a:pPr>
              <a:r>
                <a:rPr lang="en-US" sz="3200"/>
                <a:t>Turning ideas into a structured written form</a:t>
              </a:r>
              <a:endParaRPr lang="en-US" sz="3200"/>
            </a:p>
          </p:txBody>
        </p:sp>
      </p:gr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3146642" name="Title 1"/>
          <p:cNvSpPr>
            <a:spLocks noGrp="1"/>
          </p:cNvSpPr>
          <p:nvPr>
            <p:ph type="title"/>
          </p:nvPr>
        </p:nvSpPr>
        <p:spPr bwMode="auto">
          <a:xfrm>
            <a:off x="725658" y="56884"/>
            <a:ext cx="10515600" cy="1325563"/>
          </a:xfrm>
        </p:spPr>
        <p:txBody>
          <a:bodyPr>
            <a:normAutofit fontScale="90000"/>
          </a:bodyPr>
          <a:lstStyle/>
          <a:p>
            <a:pPr algn="ctr">
              <a:defRPr/>
            </a:pPr>
            <a:r>
              <a:rPr lang="en-US" sz="6700" b="1"/>
              <a:t>Types of Drafts</a:t>
            </a:r>
            <a:br>
              <a:rPr lang="en-US" b="1"/>
            </a:br>
            <a:endParaRPr lang="en-US"/>
          </a:p>
        </p:txBody>
      </p:sp>
      <p:graphicFrame>
        <p:nvGraphicFramePr>
          <p:cNvPr id="759630774" name="Diagram 3"/>
          <p:cNvGraphicFramePr>
            <a:graphicFrameLocks xmlns:a="http://schemas.openxmlformats.org/drawingml/2006/main"/>
          </p:cNvGraphicFramePr>
          <p:nvPr/>
        </p:nvGraphicFramePr>
        <p:xfrm>
          <a:off x="0" y="719666"/>
          <a:ext cx="12192000" cy="6032826"/>
          <a:chOff x="0" y="0"/>
          <a:chExt cx="12192000" cy="6032826"/>
        </p:xfrm>
        <a:graphic>
          <a:graphicData uri="http://schemas.openxmlformats.org/drawingml/2006/diagram">
            <dgm:relIds xmlns:dgm="http://schemas.openxmlformats.org/drawingml/2006/diagram" xmlns:r="http://schemas.openxmlformats.org/officeDocument/2006/relationships" r:dm="rId4" r:lo="rId6" r:qs="rId7" r:cs="rId5"/>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61019035" name="TextBox 1"/>
          <p:cNvSpPr txBox="1"/>
          <p:nvPr/>
        </p:nvSpPr>
        <p:spPr bwMode="auto">
          <a:xfrm>
            <a:off x="1" y="1350498"/>
            <a:ext cx="11226018" cy="2308324"/>
          </a:xfrm>
          <a:prstGeom prst="rect">
            <a:avLst/>
          </a:prstGeom>
          <a:noFill/>
        </p:spPr>
        <p:txBody>
          <a:bodyPr wrap="square" rtlCol="0">
            <a:spAutoFit/>
          </a:bodyPr>
          <a:lstStyle/>
          <a:p>
            <a:pPr marL="571500" indent="-571500" algn="just">
              <a:buFont typeface="Arial"/>
              <a:buChar char="•"/>
              <a:defRPr/>
            </a:pPr>
            <a:r>
              <a:rPr lang="en-US" sz="3600"/>
              <a:t>It is a </a:t>
            </a:r>
            <a:r>
              <a:rPr lang="en-US" sz="3600"/>
              <a:t>piece of text, </a:t>
            </a:r>
            <a:r>
              <a:rPr lang="en-US" sz="3600" b="1">
                <a:solidFill>
                  <a:srgbClr val="002060"/>
                </a:solidFill>
              </a:rPr>
              <a:t>a formal suggestion, or a drawing in its original state</a:t>
            </a:r>
            <a:r>
              <a:rPr lang="en-US" sz="3600"/>
              <a:t>, often </a:t>
            </a:r>
            <a:r>
              <a:rPr lang="en-US" sz="3600"/>
              <a:t>but </a:t>
            </a:r>
            <a:r>
              <a:rPr lang="en-US" sz="3600">
                <a:solidFill>
                  <a:srgbClr val="C00000"/>
                </a:solidFill>
              </a:rPr>
              <a:t>not </a:t>
            </a:r>
            <a:r>
              <a:rPr lang="en-US" sz="3600">
                <a:solidFill>
                  <a:srgbClr val="C00000"/>
                </a:solidFill>
              </a:rPr>
              <a:t>the developed form. </a:t>
            </a:r>
            <a:r>
              <a:rPr lang="en-US" sz="3600" b="1">
                <a:solidFill>
                  <a:srgbClr val="C00000"/>
                </a:solidFill>
              </a:rPr>
              <a:t>containing the main ideas and </a:t>
            </a:r>
            <a:r>
              <a:rPr lang="en-US" sz="3600" b="1">
                <a:solidFill>
                  <a:srgbClr val="C00000"/>
                </a:solidFill>
              </a:rPr>
              <a:t>intentions.</a:t>
            </a:r>
            <a:endParaRPr/>
          </a:p>
          <a:p>
            <a:pPr algn="just">
              <a:defRPr/>
            </a:pPr>
            <a:endParaRPr lang="en-US" sz="3600">
              <a:solidFill>
                <a:srgbClr val="C00000"/>
              </a:solidFill>
            </a:endParaRPr>
          </a:p>
        </p:txBody>
      </p:sp>
      <p:sp>
        <p:nvSpPr>
          <p:cNvPr id="1115425977" name="TextBox 2"/>
          <p:cNvSpPr txBox="1"/>
          <p:nvPr/>
        </p:nvSpPr>
        <p:spPr bwMode="auto">
          <a:xfrm>
            <a:off x="1378633" y="154744"/>
            <a:ext cx="9622301" cy="1015663"/>
          </a:xfrm>
          <a:prstGeom prst="rect">
            <a:avLst/>
          </a:prstGeom>
          <a:noFill/>
        </p:spPr>
        <p:txBody>
          <a:bodyPr wrap="square" rtlCol="0">
            <a:spAutoFit/>
          </a:bodyPr>
          <a:lstStyle/>
          <a:p>
            <a:pPr algn="ctr">
              <a:defRPr/>
            </a:pPr>
            <a:r>
              <a:rPr lang="en-US" sz="6000" b="1"/>
              <a:t>Rough Draft</a:t>
            </a:r>
            <a:endParaRPr/>
          </a:p>
        </p:txBody>
      </p:sp>
      <p:pic>
        <p:nvPicPr>
          <p:cNvPr id="1143312103" name="Image 0" descr="preencoded.png"/>
          <p:cNvPicPr>
            <a:picLocks noChangeAspect="1"/>
          </p:cNvPicPr>
          <p:nvPr/>
        </p:nvPicPr>
        <p:blipFill>
          <a:blip r:embed="rId3"/>
          <a:stretch/>
        </p:blipFill>
        <p:spPr bwMode="auto">
          <a:xfrm>
            <a:off x="0" y="3376247"/>
            <a:ext cx="12182620" cy="3481754"/>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06368183" name="Title 1"/>
          <p:cNvSpPr>
            <a:spLocks noGrp="1"/>
          </p:cNvSpPr>
          <p:nvPr>
            <p:ph type="title"/>
          </p:nvPr>
        </p:nvSpPr>
        <p:spPr bwMode="auto">
          <a:xfrm>
            <a:off x="838200" y="365125"/>
            <a:ext cx="10515600" cy="1168253"/>
          </a:xfrm>
        </p:spPr>
        <p:txBody>
          <a:bodyPr>
            <a:normAutofit fontScale="90000"/>
          </a:bodyPr>
          <a:lstStyle/>
          <a:p>
            <a:pPr algn="ctr">
              <a:defRPr/>
            </a:pPr>
            <a:r>
              <a:rPr lang="en-US" sz="6000" b="1">
                <a:solidFill>
                  <a:schemeClr val="tx1">
                    <a:lumMod val="75000"/>
                    <a:lumOff val="25000"/>
                  </a:schemeClr>
                </a:solidFill>
                <a:latin typeface="Candara"/>
                <a:cs typeface="Arial"/>
              </a:rPr>
              <a:t>Rough Draft</a:t>
            </a:r>
            <a:br>
              <a:rPr lang="en-US" b="1">
                <a:solidFill>
                  <a:schemeClr val="tx1">
                    <a:lumMod val="75000"/>
                    <a:lumOff val="25000"/>
                  </a:schemeClr>
                </a:solidFill>
                <a:latin typeface="Candara"/>
                <a:cs typeface="Arial"/>
              </a:rPr>
            </a:br>
            <a:endParaRPr lang="en-US"/>
          </a:p>
        </p:txBody>
      </p:sp>
      <p:sp>
        <p:nvSpPr>
          <p:cNvPr id="1034788604" name="Content Placeholder 2"/>
          <p:cNvSpPr>
            <a:spLocks noGrp="1"/>
          </p:cNvSpPr>
          <p:nvPr>
            <p:ph idx="1"/>
          </p:nvPr>
        </p:nvSpPr>
        <p:spPr bwMode="auto">
          <a:xfrm>
            <a:off x="98474" y="1533378"/>
            <a:ext cx="11774658" cy="5205047"/>
          </a:xfrm>
        </p:spPr>
        <p:txBody>
          <a:bodyPr>
            <a:normAutofit lnSpcReduction="10000"/>
          </a:bodyPr>
          <a:lstStyle/>
          <a:p>
            <a:pPr marL="457200" lvl="1" indent="0" algn="just">
              <a:lnSpc>
                <a:spcPct val="150000"/>
              </a:lnSpc>
              <a:spcBef>
                <a:spcPts val="600"/>
              </a:spcBef>
              <a:buNone/>
              <a:tabLst>
                <a:tab pos="454025" algn="l"/>
                <a:tab pos="911225" algn="l"/>
                <a:tab pos="1368425" algn="l"/>
                <a:tab pos="1825625" algn="l"/>
                <a:tab pos="2282825" algn="l"/>
                <a:tab pos="2740024" algn="l"/>
                <a:tab pos="3197225" algn="l"/>
                <a:tab pos="3654425" algn="l"/>
                <a:tab pos="4111625" algn="l"/>
                <a:tab pos="4568825" algn="l"/>
                <a:tab pos="5026025" algn="l"/>
                <a:tab pos="5483225" algn="l"/>
                <a:tab pos="5940425" algn="l"/>
                <a:tab pos="6397625" algn="l"/>
                <a:tab pos="6854825" algn="l"/>
                <a:tab pos="7312025" algn="l"/>
                <a:tab pos="7769225" algn="l"/>
                <a:tab pos="8226425" algn="l"/>
                <a:tab pos="8683625" algn="l"/>
                <a:tab pos="9140825" algn="l"/>
              </a:tabLst>
              <a:defRPr/>
            </a:pPr>
            <a:r>
              <a:rPr lang="en-GB" sz="3200">
                <a:solidFill>
                  <a:schemeClr val="tx1">
                    <a:lumMod val="75000"/>
                    <a:lumOff val="25000"/>
                  </a:schemeClr>
                </a:solidFill>
                <a:cs typeface="Arial"/>
              </a:rPr>
              <a:t>You </a:t>
            </a:r>
            <a:r>
              <a:rPr lang="en-GB" sz="3200">
                <a:solidFill>
                  <a:schemeClr val="tx1">
                    <a:lumMod val="75000"/>
                    <a:lumOff val="25000"/>
                  </a:schemeClr>
                </a:solidFill>
                <a:cs typeface="Arial"/>
              </a:rPr>
              <a:t>write a rough draft by letting the ideas flow freely and then craft a structure for your thoughts.</a:t>
            </a:r>
            <a:endParaRPr/>
          </a:p>
          <a:p>
            <a:pPr marL="1257300" lvl="2" indent="-342900" algn="just">
              <a:lnSpc>
                <a:spcPct val="150000"/>
              </a:lnSpc>
              <a:spcBef>
                <a:spcPts val="600"/>
              </a:spcBef>
              <a:buFont typeface="Courier New"/>
              <a:buChar char="o"/>
              <a:tabLst>
                <a:tab pos="454025" algn="l"/>
                <a:tab pos="911225" algn="l"/>
                <a:tab pos="1368425" algn="l"/>
                <a:tab pos="1825625" algn="l"/>
                <a:tab pos="2282825" algn="l"/>
                <a:tab pos="2740024" algn="l"/>
                <a:tab pos="3197225" algn="l"/>
                <a:tab pos="3654425" algn="l"/>
                <a:tab pos="4111625" algn="l"/>
                <a:tab pos="4568825" algn="l"/>
                <a:tab pos="5026025" algn="l"/>
                <a:tab pos="5483225" algn="l"/>
                <a:tab pos="5940425" algn="l"/>
                <a:tab pos="6397625" algn="l"/>
                <a:tab pos="6854825" algn="l"/>
                <a:tab pos="7312025" algn="l"/>
                <a:tab pos="7769225" algn="l"/>
                <a:tab pos="8226425" algn="l"/>
                <a:tab pos="8683625" algn="l"/>
                <a:tab pos="9140825" algn="l"/>
              </a:tabLst>
              <a:defRPr/>
            </a:pPr>
            <a:r>
              <a:rPr lang="en-GB" sz="3200">
                <a:solidFill>
                  <a:srgbClr val="FF0000"/>
                </a:solidFill>
                <a:cs typeface="Arial"/>
              </a:rPr>
              <a:t>Follow a specific structure.</a:t>
            </a:r>
            <a:endParaRPr/>
          </a:p>
          <a:p>
            <a:pPr marL="1257300" lvl="2" indent="-342900" algn="just">
              <a:lnSpc>
                <a:spcPct val="150000"/>
              </a:lnSpc>
              <a:spcBef>
                <a:spcPts val="600"/>
              </a:spcBef>
              <a:buFont typeface="Courier New"/>
              <a:buChar char="o"/>
              <a:tabLst>
                <a:tab pos="454025" algn="l"/>
                <a:tab pos="911225" algn="l"/>
                <a:tab pos="1368425" algn="l"/>
                <a:tab pos="1825625" algn="l"/>
                <a:tab pos="2282825" algn="l"/>
                <a:tab pos="2740024" algn="l"/>
                <a:tab pos="3197225" algn="l"/>
                <a:tab pos="3654425" algn="l"/>
                <a:tab pos="4111625" algn="l"/>
                <a:tab pos="4568825" algn="l"/>
                <a:tab pos="5026025" algn="l"/>
                <a:tab pos="5483225" algn="l"/>
                <a:tab pos="5940425" algn="l"/>
                <a:tab pos="6397625" algn="l"/>
                <a:tab pos="6854825" algn="l"/>
                <a:tab pos="7312025" algn="l"/>
                <a:tab pos="7769225" algn="l"/>
                <a:tab pos="8226425" algn="l"/>
                <a:tab pos="8683625" algn="l"/>
                <a:tab pos="9140825" algn="l"/>
              </a:tabLst>
              <a:defRPr/>
            </a:pPr>
            <a:r>
              <a:rPr lang="en-GB" sz="3200">
                <a:solidFill>
                  <a:srgbClr val="FF0000"/>
                </a:solidFill>
                <a:cs typeface="Arial"/>
              </a:rPr>
              <a:t>Alternatively, restructure your ideas to follow a certain order.</a:t>
            </a:r>
            <a:endParaRPr/>
          </a:p>
          <a:p>
            <a:pPr marL="1257300" lvl="2" indent="-342900" algn="just">
              <a:lnSpc>
                <a:spcPct val="150000"/>
              </a:lnSpc>
              <a:spcBef>
                <a:spcPts val="600"/>
              </a:spcBef>
              <a:buFont typeface="Courier New"/>
              <a:buChar char="o"/>
              <a:tabLst>
                <a:tab pos="454025" algn="l"/>
                <a:tab pos="911225" algn="l"/>
                <a:tab pos="1368425" algn="l"/>
                <a:tab pos="1825625" algn="l"/>
                <a:tab pos="2282825" algn="l"/>
                <a:tab pos="2740024" algn="l"/>
                <a:tab pos="3197225" algn="l"/>
                <a:tab pos="3654425" algn="l"/>
                <a:tab pos="4111625" algn="l"/>
                <a:tab pos="4568825" algn="l"/>
                <a:tab pos="5026025" algn="l"/>
                <a:tab pos="5483225" algn="l"/>
                <a:tab pos="5940425" algn="l"/>
                <a:tab pos="6397625" algn="l"/>
                <a:tab pos="6854825" algn="l"/>
                <a:tab pos="7312025" algn="l"/>
                <a:tab pos="7769225" algn="l"/>
                <a:tab pos="8226425" algn="l"/>
                <a:tab pos="8683625" algn="l"/>
                <a:tab pos="9140825" algn="l"/>
              </a:tabLst>
              <a:defRPr/>
            </a:pPr>
            <a:r>
              <a:rPr lang="en-GB" sz="3200">
                <a:solidFill>
                  <a:srgbClr val="FF0000"/>
                </a:solidFill>
                <a:cs typeface="Arial"/>
              </a:rPr>
              <a:t>A strong sense of organization that supports your main idea.</a:t>
            </a:r>
            <a:endParaRPr/>
          </a:p>
          <a:p>
            <a:pPr marL="1257300" lvl="2" indent="-342900" algn="just">
              <a:lnSpc>
                <a:spcPct val="150000"/>
              </a:lnSpc>
              <a:spcBef>
                <a:spcPts val="600"/>
              </a:spcBef>
              <a:buFont typeface="Courier New"/>
              <a:buChar char="o"/>
              <a:tabLst>
                <a:tab pos="454025" algn="l"/>
                <a:tab pos="911225" algn="l"/>
                <a:tab pos="1368425" algn="l"/>
                <a:tab pos="1825625" algn="l"/>
                <a:tab pos="2282825" algn="l"/>
                <a:tab pos="2740024" algn="l"/>
                <a:tab pos="3197225" algn="l"/>
                <a:tab pos="3654425" algn="l"/>
                <a:tab pos="4111625" algn="l"/>
                <a:tab pos="4568825" algn="l"/>
                <a:tab pos="5026025" algn="l"/>
                <a:tab pos="5483225" algn="l"/>
                <a:tab pos="5940425" algn="l"/>
                <a:tab pos="6397625" algn="l"/>
                <a:tab pos="6854825" algn="l"/>
                <a:tab pos="7312025" algn="l"/>
                <a:tab pos="7769225" algn="l"/>
                <a:tab pos="8226425" algn="l"/>
                <a:tab pos="8683625" algn="l"/>
                <a:tab pos="9140825" algn="l"/>
              </a:tabLst>
              <a:defRPr/>
            </a:pPr>
            <a:r>
              <a:rPr lang="en-GB" sz="3200">
                <a:solidFill>
                  <a:srgbClr val="FF0000"/>
                </a:solidFill>
                <a:cs typeface="Arial"/>
              </a:rPr>
              <a:t> You are clear about the reason to choose a specific structure for your ideas.</a:t>
            </a:r>
            <a:endParaRPr/>
          </a:p>
          <a:p>
            <a:pPr>
              <a:defRPr/>
            </a:pPr>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51319698" name="Picture 1"/>
          <p:cNvPicPr>
            <a:picLocks noChangeAspect="1"/>
          </p:cNvPicPr>
          <p:nvPr/>
        </p:nvPicPr>
        <p:blipFill>
          <a:blip r:embed="rId3"/>
          <a:stretch/>
        </p:blipFill>
        <p:spPr bwMode="auto">
          <a:xfrm>
            <a:off x="253218" y="-1"/>
            <a:ext cx="11718386" cy="6639951"/>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27311925" name="Title 1"/>
          <p:cNvSpPr>
            <a:spLocks noGrp="1"/>
          </p:cNvSpPr>
          <p:nvPr>
            <p:ph type="title"/>
          </p:nvPr>
        </p:nvSpPr>
        <p:spPr bwMode="auto"/>
        <p:txBody>
          <a:bodyPr>
            <a:normAutofit/>
          </a:bodyPr>
          <a:lstStyle/>
          <a:p>
            <a:pPr algn="ctr">
              <a:defRPr/>
            </a:pPr>
            <a:r>
              <a:rPr lang="en-US" sz="6000" b="1"/>
              <a:t>Working Draft</a:t>
            </a:r>
            <a:endParaRPr/>
          </a:p>
        </p:txBody>
      </p:sp>
      <p:sp>
        <p:nvSpPr>
          <p:cNvPr id="279829917" name="Content Placeholder 2"/>
          <p:cNvSpPr>
            <a:spLocks noGrp="1"/>
          </p:cNvSpPr>
          <p:nvPr>
            <p:ph idx="1"/>
          </p:nvPr>
        </p:nvSpPr>
        <p:spPr bwMode="auto"/>
        <p:txBody>
          <a:bodyPr>
            <a:normAutofit/>
          </a:bodyPr>
          <a:lstStyle/>
          <a:p>
            <a:pPr>
              <a:defRPr/>
            </a:pPr>
            <a:r>
              <a:rPr lang="en-US" sz="3200"/>
              <a:t>A "working draft" is a preliminary version of a document, </a:t>
            </a:r>
            <a:r>
              <a:rPr lang="en-US" sz="3200">
                <a:solidFill>
                  <a:schemeClr val="accent2"/>
                </a:solidFill>
              </a:rPr>
              <a:t>like a first draft or rough draft</a:t>
            </a:r>
            <a:r>
              <a:rPr lang="en-US" sz="3200"/>
              <a:t>, that is still in progress and subject to revisions and improvements. </a:t>
            </a:r>
            <a:endParaRPr lang="en-US" sz="3200"/>
          </a:p>
          <a:p>
            <a:pPr>
              <a:defRPr/>
            </a:pPr>
            <a:r>
              <a:rPr lang="en-US" sz="3200"/>
              <a:t>It's </a:t>
            </a:r>
            <a:r>
              <a:rPr lang="en-US" sz="3200"/>
              <a:t>a stage where ideas are </a:t>
            </a:r>
            <a:r>
              <a:rPr lang="en-US" sz="3200">
                <a:solidFill>
                  <a:srgbClr val="FF0000"/>
                </a:solidFill>
              </a:rPr>
              <a:t>fleshed out and the structure and content </a:t>
            </a:r>
            <a:r>
              <a:rPr lang="en-US" sz="3200"/>
              <a:t>are explored before the final product is </a:t>
            </a:r>
            <a:r>
              <a:rPr lang="en-US" sz="3200"/>
              <a:t>created.</a:t>
            </a:r>
            <a:endParaRPr lang="en-US" sz="32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37668852" name="Title 1"/>
          <p:cNvSpPr>
            <a:spLocks noGrp="1"/>
          </p:cNvSpPr>
          <p:nvPr>
            <p:ph type="title"/>
          </p:nvPr>
        </p:nvSpPr>
        <p:spPr bwMode="auto"/>
        <p:txBody>
          <a:bodyPr/>
          <a:lstStyle/>
          <a:p>
            <a:pPr>
              <a:defRPr/>
            </a:pPr>
            <a:endParaRPr lang="en-US"/>
          </a:p>
        </p:txBody>
      </p:sp>
      <p:pic>
        <p:nvPicPr>
          <p:cNvPr id="897751493" name="Content Placeholder 3"/>
          <p:cNvPicPr>
            <a:picLocks noChangeAspect="1" noGrp="1"/>
          </p:cNvPicPr>
          <p:nvPr>
            <p:ph idx="1"/>
          </p:nvPr>
        </p:nvPicPr>
        <p:blipFill>
          <a:blip r:embed="rId3"/>
          <a:stretch/>
        </p:blipFill>
        <p:spPr bwMode="auto">
          <a:xfrm>
            <a:off x="0" y="0"/>
            <a:ext cx="12191999" cy="8496886"/>
          </a:xfr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35059020" name="Title 1"/>
          <p:cNvSpPr>
            <a:spLocks noGrp="1"/>
          </p:cNvSpPr>
          <p:nvPr>
            <p:ph type="title"/>
          </p:nvPr>
        </p:nvSpPr>
        <p:spPr bwMode="auto"/>
        <p:txBody>
          <a:bodyPr>
            <a:normAutofit/>
          </a:bodyPr>
          <a:lstStyle/>
          <a:p>
            <a:pPr algn="ctr">
              <a:defRPr/>
            </a:pPr>
            <a:r>
              <a:rPr lang="en-US" sz="6000" b="1"/>
              <a:t>Final Draft </a:t>
            </a:r>
            <a:endParaRPr lang="en-US" sz="6000" b="1"/>
          </a:p>
        </p:txBody>
      </p:sp>
      <p:sp>
        <p:nvSpPr>
          <p:cNvPr id="1381683153" name="Content Placeholder 2"/>
          <p:cNvSpPr>
            <a:spLocks noGrp="1"/>
          </p:cNvSpPr>
          <p:nvPr>
            <p:ph idx="1"/>
          </p:nvPr>
        </p:nvSpPr>
        <p:spPr bwMode="auto">
          <a:xfrm>
            <a:off x="838200" y="1690688"/>
            <a:ext cx="10515600" cy="4486275"/>
          </a:xfrm>
        </p:spPr>
        <p:txBody>
          <a:bodyPr>
            <a:normAutofit/>
          </a:bodyPr>
          <a:lstStyle/>
          <a:p>
            <a:pPr algn="just">
              <a:defRPr/>
            </a:pPr>
            <a:r>
              <a:rPr lang="en-US" sz="3200"/>
              <a:t>A </a:t>
            </a:r>
            <a:r>
              <a:rPr lang="en-US" sz="3200" b="1">
                <a:solidFill>
                  <a:srgbClr val="FF0000"/>
                </a:solidFill>
              </a:rPr>
              <a:t>final draft</a:t>
            </a:r>
            <a:r>
              <a:rPr lang="en-US" sz="3200">
                <a:solidFill>
                  <a:srgbClr val="FF0000"/>
                </a:solidFill>
              </a:rPr>
              <a:t> </a:t>
            </a:r>
            <a:r>
              <a:rPr lang="en-US" sz="3200"/>
              <a:t>is the polished version of a piece of writing that has undergone revisions, proofreading, and editing. </a:t>
            </a:r>
            <a:endParaRPr lang="en-US" sz="3200"/>
          </a:p>
          <a:p>
            <a:pPr algn="just">
              <a:defRPr/>
            </a:pPr>
            <a:r>
              <a:rPr lang="en-US" sz="3200"/>
              <a:t>It </a:t>
            </a:r>
            <a:r>
              <a:rPr lang="en-US" sz="3200"/>
              <a:t>is the completed version that is ready for submission or </a:t>
            </a:r>
            <a:r>
              <a:rPr lang="en-US" sz="3200"/>
              <a:t>publication.</a:t>
            </a:r>
            <a:endParaRPr/>
          </a:p>
          <a:p>
            <a:pPr algn="just">
              <a:defRPr/>
            </a:pPr>
            <a:r>
              <a:rPr lang="en-US" sz="3200"/>
              <a:t>The </a:t>
            </a:r>
            <a:r>
              <a:rPr lang="en-US" sz="3200"/>
              <a:t>final draft should be </a:t>
            </a:r>
            <a:r>
              <a:rPr lang="en-US" sz="3200" b="1">
                <a:solidFill>
                  <a:srgbClr val="FF0000"/>
                </a:solidFill>
              </a:rPr>
              <a:t>well-organized, free of grammar and spelling errors, and clearly convey the intended message</a:t>
            </a:r>
            <a:r>
              <a:rPr lang="en-US" sz="3200">
                <a:solidFill>
                  <a:srgbClr val="FF0000"/>
                </a:solidFill>
              </a:rPr>
              <a: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60086366" name="Title 1"/>
          <p:cNvSpPr>
            <a:spLocks noGrp="1"/>
          </p:cNvSpPr>
          <p:nvPr>
            <p:ph type="title"/>
          </p:nvPr>
        </p:nvSpPr>
        <p:spPr bwMode="auto">
          <a:xfrm>
            <a:off x="838200" y="365125"/>
            <a:ext cx="10515600" cy="999441"/>
          </a:xfrm>
        </p:spPr>
        <p:txBody>
          <a:bodyPr>
            <a:normAutofit/>
          </a:bodyPr>
          <a:lstStyle/>
          <a:p>
            <a:pPr algn="ctr">
              <a:defRPr/>
            </a:pPr>
            <a:r>
              <a:rPr lang="en-US" sz="6000" b="1"/>
              <a:t>Examples of Final Draft </a:t>
            </a:r>
            <a:endParaRPr lang="en-US" sz="6000" b="1"/>
          </a:p>
        </p:txBody>
      </p:sp>
      <p:sp>
        <p:nvSpPr>
          <p:cNvPr id="642756270" name="Content Placeholder 2"/>
          <p:cNvSpPr>
            <a:spLocks noGrp="1"/>
          </p:cNvSpPr>
          <p:nvPr>
            <p:ph idx="1"/>
          </p:nvPr>
        </p:nvSpPr>
        <p:spPr bwMode="auto">
          <a:xfrm>
            <a:off x="838200" y="1364566"/>
            <a:ext cx="10515600" cy="4812397"/>
          </a:xfrm>
        </p:spPr>
        <p:txBody>
          <a:bodyPr/>
          <a:lstStyle/>
          <a:p>
            <a:pPr marL="0" indent="0">
              <a:buNone/>
              <a:defRPr/>
            </a:pPr>
            <a:r>
              <a:rPr lang="en-US" sz="3200" b="1"/>
              <a:t>First Draft:</a:t>
            </a:r>
            <a:br>
              <a:rPr lang="en-US" sz="3200"/>
            </a:br>
            <a:r>
              <a:rPr lang="en-US" sz="3200"/>
              <a:t>"Yesterday, I </a:t>
            </a:r>
            <a:r>
              <a:rPr lang="en-US" sz="3200">
                <a:solidFill>
                  <a:srgbClr val="FF0000"/>
                </a:solidFill>
              </a:rPr>
              <a:t>go</a:t>
            </a:r>
            <a:r>
              <a:rPr lang="en-US" sz="3200"/>
              <a:t> to the park and </a:t>
            </a:r>
            <a:r>
              <a:rPr lang="en-US" sz="3200">
                <a:solidFill>
                  <a:srgbClr val="FF0000"/>
                </a:solidFill>
              </a:rPr>
              <a:t>see</a:t>
            </a:r>
            <a:r>
              <a:rPr lang="en-US" sz="3200"/>
              <a:t> </a:t>
            </a:r>
            <a:r>
              <a:rPr lang="en-US" sz="3200" u="sng"/>
              <a:t>a dog. It was very cute, </a:t>
            </a:r>
            <a:r>
              <a:rPr lang="en-US" sz="3200"/>
              <a:t>and I pet it. </a:t>
            </a:r>
            <a:r>
              <a:rPr lang="en-US" sz="3200">
                <a:solidFill>
                  <a:srgbClr val="FF0000"/>
                </a:solidFill>
              </a:rPr>
              <a:t>Then I play soccer with my friends."</a:t>
            </a:r>
            <a:endParaRPr/>
          </a:p>
          <a:p>
            <a:pPr marL="0" indent="0">
              <a:buNone/>
              <a:defRPr/>
            </a:pPr>
            <a:r>
              <a:rPr lang="en-US" sz="3200" b="1"/>
              <a:t>Final Draft:</a:t>
            </a:r>
            <a:br>
              <a:rPr lang="en-US" sz="3200"/>
            </a:br>
            <a:r>
              <a:rPr lang="en-US" sz="3200"/>
              <a:t>"Yesterday, I went to the park and saw a cute dog. I petted it before joining my friends for a game of soccer."</a:t>
            </a:r>
            <a:endParaRPr/>
          </a:p>
          <a:p>
            <a:pPr marL="0" indent="0">
              <a:buNone/>
              <a:defRPr/>
            </a:pPr>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08283377" name="Title 1"/>
          <p:cNvSpPr>
            <a:spLocks noGrp="1"/>
          </p:cNvSpPr>
          <p:nvPr>
            <p:ph type="title"/>
          </p:nvPr>
        </p:nvSpPr>
        <p:spPr bwMode="auto"/>
        <p:txBody>
          <a:bodyPr>
            <a:normAutofit/>
          </a:bodyPr>
          <a:lstStyle/>
          <a:p>
            <a:pPr>
              <a:defRPr/>
            </a:pPr>
            <a:r>
              <a:rPr lang="en-US" sz="6000" b="1"/>
              <a:t>Examples </a:t>
            </a:r>
            <a:r>
              <a:rPr lang="en-US" sz="6000" b="1"/>
              <a:t>of Final Draft </a:t>
            </a:r>
            <a:endParaRPr lang="en-US" sz="6000"/>
          </a:p>
        </p:txBody>
      </p:sp>
      <p:sp>
        <p:nvSpPr>
          <p:cNvPr id="825054389" name="Content Placeholder 2"/>
          <p:cNvSpPr>
            <a:spLocks noGrp="1"/>
          </p:cNvSpPr>
          <p:nvPr>
            <p:ph idx="1"/>
          </p:nvPr>
        </p:nvSpPr>
        <p:spPr bwMode="auto"/>
        <p:txBody>
          <a:bodyPr/>
          <a:lstStyle/>
          <a:p>
            <a:pPr marL="0" indent="0">
              <a:buNone/>
              <a:defRPr/>
            </a:pPr>
            <a:r>
              <a:rPr lang="en-US" sz="3200" b="1"/>
              <a:t>First Draft:</a:t>
            </a:r>
            <a:br>
              <a:rPr lang="en-US" sz="3200"/>
            </a:br>
            <a:r>
              <a:rPr lang="en-US" sz="3200" i="1"/>
              <a:t>"School uniforms should be required because they help students focus. They also make everyone feel the same. People won’t worry about clothes, and it stops bullying."</a:t>
            </a:r>
            <a:endParaRPr lang="en-US" sz="3200"/>
          </a:p>
          <a:p>
            <a:pPr marL="0" indent="0">
              <a:buNone/>
              <a:defRPr/>
            </a:pPr>
            <a:r>
              <a:rPr lang="en-US" sz="3200" b="1"/>
              <a:t>Final Draft:</a:t>
            </a:r>
            <a:br>
              <a:rPr lang="en-US" sz="3200"/>
            </a:br>
            <a:r>
              <a:rPr lang="en-US" sz="3200" i="1">
                <a:solidFill>
                  <a:srgbClr val="FF0000"/>
                </a:solidFill>
              </a:rPr>
              <a:t>"Requiring school uniforms can improve students' focus by eliminating distractions related to clothing choices. Additionally, uniforms promote equality, reducing social pressure and bullying based on attire."</a:t>
            </a:r>
            <a:endParaRPr lang="en-US" sz="3200">
              <a:solidFill>
                <a:srgbClr val="FF0000"/>
              </a:solidFill>
            </a:endParaRPr>
          </a:p>
          <a:p>
            <a:pPr>
              <a:defRPr/>
            </a:pPr>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66063526" name="Title 1"/>
          <p:cNvSpPr>
            <a:spLocks noGrp="1"/>
          </p:cNvSpPr>
          <p:nvPr>
            <p:ph type="title"/>
          </p:nvPr>
        </p:nvSpPr>
        <p:spPr bwMode="auto"/>
        <p:txBody>
          <a:bodyPr>
            <a:normAutofit fontScale="90000"/>
          </a:bodyPr>
          <a:lstStyle/>
          <a:p>
            <a:pPr algn="ctr">
              <a:defRPr/>
            </a:pPr>
            <a:r>
              <a:rPr lang="en-US" sz="6000" b="1">
                <a:latin typeface="+mn-lt"/>
              </a:rPr>
              <a:t>Key Elements of a Draft</a:t>
            </a:r>
            <a:br>
              <a:rPr lang="en-US" b="1"/>
            </a:br>
            <a:endParaRPr lang="en-US"/>
          </a:p>
        </p:txBody>
      </p:sp>
      <p:sp>
        <p:nvSpPr>
          <p:cNvPr id="1106937298" name="Content Placeholder 2"/>
          <p:cNvSpPr>
            <a:spLocks noGrp="1"/>
          </p:cNvSpPr>
          <p:nvPr>
            <p:ph idx="1"/>
          </p:nvPr>
        </p:nvSpPr>
        <p:spPr bwMode="auto"/>
        <p:txBody>
          <a:bodyPr/>
          <a:lstStyle/>
          <a:p>
            <a:pPr>
              <a:defRPr/>
            </a:pPr>
            <a:r>
              <a:rPr lang="en-US" sz="4400"/>
              <a:t>Structure: Introduction, body, conclusion.</a:t>
            </a:r>
            <a:endParaRPr/>
          </a:p>
          <a:p>
            <a:pPr>
              <a:defRPr/>
            </a:pPr>
            <a:r>
              <a:rPr lang="en-US" sz="4400"/>
              <a:t>Content: Main ideas, supporting details, evidence.</a:t>
            </a:r>
            <a:endParaRPr/>
          </a:p>
          <a:p>
            <a:pPr>
              <a:defRPr/>
            </a:pPr>
            <a:r>
              <a:rPr lang="en-US" sz="4400"/>
              <a:t>Flow: Logical progression of ideas</a:t>
            </a:r>
            <a:r>
              <a:rPr lang="en-US" sz="4000"/>
              <a:t>.</a:t>
            </a:r>
            <a:endParaRPr/>
          </a:p>
          <a:p>
            <a:pPr>
              <a:defRPr/>
            </a:pPr>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69717185" name="Title 1"/>
          <p:cNvSpPr>
            <a:spLocks noGrp="1"/>
          </p:cNvSpPr>
          <p:nvPr>
            <p:ph type="title"/>
          </p:nvPr>
        </p:nvSpPr>
        <p:spPr bwMode="auto"/>
        <p:txBody>
          <a:bodyPr/>
          <a:lstStyle/>
          <a:p>
            <a:pPr>
              <a:defRPr/>
            </a:pPr>
            <a:r>
              <a:rPr lang="en-US" b="1"/>
              <a:t> Writing the Introduction</a:t>
            </a:r>
            <a:br>
              <a:rPr lang="en-US" b="1"/>
            </a:br>
            <a:endParaRPr lang="en-US"/>
          </a:p>
        </p:txBody>
      </p:sp>
      <p:sp>
        <p:nvSpPr>
          <p:cNvPr id="1350134133" name="Content Placeholder 2"/>
          <p:cNvSpPr>
            <a:spLocks noGrp="1"/>
          </p:cNvSpPr>
          <p:nvPr>
            <p:ph idx="1"/>
          </p:nvPr>
        </p:nvSpPr>
        <p:spPr bwMode="auto"/>
        <p:txBody>
          <a:bodyPr/>
          <a:lstStyle/>
          <a:p>
            <a:pPr>
              <a:defRPr/>
            </a:pPr>
            <a:r>
              <a:rPr lang="en-US" sz="4000"/>
              <a:t>Purpose: Hook the reader and present the main idea.</a:t>
            </a:r>
            <a:endParaRPr/>
          </a:p>
          <a:p>
            <a:pPr>
              <a:defRPr/>
            </a:pPr>
            <a:r>
              <a:rPr lang="en-US" sz="4000"/>
              <a:t>Techniques: Use a quote, question, or anecdote.</a:t>
            </a:r>
            <a:endParaRPr/>
          </a:p>
          <a:p>
            <a:pPr>
              <a:defRPr/>
            </a:pPr>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82886558" name="Title 1"/>
          <p:cNvSpPr>
            <a:spLocks noGrp="1"/>
          </p:cNvSpPr>
          <p:nvPr>
            <p:ph type="title"/>
          </p:nvPr>
        </p:nvSpPr>
        <p:spPr bwMode="auto"/>
        <p:txBody>
          <a:bodyPr/>
          <a:lstStyle/>
          <a:p>
            <a:pPr>
              <a:defRPr/>
            </a:pPr>
            <a:r>
              <a:rPr lang="en-US" b="1"/>
              <a:t>Developing the Body</a:t>
            </a:r>
            <a:br>
              <a:rPr lang="en-US" b="1"/>
            </a:br>
            <a:endParaRPr lang="en-US"/>
          </a:p>
        </p:txBody>
      </p:sp>
      <p:sp>
        <p:nvSpPr>
          <p:cNvPr id="122606081" name="Content Placeholder 2"/>
          <p:cNvSpPr>
            <a:spLocks noGrp="1"/>
          </p:cNvSpPr>
          <p:nvPr>
            <p:ph idx="1"/>
          </p:nvPr>
        </p:nvSpPr>
        <p:spPr bwMode="auto"/>
        <p:txBody>
          <a:bodyPr/>
          <a:lstStyle/>
          <a:p>
            <a:pPr>
              <a:defRPr/>
            </a:pPr>
            <a:r>
              <a:rPr lang="en-US" sz="3600"/>
              <a:t>Organize paragraphs by main ideas.</a:t>
            </a:r>
            <a:endParaRPr/>
          </a:p>
          <a:p>
            <a:pPr>
              <a:defRPr/>
            </a:pPr>
            <a:r>
              <a:rPr lang="en-US" sz="3600"/>
              <a:t>Use evidence (examples, data, quotes) to support arguments.</a:t>
            </a:r>
            <a:endParaRPr/>
          </a:p>
          <a:p>
            <a:pPr>
              <a:defRPr/>
            </a:pPr>
            <a:r>
              <a:rPr lang="en-US" sz="3600"/>
              <a:t>Ensure smooth transitions between paragraphs.</a:t>
            </a:r>
            <a:endParaRPr/>
          </a:p>
          <a:p>
            <a:pPr>
              <a:defRPr/>
            </a:pPr>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6975452" name="Title 1"/>
          <p:cNvSpPr>
            <a:spLocks noGrp="1"/>
          </p:cNvSpPr>
          <p:nvPr>
            <p:ph type="title"/>
          </p:nvPr>
        </p:nvSpPr>
        <p:spPr bwMode="auto"/>
        <p:txBody>
          <a:bodyPr>
            <a:normAutofit fontScale="90000"/>
          </a:bodyPr>
          <a:lstStyle/>
          <a:p>
            <a:pPr algn="ctr">
              <a:defRPr/>
            </a:pPr>
            <a:r>
              <a:rPr lang="en-US" sz="6000" b="1"/>
              <a:t>Crafting the Conclusion</a:t>
            </a:r>
            <a:br>
              <a:rPr lang="en-US" b="1"/>
            </a:br>
            <a:endParaRPr lang="en-US"/>
          </a:p>
        </p:txBody>
      </p:sp>
      <p:sp>
        <p:nvSpPr>
          <p:cNvPr id="1197898814" name="Content Placeholder 2"/>
          <p:cNvSpPr>
            <a:spLocks noGrp="1"/>
          </p:cNvSpPr>
          <p:nvPr>
            <p:ph idx="1"/>
          </p:nvPr>
        </p:nvSpPr>
        <p:spPr bwMode="auto"/>
        <p:txBody>
          <a:bodyPr/>
          <a:lstStyle/>
          <a:p>
            <a:pPr>
              <a:defRPr/>
            </a:pPr>
            <a:r>
              <a:rPr lang="en-US" sz="3200"/>
              <a:t>Summarize key points.</a:t>
            </a:r>
            <a:endParaRPr/>
          </a:p>
          <a:p>
            <a:pPr>
              <a:defRPr/>
            </a:pPr>
            <a:r>
              <a:rPr lang="en-US" sz="3200"/>
              <a:t>Restate the main idea.</a:t>
            </a:r>
            <a:endParaRPr/>
          </a:p>
          <a:p>
            <a:pPr>
              <a:defRPr/>
            </a:pPr>
            <a:r>
              <a:rPr lang="en-US" sz="3200"/>
              <a:t>End with a call to action or thought-provoking statement</a:t>
            </a:r>
            <a:r>
              <a:rPr lang="en-US"/>
              <a:t>.</a:t>
            </a:r>
            <a:endParaRPr/>
          </a:p>
          <a:p>
            <a:pPr>
              <a:defRPr/>
            </a:pPr>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94660469" name="Title 1"/>
          <p:cNvSpPr>
            <a:spLocks noGrp="1"/>
          </p:cNvSpPr>
          <p:nvPr>
            <p:ph type="title"/>
          </p:nvPr>
        </p:nvSpPr>
        <p:spPr bwMode="auto"/>
        <p:txBody>
          <a:bodyPr>
            <a:normAutofit fontScale="90000"/>
          </a:bodyPr>
          <a:lstStyle/>
          <a:p>
            <a:pPr algn="ctr">
              <a:defRPr/>
            </a:pPr>
            <a:r>
              <a:rPr lang="en-US" sz="6700" b="1"/>
              <a:t>Writing Freely</a:t>
            </a:r>
            <a:br>
              <a:rPr lang="en-US" b="1"/>
            </a:br>
            <a:endParaRPr lang="en-US"/>
          </a:p>
        </p:txBody>
      </p:sp>
      <p:sp>
        <p:nvSpPr>
          <p:cNvPr id="568910256" name="Content Placeholder 2"/>
          <p:cNvSpPr>
            <a:spLocks noGrp="1"/>
          </p:cNvSpPr>
          <p:nvPr>
            <p:ph idx="1"/>
          </p:nvPr>
        </p:nvSpPr>
        <p:spPr bwMode="auto"/>
        <p:txBody>
          <a:bodyPr/>
          <a:lstStyle/>
          <a:p>
            <a:pPr>
              <a:defRPr/>
            </a:pPr>
            <a:r>
              <a:rPr lang="en-US" sz="3200"/>
              <a:t>Don’t worry about grammar or style.</a:t>
            </a:r>
            <a:endParaRPr/>
          </a:p>
          <a:p>
            <a:pPr>
              <a:defRPr/>
            </a:pPr>
            <a:r>
              <a:rPr lang="en-US" sz="3200"/>
              <a:t>Focus on getting ideas down.</a:t>
            </a:r>
            <a:endParaRPr/>
          </a:p>
          <a:p>
            <a:pPr>
              <a:defRPr/>
            </a:pPr>
            <a:r>
              <a:rPr lang="en-US" sz="3200"/>
              <a:t>Perfection comes later during revision.</a:t>
            </a:r>
            <a:endParaRPr/>
          </a:p>
          <a:p>
            <a:pPr>
              <a:defRPr/>
            </a:pPr>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84012723" name="Title 1"/>
          <p:cNvSpPr>
            <a:spLocks noGrp="1"/>
          </p:cNvSpPr>
          <p:nvPr>
            <p:ph type="title"/>
          </p:nvPr>
        </p:nvSpPr>
        <p:spPr bwMode="auto"/>
        <p:txBody>
          <a:bodyPr>
            <a:normAutofit fontScale="90000"/>
          </a:bodyPr>
          <a:lstStyle/>
          <a:p>
            <a:pPr algn="ctr">
              <a:defRPr/>
            </a:pPr>
            <a:r>
              <a:rPr lang="en-US" sz="6700" b="1"/>
              <a:t>Using Outlines</a:t>
            </a:r>
            <a:br>
              <a:rPr lang="en-US" b="1"/>
            </a:br>
            <a:endParaRPr lang="en-US"/>
          </a:p>
        </p:txBody>
      </p:sp>
      <p:sp>
        <p:nvSpPr>
          <p:cNvPr id="1336185760" name="Content Placeholder 2"/>
          <p:cNvSpPr>
            <a:spLocks noGrp="1"/>
          </p:cNvSpPr>
          <p:nvPr>
            <p:ph idx="1"/>
          </p:nvPr>
        </p:nvSpPr>
        <p:spPr bwMode="auto"/>
        <p:txBody>
          <a:bodyPr/>
          <a:lstStyle/>
          <a:p>
            <a:pPr>
              <a:defRPr/>
            </a:pPr>
            <a:r>
              <a:rPr lang="en-US" sz="3600">
                <a:solidFill>
                  <a:srgbClr val="FF0000"/>
                </a:solidFill>
              </a:rPr>
              <a:t>Benefits: Provides structure and direction.</a:t>
            </a:r>
            <a:endParaRPr/>
          </a:p>
          <a:p>
            <a:pPr>
              <a:defRPr/>
            </a:pPr>
            <a:r>
              <a:rPr lang="en-US" sz="3600">
                <a:solidFill>
                  <a:srgbClr val="FF0000"/>
                </a:solidFill>
              </a:rPr>
              <a:t>Example:</a:t>
            </a:r>
            <a:endParaRPr/>
          </a:p>
          <a:p>
            <a:pPr lvl="1">
              <a:defRPr/>
            </a:pPr>
            <a:r>
              <a:rPr lang="en-US" sz="3200">
                <a:solidFill>
                  <a:srgbClr val="FF0000"/>
                </a:solidFill>
              </a:rPr>
              <a:t>I. Introduction</a:t>
            </a:r>
            <a:endParaRPr/>
          </a:p>
          <a:p>
            <a:pPr lvl="1">
              <a:defRPr/>
            </a:pPr>
            <a:r>
              <a:rPr lang="en-US" sz="3200">
                <a:solidFill>
                  <a:srgbClr val="FF0000"/>
                </a:solidFill>
              </a:rPr>
              <a:t>II. Main Point 1</a:t>
            </a:r>
            <a:endParaRPr/>
          </a:p>
          <a:p>
            <a:pPr lvl="1">
              <a:defRPr/>
            </a:pPr>
            <a:r>
              <a:rPr lang="en-US" sz="3200">
                <a:solidFill>
                  <a:srgbClr val="FF0000"/>
                </a:solidFill>
              </a:rPr>
              <a:t>III. Main Point 2</a:t>
            </a:r>
            <a:endParaRPr/>
          </a:p>
          <a:p>
            <a:pPr lvl="1">
              <a:defRPr/>
            </a:pPr>
            <a:r>
              <a:rPr lang="en-US" sz="3200">
                <a:solidFill>
                  <a:srgbClr val="FF0000"/>
                </a:solidFill>
              </a:rPr>
              <a:t>IV. Conclusion</a:t>
            </a:r>
            <a:endParaRPr/>
          </a:p>
          <a:p>
            <a:pPr marL="0" indent="0">
              <a:buNone/>
              <a:defRPr/>
            </a:pPr>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23792897" name="Title 1"/>
          <p:cNvSpPr>
            <a:spLocks noGrp="1"/>
          </p:cNvSpPr>
          <p:nvPr>
            <p:ph type="title"/>
          </p:nvPr>
        </p:nvSpPr>
        <p:spPr bwMode="auto"/>
        <p:txBody>
          <a:bodyPr>
            <a:normAutofit fontScale="90000"/>
          </a:bodyPr>
          <a:lstStyle/>
          <a:p>
            <a:pPr>
              <a:defRPr/>
            </a:pPr>
            <a:r>
              <a:rPr lang="en-US" sz="5300" b="1"/>
              <a:t>Incorporating Evidence</a:t>
            </a:r>
            <a:br>
              <a:rPr lang="en-US" b="1"/>
            </a:br>
            <a:endParaRPr lang="en-US"/>
          </a:p>
        </p:txBody>
      </p:sp>
      <p:sp>
        <p:nvSpPr>
          <p:cNvPr id="2056452048" name="Content Placeholder 2"/>
          <p:cNvSpPr>
            <a:spLocks noGrp="1"/>
          </p:cNvSpPr>
          <p:nvPr>
            <p:ph idx="1"/>
          </p:nvPr>
        </p:nvSpPr>
        <p:spPr bwMode="auto"/>
        <p:txBody>
          <a:bodyPr/>
          <a:lstStyle/>
          <a:p>
            <a:pPr>
              <a:defRPr/>
            </a:pPr>
            <a:r>
              <a:rPr lang="en-US" sz="3200"/>
              <a:t>Types: Statistics, quotes, examples, anecdotes.</a:t>
            </a:r>
            <a:endParaRPr/>
          </a:p>
          <a:p>
            <a:pPr>
              <a:defRPr/>
            </a:pPr>
            <a:r>
              <a:rPr lang="en-US" sz="3200"/>
              <a:t>Importance: Adds credibility and depth to your writing.</a:t>
            </a:r>
            <a:endParaRPr/>
          </a:p>
          <a:p>
            <a:pPr>
              <a:defRPr/>
            </a:pPr>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16163956" name="Title 1"/>
          <p:cNvSpPr>
            <a:spLocks noGrp="1"/>
          </p:cNvSpPr>
          <p:nvPr>
            <p:ph type="title"/>
          </p:nvPr>
        </p:nvSpPr>
        <p:spPr bwMode="auto"/>
        <p:txBody>
          <a:bodyPr>
            <a:normAutofit fontScale="90000"/>
          </a:bodyPr>
          <a:lstStyle/>
          <a:p>
            <a:pPr algn="ctr">
              <a:defRPr/>
            </a:pPr>
            <a:r>
              <a:rPr lang="en-US" sz="6700" b="1"/>
              <a:t>Maintaining Focus</a:t>
            </a:r>
            <a:br>
              <a:rPr lang="en-US" b="1"/>
            </a:br>
            <a:endParaRPr lang="en-US"/>
          </a:p>
        </p:txBody>
      </p:sp>
      <p:sp>
        <p:nvSpPr>
          <p:cNvPr id="1667664914" name="Content Placeholder 2"/>
          <p:cNvSpPr>
            <a:spLocks noGrp="1"/>
          </p:cNvSpPr>
          <p:nvPr>
            <p:ph idx="1"/>
          </p:nvPr>
        </p:nvSpPr>
        <p:spPr bwMode="auto"/>
        <p:txBody>
          <a:bodyPr/>
          <a:lstStyle/>
          <a:p>
            <a:pPr>
              <a:defRPr/>
            </a:pPr>
            <a:r>
              <a:rPr lang="en-US" sz="3200"/>
              <a:t>Stick to the main idea.</a:t>
            </a:r>
            <a:endParaRPr/>
          </a:p>
          <a:p>
            <a:pPr>
              <a:defRPr/>
            </a:pPr>
            <a:r>
              <a:rPr lang="en-US" sz="3200"/>
              <a:t>Avoid tangents or irrelevant details.</a:t>
            </a:r>
            <a:endParaRPr/>
          </a:p>
          <a:p>
            <a:pPr>
              <a:defRPr/>
            </a:pPr>
            <a:r>
              <a:rPr lang="en-US" sz="3200"/>
              <a:t>Use your outline as a guide.</a:t>
            </a:r>
            <a:endParaRPr/>
          </a:p>
          <a:p>
            <a:pPr>
              <a:defRPr/>
            </a:pPr>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11698538" name="Title 1"/>
          <p:cNvSpPr>
            <a:spLocks noGrp="1"/>
          </p:cNvSpPr>
          <p:nvPr>
            <p:ph type="title"/>
          </p:nvPr>
        </p:nvSpPr>
        <p:spPr bwMode="auto"/>
        <p:txBody>
          <a:bodyPr>
            <a:normAutofit fontScale="90000"/>
          </a:bodyPr>
          <a:lstStyle/>
          <a:p>
            <a:pPr>
              <a:defRPr/>
            </a:pPr>
            <a:r>
              <a:rPr lang="en-US" sz="6000" b="1"/>
              <a:t>Writing for Your Audience</a:t>
            </a:r>
            <a:br>
              <a:rPr lang="en-US" b="1"/>
            </a:br>
            <a:endParaRPr lang="en-US"/>
          </a:p>
        </p:txBody>
      </p:sp>
      <p:sp>
        <p:nvSpPr>
          <p:cNvPr id="123516667" name="Content Placeholder 2"/>
          <p:cNvSpPr>
            <a:spLocks noGrp="1"/>
          </p:cNvSpPr>
          <p:nvPr>
            <p:ph idx="1"/>
          </p:nvPr>
        </p:nvSpPr>
        <p:spPr bwMode="auto"/>
        <p:txBody>
          <a:bodyPr/>
          <a:lstStyle/>
          <a:p>
            <a:pPr>
              <a:defRPr/>
            </a:pPr>
            <a:r>
              <a:rPr lang="en-US" sz="3200"/>
              <a:t>Consider who will read your work.</a:t>
            </a:r>
            <a:endParaRPr/>
          </a:p>
          <a:p>
            <a:pPr>
              <a:defRPr/>
            </a:pPr>
            <a:r>
              <a:rPr lang="en-US" sz="3200"/>
              <a:t>Adjust tone, language, and content accordingly.</a:t>
            </a:r>
            <a:endParaRPr/>
          </a:p>
          <a:p>
            <a:pPr marL="0" indent="0">
              <a:buNone/>
              <a:defRPr/>
            </a:pPr>
            <a:endParaRPr lang="en-US" b="1"/>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08564825" name="Title 1"/>
          <p:cNvSpPr>
            <a:spLocks noGrp="1"/>
          </p:cNvSpPr>
          <p:nvPr>
            <p:ph type="title"/>
          </p:nvPr>
        </p:nvSpPr>
        <p:spPr bwMode="auto"/>
        <p:txBody>
          <a:bodyPr/>
          <a:lstStyle/>
          <a:p>
            <a:pPr>
              <a:defRPr/>
            </a:pPr>
            <a:r>
              <a:rPr lang="en-US" b="1"/>
              <a:t>Writing for Different Genres</a:t>
            </a:r>
            <a:br>
              <a:rPr lang="en-US" b="1"/>
            </a:br>
            <a:endParaRPr lang="en-US"/>
          </a:p>
        </p:txBody>
      </p:sp>
      <p:sp>
        <p:nvSpPr>
          <p:cNvPr id="1442939401" name="Content Placeholder 2"/>
          <p:cNvSpPr>
            <a:spLocks noGrp="1"/>
          </p:cNvSpPr>
          <p:nvPr>
            <p:ph idx="1"/>
          </p:nvPr>
        </p:nvSpPr>
        <p:spPr bwMode="auto"/>
        <p:txBody>
          <a:bodyPr/>
          <a:lstStyle/>
          <a:p>
            <a:pPr>
              <a:defRPr/>
            </a:pPr>
            <a:r>
              <a:rPr lang="en-US"/>
              <a:t>Academic: Formal tone, evidence-based.</a:t>
            </a:r>
            <a:endParaRPr/>
          </a:p>
          <a:p>
            <a:pPr>
              <a:defRPr/>
            </a:pPr>
            <a:r>
              <a:rPr lang="en-US"/>
              <a:t>Creative: Expressive, imaginative.</a:t>
            </a:r>
            <a:endParaRPr/>
          </a:p>
          <a:p>
            <a:pPr>
              <a:defRPr/>
            </a:pPr>
            <a:r>
              <a:rPr lang="en-US"/>
              <a:t>Professional: Clear, concise, goal-oriented.</a:t>
            </a:r>
            <a:endParaRPr/>
          </a:p>
          <a:p>
            <a:pPr>
              <a:defRPr/>
            </a:pPr>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2362483" name="Title 1"/>
          <p:cNvSpPr>
            <a:spLocks noGrp="1"/>
          </p:cNvSpPr>
          <p:nvPr>
            <p:ph type="title"/>
          </p:nvPr>
        </p:nvSpPr>
        <p:spPr bwMode="auto"/>
        <p:txBody>
          <a:bodyPr>
            <a:normAutofit fontScale="90000"/>
          </a:bodyPr>
          <a:lstStyle/>
          <a:p>
            <a:pPr algn="ctr">
              <a:defRPr/>
            </a:pPr>
            <a:r>
              <a:rPr lang="en-US" sz="5300" b="1"/>
              <a:t>Common Drafting Challenges</a:t>
            </a:r>
            <a:br>
              <a:rPr lang="en-US" b="1"/>
            </a:br>
            <a:endParaRPr lang="en-US"/>
          </a:p>
        </p:txBody>
      </p:sp>
      <p:sp>
        <p:nvSpPr>
          <p:cNvPr id="238295633" name="Content Placeholder 2"/>
          <p:cNvSpPr>
            <a:spLocks noGrp="1"/>
          </p:cNvSpPr>
          <p:nvPr>
            <p:ph idx="1"/>
          </p:nvPr>
        </p:nvSpPr>
        <p:spPr bwMode="auto"/>
        <p:txBody>
          <a:bodyPr/>
          <a:lstStyle/>
          <a:p>
            <a:pPr>
              <a:defRPr/>
            </a:pPr>
            <a:r>
              <a:rPr lang="en-US" sz="3600"/>
              <a:t>Writer’s block.</a:t>
            </a:r>
            <a:endParaRPr/>
          </a:p>
          <a:p>
            <a:pPr>
              <a:defRPr/>
            </a:pPr>
            <a:r>
              <a:rPr lang="en-US" sz="3600"/>
              <a:t>Overthinking.</a:t>
            </a:r>
            <a:endParaRPr/>
          </a:p>
          <a:p>
            <a:pPr>
              <a:defRPr/>
            </a:pPr>
            <a:r>
              <a:rPr lang="en-US" sz="3600"/>
              <a:t>Lack of clarity or direction.</a:t>
            </a:r>
            <a:endParaRPr/>
          </a:p>
          <a:p>
            <a:pPr>
              <a:defRPr/>
            </a:pPr>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74749593" name="Title 1"/>
          <p:cNvSpPr>
            <a:spLocks noGrp="1"/>
          </p:cNvSpPr>
          <p:nvPr>
            <p:ph type="title"/>
          </p:nvPr>
        </p:nvSpPr>
        <p:spPr bwMode="auto"/>
        <p:txBody>
          <a:bodyPr>
            <a:normAutofit/>
          </a:bodyPr>
          <a:lstStyle/>
          <a:p>
            <a:pPr algn="ctr">
              <a:defRPr/>
            </a:pPr>
            <a:r>
              <a:rPr lang="en-US" sz="5400" b="1"/>
              <a:t>What is </a:t>
            </a:r>
            <a:r>
              <a:rPr lang="en-US" sz="5400" b="1"/>
              <a:t>Writer's block </a:t>
            </a:r>
            <a:endParaRPr/>
          </a:p>
        </p:txBody>
      </p:sp>
      <p:sp>
        <p:nvSpPr>
          <p:cNvPr id="640155765" name="Content Placeholder 2"/>
          <p:cNvSpPr>
            <a:spLocks noGrp="1"/>
          </p:cNvSpPr>
          <p:nvPr>
            <p:ph idx="1"/>
          </p:nvPr>
        </p:nvSpPr>
        <p:spPr bwMode="auto"/>
        <p:txBody>
          <a:bodyPr>
            <a:normAutofit/>
          </a:bodyPr>
          <a:lstStyle/>
          <a:p>
            <a:pPr algn="just">
              <a:defRPr/>
            </a:pPr>
            <a:r>
              <a:rPr lang="en-US" sz="4000" b="1"/>
              <a:t>Writer's block</a:t>
            </a:r>
            <a:r>
              <a:rPr lang="en-US" sz="4000"/>
              <a:t> is a condition where a </a:t>
            </a:r>
            <a:r>
              <a:rPr lang="en-US" sz="4000">
                <a:solidFill>
                  <a:srgbClr val="0070C0"/>
                </a:solidFill>
              </a:rPr>
              <a:t>writer struggles to start or continue writing </a:t>
            </a:r>
            <a:r>
              <a:rPr lang="en-US" sz="4000"/>
              <a:t>due to a </a:t>
            </a:r>
            <a:r>
              <a:rPr lang="en-US" sz="4000">
                <a:solidFill>
                  <a:srgbClr val="FF0000"/>
                </a:solidFill>
              </a:rPr>
              <a:t>lack of ideas, </a:t>
            </a:r>
            <a:r>
              <a:rPr lang="en-US" sz="4000">
                <a:solidFill>
                  <a:srgbClr val="FFC000"/>
                </a:solidFill>
              </a:rPr>
              <a:t>motivation</a:t>
            </a:r>
            <a:r>
              <a:rPr lang="en-US" sz="4000">
                <a:solidFill>
                  <a:srgbClr val="FF0000"/>
                </a:solidFill>
              </a:rPr>
              <a:t>, or </a:t>
            </a:r>
            <a:r>
              <a:rPr lang="en-US" sz="4000">
                <a:solidFill>
                  <a:schemeClr val="accent5">
                    <a:lumMod val="75000"/>
                  </a:schemeClr>
                </a:solidFill>
              </a:rPr>
              <a:t>confidence</a:t>
            </a:r>
            <a:r>
              <a:rPr lang="en-US" sz="4000">
                <a:solidFill>
                  <a:srgbClr val="FF0000"/>
                </a:solidFill>
              </a:rPr>
              <a:t>. </a:t>
            </a:r>
            <a:endParaRPr lang="en-US" sz="4000">
              <a:solidFill>
                <a:srgbClr val="FF0000"/>
              </a:solidFill>
            </a:endParaRPr>
          </a:p>
          <a:p>
            <a:pPr algn="just">
              <a:defRPr/>
            </a:pPr>
            <a:r>
              <a:rPr lang="en-US" sz="4000"/>
              <a:t>It </a:t>
            </a:r>
            <a:r>
              <a:rPr lang="en-US" sz="4000"/>
              <a:t>can happen to anyone, from students to professional authors, and may last for </a:t>
            </a:r>
            <a:r>
              <a:rPr lang="en-US" sz="4000">
                <a:solidFill>
                  <a:srgbClr val="FF0000"/>
                </a:solidFill>
              </a:rPr>
              <a:t>a short time or an extended period</a:t>
            </a:r>
            <a:r>
              <a:rPr lang="en-US" sz="4000"/>
              <a: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5504195" name="Title 1"/>
          <p:cNvSpPr>
            <a:spLocks noGrp="1"/>
          </p:cNvSpPr>
          <p:nvPr>
            <p:ph type="title"/>
          </p:nvPr>
        </p:nvSpPr>
        <p:spPr bwMode="auto"/>
        <p:txBody>
          <a:bodyPr>
            <a:normAutofit fontScale="90000"/>
          </a:bodyPr>
          <a:lstStyle/>
          <a:p>
            <a:pPr algn="ctr">
              <a:defRPr/>
            </a:pPr>
            <a:r>
              <a:rPr lang="en-US" sz="5300" b="1"/>
              <a:t>Overcoming Writer’s Block</a:t>
            </a:r>
            <a:br>
              <a:rPr lang="en-US" b="1"/>
            </a:br>
            <a:endParaRPr lang="en-US"/>
          </a:p>
        </p:txBody>
      </p:sp>
      <p:sp>
        <p:nvSpPr>
          <p:cNvPr id="1343714584" name="Content Placeholder 2"/>
          <p:cNvSpPr>
            <a:spLocks noGrp="1"/>
          </p:cNvSpPr>
          <p:nvPr>
            <p:ph idx="1"/>
          </p:nvPr>
        </p:nvSpPr>
        <p:spPr bwMode="auto"/>
        <p:txBody>
          <a:bodyPr/>
          <a:lstStyle/>
          <a:p>
            <a:pPr>
              <a:defRPr/>
            </a:pPr>
            <a:r>
              <a:rPr lang="en-US" sz="3600"/>
              <a:t>Write freely without self-editing.</a:t>
            </a:r>
            <a:endParaRPr/>
          </a:p>
          <a:p>
            <a:pPr>
              <a:defRPr/>
            </a:pPr>
            <a:r>
              <a:rPr lang="en-US" sz="3600"/>
              <a:t>Use prompts or questions to spark ideas.</a:t>
            </a:r>
            <a:endParaRPr/>
          </a:p>
          <a:p>
            <a:pPr>
              <a:defRPr/>
            </a:pPr>
            <a:r>
              <a:rPr lang="en-US" sz="3600"/>
              <a:t>Take breaks to refresh your mind.</a:t>
            </a:r>
            <a:endParaRPr/>
          </a:p>
          <a:p>
            <a:pPr>
              <a:defRPr/>
            </a:pPr>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78319173" name="Title 1"/>
          <p:cNvSpPr>
            <a:spLocks noGrp="1"/>
          </p:cNvSpPr>
          <p:nvPr>
            <p:ph type="title"/>
          </p:nvPr>
        </p:nvSpPr>
        <p:spPr bwMode="auto"/>
        <p:txBody>
          <a:bodyPr>
            <a:normAutofit fontScale="90000"/>
          </a:bodyPr>
          <a:lstStyle/>
          <a:p>
            <a:pPr>
              <a:defRPr/>
            </a:pPr>
            <a:r>
              <a:rPr lang="en-US" sz="6700" b="1"/>
              <a:t>Tools for Drafting</a:t>
            </a:r>
            <a:br>
              <a:rPr lang="en-US" b="1"/>
            </a:br>
            <a:endParaRPr lang="en-US"/>
          </a:p>
        </p:txBody>
      </p:sp>
      <p:sp>
        <p:nvSpPr>
          <p:cNvPr id="1420228328" name="Content Placeholder 2"/>
          <p:cNvSpPr>
            <a:spLocks noGrp="1"/>
          </p:cNvSpPr>
          <p:nvPr>
            <p:ph idx="1"/>
          </p:nvPr>
        </p:nvSpPr>
        <p:spPr bwMode="auto"/>
        <p:txBody>
          <a:bodyPr/>
          <a:lstStyle/>
          <a:p>
            <a:pPr>
              <a:defRPr/>
            </a:pPr>
            <a:r>
              <a:rPr lang="en-US" sz="3600"/>
              <a:t>Word processors (e.g., Microsoft Word, Google Docs).</a:t>
            </a:r>
            <a:endParaRPr/>
          </a:p>
          <a:p>
            <a:pPr>
              <a:defRPr/>
            </a:pPr>
            <a:r>
              <a:rPr lang="en-US" sz="3600"/>
              <a:t>Note-taking apps (e.g., Evernote, Notion).</a:t>
            </a:r>
            <a:endParaRPr/>
          </a:p>
          <a:p>
            <a:pPr>
              <a:defRPr/>
            </a:pPr>
            <a:r>
              <a:rPr lang="en-US" sz="3600"/>
              <a:t>Mind-mapping tools (e.g., </a:t>
            </a:r>
            <a:r>
              <a:rPr lang="en-US" sz="3600"/>
              <a:t>MindMeister</a:t>
            </a:r>
            <a:r>
              <a:rPr lang="en-US" sz="3600"/>
              <a:t>).</a:t>
            </a:r>
            <a:endParaRPr/>
          </a:p>
          <a:p>
            <a:pPr>
              <a:defRPr/>
            </a:pPr>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92557942" name="Title 1"/>
          <p:cNvSpPr>
            <a:spLocks noGrp="1"/>
          </p:cNvSpPr>
          <p:nvPr>
            <p:ph type="title"/>
          </p:nvPr>
        </p:nvSpPr>
        <p:spPr bwMode="auto"/>
        <p:txBody>
          <a:bodyPr>
            <a:normAutofit fontScale="90000"/>
          </a:bodyPr>
          <a:lstStyle/>
          <a:p>
            <a:pPr>
              <a:defRPr/>
            </a:pPr>
            <a:r>
              <a:rPr lang="en-US" sz="6000" b="1"/>
              <a:t>Collaborative Drafting</a:t>
            </a:r>
            <a:br>
              <a:rPr lang="en-US" b="1"/>
            </a:br>
            <a:endParaRPr lang="en-US"/>
          </a:p>
        </p:txBody>
      </p:sp>
      <p:sp>
        <p:nvSpPr>
          <p:cNvPr id="654711989" name="Content Placeholder 2"/>
          <p:cNvSpPr>
            <a:spLocks noGrp="1"/>
          </p:cNvSpPr>
          <p:nvPr>
            <p:ph idx="1"/>
          </p:nvPr>
        </p:nvSpPr>
        <p:spPr bwMode="auto"/>
        <p:txBody>
          <a:bodyPr/>
          <a:lstStyle/>
          <a:p>
            <a:pPr>
              <a:defRPr/>
            </a:pPr>
            <a:r>
              <a:rPr lang="en-US" sz="3200"/>
              <a:t>Benefits: Feedback, diverse perspectives.</a:t>
            </a:r>
            <a:endParaRPr/>
          </a:p>
          <a:p>
            <a:pPr>
              <a:defRPr/>
            </a:pPr>
            <a:r>
              <a:rPr lang="en-US" sz="3200"/>
              <a:t>Tools: Google Docs, shared folders.</a:t>
            </a:r>
            <a:endParaRPr/>
          </a:p>
          <a:p>
            <a:pPr>
              <a:defRPr/>
            </a:pPr>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85720760" name="Title 1"/>
          <p:cNvSpPr>
            <a:spLocks noGrp="1"/>
          </p:cNvSpPr>
          <p:nvPr>
            <p:ph type="title"/>
          </p:nvPr>
        </p:nvSpPr>
        <p:spPr bwMode="auto"/>
        <p:txBody>
          <a:bodyPr>
            <a:normAutofit/>
          </a:bodyPr>
          <a:lstStyle/>
          <a:p>
            <a:pPr>
              <a:defRPr/>
            </a:pPr>
            <a:r>
              <a:rPr lang="en-US" sz="4800" b="1"/>
              <a:t>Time Management in Drafting</a:t>
            </a:r>
            <a:endParaRPr/>
          </a:p>
        </p:txBody>
      </p:sp>
      <p:sp>
        <p:nvSpPr>
          <p:cNvPr id="1045140152" name="Content Placeholder 2"/>
          <p:cNvSpPr>
            <a:spLocks noGrp="1"/>
          </p:cNvSpPr>
          <p:nvPr>
            <p:ph idx="1"/>
          </p:nvPr>
        </p:nvSpPr>
        <p:spPr bwMode="auto"/>
        <p:txBody>
          <a:bodyPr/>
          <a:lstStyle/>
          <a:p>
            <a:pPr>
              <a:defRPr/>
            </a:pPr>
            <a:r>
              <a:rPr lang="en-US" sz="3200"/>
              <a:t>Set deadlines for each section.</a:t>
            </a:r>
            <a:endParaRPr/>
          </a:p>
          <a:p>
            <a:pPr>
              <a:defRPr/>
            </a:pPr>
            <a:r>
              <a:rPr lang="en-US" sz="3200"/>
              <a:t>Use timers or productivity techniques (e.g., Pomodoro).</a:t>
            </a:r>
            <a:endParaRPr/>
          </a:p>
          <a:p>
            <a:pPr>
              <a:defRPr/>
            </a:pPr>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80566432" name="Title 1"/>
          <p:cNvSpPr>
            <a:spLocks noGrp="1"/>
          </p:cNvSpPr>
          <p:nvPr>
            <p:ph type="title"/>
          </p:nvPr>
        </p:nvSpPr>
        <p:spPr bwMode="auto"/>
        <p:txBody>
          <a:bodyPr>
            <a:normAutofit/>
          </a:bodyPr>
          <a:lstStyle/>
          <a:p>
            <a:pPr algn="ctr">
              <a:defRPr/>
            </a:pPr>
            <a:r>
              <a:rPr lang="en-US" sz="5400" b="1"/>
              <a:t>Pomodoro Technique</a:t>
            </a:r>
            <a:endParaRPr/>
          </a:p>
        </p:txBody>
      </p:sp>
      <p:sp>
        <p:nvSpPr>
          <p:cNvPr id="1048596647" name="Content Placeholder 2"/>
          <p:cNvSpPr>
            <a:spLocks noGrp="1"/>
          </p:cNvSpPr>
          <p:nvPr>
            <p:ph idx="1"/>
          </p:nvPr>
        </p:nvSpPr>
        <p:spPr bwMode="auto"/>
        <p:txBody>
          <a:bodyPr>
            <a:normAutofit/>
          </a:bodyPr>
          <a:lstStyle/>
          <a:p>
            <a:pPr algn="just">
              <a:defRPr/>
            </a:pPr>
            <a:r>
              <a:rPr lang="en-US" sz="3200"/>
              <a:t>The Pomodoro Technique is a time management method that uses a timer to break work into </a:t>
            </a:r>
            <a:endParaRPr lang="en-US" sz="3200"/>
          </a:p>
          <a:p>
            <a:pPr algn="just">
              <a:defRPr/>
            </a:pPr>
            <a:r>
              <a:rPr lang="en-US" sz="3200"/>
              <a:t>focused </a:t>
            </a:r>
            <a:r>
              <a:rPr lang="en-US" sz="3200"/>
              <a:t>intervals (traditionally 25 minutes, called a "</a:t>
            </a:r>
            <a:r>
              <a:rPr lang="en-US" sz="3200"/>
              <a:t>pomodoro</a:t>
            </a:r>
            <a:r>
              <a:rPr lang="en-US" sz="3200"/>
              <a:t>") separated by short breaks, </a:t>
            </a:r>
            <a:endParaRPr lang="en-US" sz="3200"/>
          </a:p>
          <a:p>
            <a:pPr algn="just">
              <a:defRPr/>
            </a:pPr>
            <a:r>
              <a:rPr lang="en-US" sz="3200"/>
              <a:t>promoting </a:t>
            </a:r>
            <a:r>
              <a:rPr lang="en-US" sz="3200"/>
              <a:t>focused work and rest periods to improve productivity and avoid </a:t>
            </a:r>
            <a:r>
              <a:rPr lang="en-US" sz="3200"/>
              <a:t>burnout. </a:t>
            </a:r>
            <a:endParaRPr lang="en-US" sz="32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63371094" name="Title 1"/>
          <p:cNvSpPr>
            <a:spLocks noGrp="1"/>
          </p:cNvSpPr>
          <p:nvPr>
            <p:ph type="title"/>
          </p:nvPr>
        </p:nvSpPr>
        <p:spPr bwMode="auto"/>
        <p:txBody>
          <a:bodyPr/>
          <a:lstStyle/>
          <a:p>
            <a:pPr>
              <a:defRPr/>
            </a:pPr>
            <a:r>
              <a:rPr lang="en-US" b="1"/>
              <a:t>Drafting Long-Form Content</a:t>
            </a:r>
            <a:br>
              <a:rPr lang="en-US" b="1"/>
            </a:br>
            <a:endParaRPr lang="en-US"/>
          </a:p>
        </p:txBody>
      </p:sp>
      <p:sp>
        <p:nvSpPr>
          <p:cNvPr id="341511051" name="Content Placeholder 2"/>
          <p:cNvSpPr>
            <a:spLocks noGrp="1"/>
          </p:cNvSpPr>
          <p:nvPr>
            <p:ph idx="1"/>
          </p:nvPr>
        </p:nvSpPr>
        <p:spPr bwMode="auto"/>
        <p:txBody>
          <a:bodyPr/>
          <a:lstStyle/>
          <a:p>
            <a:pPr>
              <a:defRPr/>
            </a:pPr>
            <a:r>
              <a:rPr lang="en-US"/>
              <a:t>Break into sections or chapters.</a:t>
            </a:r>
            <a:endParaRPr/>
          </a:p>
          <a:p>
            <a:pPr>
              <a:defRPr/>
            </a:pPr>
            <a:r>
              <a:rPr lang="en-US"/>
              <a:t>Focus on one section at a time.</a:t>
            </a:r>
            <a:endParaRPr/>
          </a:p>
          <a:p>
            <a:pPr>
              <a:defRPr/>
            </a:pPr>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08314939" name="Title 1"/>
          <p:cNvSpPr>
            <a:spLocks noGrp="1"/>
          </p:cNvSpPr>
          <p:nvPr>
            <p:ph type="title"/>
          </p:nvPr>
        </p:nvSpPr>
        <p:spPr bwMode="auto"/>
        <p:txBody>
          <a:bodyPr/>
          <a:lstStyle/>
          <a:p>
            <a:pPr>
              <a:defRPr/>
            </a:pPr>
            <a:r>
              <a:rPr lang="en-US" b="1"/>
              <a:t>Drafting Short-Form Content</a:t>
            </a:r>
            <a:br>
              <a:rPr lang="en-US" b="1"/>
            </a:br>
            <a:endParaRPr lang="en-US"/>
          </a:p>
        </p:txBody>
      </p:sp>
      <p:sp>
        <p:nvSpPr>
          <p:cNvPr id="327433906" name="Content Placeholder 2"/>
          <p:cNvSpPr>
            <a:spLocks noGrp="1"/>
          </p:cNvSpPr>
          <p:nvPr>
            <p:ph idx="1"/>
          </p:nvPr>
        </p:nvSpPr>
        <p:spPr bwMode="auto"/>
        <p:txBody>
          <a:bodyPr/>
          <a:lstStyle/>
          <a:p>
            <a:pPr>
              <a:defRPr/>
            </a:pPr>
            <a:r>
              <a:rPr lang="en-US" sz="3200"/>
              <a:t>Be concise and to the point.</a:t>
            </a:r>
            <a:endParaRPr/>
          </a:p>
          <a:p>
            <a:pPr>
              <a:defRPr/>
            </a:pPr>
            <a:r>
              <a:rPr lang="en-US" sz="3200"/>
              <a:t>Focus on clarity and impact.</a:t>
            </a:r>
            <a:endParaRPr/>
          </a:p>
          <a:p>
            <a:pPr>
              <a:defRPr/>
            </a:pPr>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69344546" name="Title 1"/>
          <p:cNvSpPr>
            <a:spLocks noGrp="1"/>
          </p:cNvSpPr>
          <p:nvPr>
            <p:ph type="title"/>
          </p:nvPr>
        </p:nvSpPr>
        <p:spPr bwMode="auto"/>
        <p:txBody>
          <a:bodyPr>
            <a:normAutofit fontScale="90000"/>
          </a:bodyPr>
          <a:lstStyle/>
          <a:p>
            <a:pPr algn="ctr">
              <a:defRPr/>
            </a:pPr>
            <a:r>
              <a:rPr lang="en-US" sz="6000" b="1"/>
              <a:t>Common Mistakes in Drafting</a:t>
            </a:r>
            <a:br>
              <a:rPr lang="en-US" b="1"/>
            </a:br>
            <a:endParaRPr lang="en-US"/>
          </a:p>
        </p:txBody>
      </p:sp>
      <p:sp>
        <p:nvSpPr>
          <p:cNvPr id="1127777825" name="Content Placeholder 2"/>
          <p:cNvSpPr>
            <a:spLocks noGrp="1"/>
          </p:cNvSpPr>
          <p:nvPr>
            <p:ph idx="1"/>
          </p:nvPr>
        </p:nvSpPr>
        <p:spPr bwMode="auto"/>
        <p:txBody>
          <a:bodyPr/>
          <a:lstStyle/>
          <a:p>
            <a:pPr>
              <a:defRPr/>
            </a:pPr>
            <a:r>
              <a:rPr lang="en-US" sz="3200"/>
              <a:t>Over-editing too soon.</a:t>
            </a:r>
            <a:endParaRPr/>
          </a:p>
          <a:p>
            <a:pPr>
              <a:defRPr/>
            </a:pPr>
            <a:r>
              <a:rPr lang="en-US" sz="3200"/>
              <a:t>Lack of structure.</a:t>
            </a:r>
            <a:endParaRPr/>
          </a:p>
          <a:p>
            <a:pPr>
              <a:defRPr/>
            </a:pPr>
            <a:r>
              <a:rPr lang="en-US" sz="3200"/>
              <a:t>Ignoring the audience.</a:t>
            </a:r>
            <a:endParaRPr/>
          </a:p>
          <a:p>
            <a:pPr>
              <a:defRPr/>
            </a:pPr>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30479214" name="Title 1"/>
          <p:cNvSpPr>
            <a:spLocks noGrp="1"/>
          </p:cNvSpPr>
          <p:nvPr>
            <p:ph type="title"/>
          </p:nvPr>
        </p:nvSpPr>
        <p:spPr bwMode="auto"/>
        <p:txBody>
          <a:bodyPr>
            <a:normAutofit/>
          </a:bodyPr>
          <a:lstStyle/>
          <a:p>
            <a:pPr algn="ctr">
              <a:defRPr/>
            </a:pPr>
            <a:r>
              <a:rPr lang="en-US" sz="6000" b="1"/>
              <a:t>Conclusion</a:t>
            </a:r>
            <a:endParaRPr lang="en-US" sz="6000"/>
          </a:p>
        </p:txBody>
      </p:sp>
      <p:sp>
        <p:nvSpPr>
          <p:cNvPr id="1579572911" name="Content Placeholder 2"/>
          <p:cNvSpPr>
            <a:spLocks noGrp="1"/>
          </p:cNvSpPr>
          <p:nvPr>
            <p:ph idx="1"/>
          </p:nvPr>
        </p:nvSpPr>
        <p:spPr bwMode="auto"/>
        <p:txBody>
          <a:bodyPr/>
          <a:lstStyle/>
          <a:p>
            <a:pPr>
              <a:defRPr/>
            </a:pPr>
            <a:r>
              <a:rPr lang="en-US" sz="3600"/>
              <a:t>Drafting is a crucial step in the writing process</a:t>
            </a:r>
            <a:r>
              <a:rPr lang="en-US" sz="3600"/>
              <a:t>.</a:t>
            </a:r>
            <a:endParaRPr/>
          </a:p>
          <a:p>
            <a:pPr>
              <a:defRPr/>
            </a:pPr>
            <a:r>
              <a:rPr lang="en-US" sz="3600"/>
              <a:t>Focus on content and structure first</a:t>
            </a:r>
            <a:r>
              <a:rPr lang="en-US" sz="3600"/>
              <a:t>.</a:t>
            </a:r>
            <a:endParaRPr/>
          </a:p>
          <a:p>
            <a:pPr>
              <a:defRPr/>
            </a:pPr>
            <a:r>
              <a:rPr lang="en-US" sz="3600"/>
              <a:t>Revise and refine later</a:t>
            </a:r>
            <a:r>
              <a:rPr lang="en-US" sz="3600"/>
              <a:t>.</a:t>
            </a:r>
            <a:endParaRPr/>
          </a:p>
          <a:p>
            <a:pPr>
              <a:defRPr/>
            </a:pPr>
            <a:r>
              <a:rPr lang="en-US" sz="3600"/>
              <a:t>Call to action: "Start drafting today and watch your writing improve!“</a:t>
            </a:r>
            <a:endParaRPr/>
          </a:p>
          <a:p>
            <a:pPr>
              <a:defRPr/>
            </a:pPr>
            <a:endParaRPr lang="en-US"/>
          </a:p>
          <a:p>
            <a:pPr>
              <a:defRPr/>
            </a:pPr>
            <a:endParaRPr lang="en-US"/>
          </a:p>
          <a:p>
            <a:pPr>
              <a:defRPr/>
            </a:pPr>
            <a:endParaRPr lang="en-US"/>
          </a:p>
          <a:p>
            <a:pPr>
              <a:defRPr/>
            </a:pPr>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ONLYOFFICE/9.0.4.50</Application>
  <PresentationFormat>On-screen Show (4:3)</PresentationFormat>
  <Paragraphs>0</Paragraphs>
  <Slides>46</Slides>
  <Notes>46</Notes>
  <HiddenSlides>0</HiddenSlides>
  <MMClips>2</MMClips>
  <ScaleCrop>0</ScaleCrop>
  <HeadingPairs>
    <vt:vector size="4" baseType="variant">
      <vt:variant>
        <vt:lpstr>Theme</vt:lpstr>
      </vt:variant>
      <vt:variant>
        <vt:i4>1</vt:i4>
      </vt:variant>
      <vt:variant>
        <vt:lpstr>Slide Titles</vt:lpstr>
      </vt:variant>
      <vt:variant>
        <vt:i4>46</vt:i4>
      </vt:variant>
    </vt:vector>
  </HeadingPairs>
  <TitlesOfParts>
    <vt:vector size="47"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Tab &amp; Tech</dc:creator>
  <cp:lastModifiedBy/>
  <cp:revision>33</cp:revision>
  <dcterms:created xsi:type="dcterms:W3CDTF">2025-03-09T11:53:44Z</dcterms:created>
  <dcterms:modified xsi:type="dcterms:W3CDTF">2025-10-18T02:04:39Z</dcterms:modified>
</cp:coreProperties>
</file>