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9" r:id="rId3"/>
    <p:sldId id="260" r:id="rId4"/>
    <p:sldId id="266" r:id="rId5"/>
    <p:sldId id="267" r:id="rId6"/>
    <p:sldId id="268" r:id="rId7"/>
    <p:sldId id="269" r:id="rId8"/>
    <p:sldId id="261" r:id="rId9"/>
    <p:sldId id="262" r:id="rId10"/>
    <p:sldId id="270" r:id="rId11"/>
    <p:sldId id="271" r:id="rId12"/>
    <p:sldId id="272" r:id="rId13"/>
    <p:sldId id="276" r:id="rId14"/>
    <p:sldId id="277" r:id="rId15"/>
    <p:sldId id="278" r:id="rId16"/>
    <p:sldId id="279" r:id="rId17"/>
    <p:sldId id="280" r:id="rId18"/>
    <p:sldId id="281" r:id="rId19"/>
    <p:sldId id="282" r:id="rId20"/>
    <p:sldId id="295" r:id="rId21"/>
    <p:sldId id="283" r:id="rId22"/>
    <p:sldId id="294" r:id="rId23"/>
    <p:sldId id="273" r:id="rId24"/>
    <p:sldId id="284" r:id="rId25"/>
    <p:sldId id="286" r:id="rId26"/>
    <p:sldId id="288" r:id="rId27"/>
    <p:sldId id="289" r:id="rId28"/>
    <p:sldId id="290" r:id="rId29"/>
    <p:sldId id="292" r:id="rId30"/>
    <p:sldId id="291" r:id="rId31"/>
    <p:sldId id="293"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8" d="100"/>
          <a:sy n="68" d="100"/>
        </p:scale>
        <p:origin x="792"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CE2E61F-5A3A-404B-8BD1-75EFBA852411}" type="doc">
      <dgm:prSet loTypeId="urn:microsoft.com/office/officeart/2005/8/layout/default" loCatId="list" qsTypeId="urn:microsoft.com/office/officeart/2005/8/quickstyle/3d4" qsCatId="3D" csTypeId="urn:microsoft.com/office/officeart/2005/8/colors/colorful1" csCatId="colorful" phldr="1"/>
      <dgm:spPr/>
      <dgm:t>
        <a:bodyPr/>
        <a:lstStyle/>
        <a:p>
          <a:endParaRPr lang="en-US"/>
        </a:p>
      </dgm:t>
    </dgm:pt>
    <dgm:pt modelId="{05A86E76-0144-45A1-8E79-6A658703D11D}">
      <dgm:prSet phldrT="[Text]"/>
      <dgm:spPr/>
      <dgm:t>
        <a:bodyPr/>
        <a:lstStyle/>
        <a:p>
          <a:r>
            <a:rPr lang="en-US" dirty="0" smtClean="0">
              <a:latin typeface="Candara" pitchFamily="34" charset="0"/>
              <a:cs typeface="Arial" pitchFamily="34" charset="0"/>
            </a:rPr>
            <a:t>Basics of a report</a:t>
          </a:r>
          <a:endParaRPr lang="en-US" dirty="0"/>
        </a:p>
      </dgm:t>
    </dgm:pt>
    <dgm:pt modelId="{B4631592-9D52-4539-AA2C-33344A9D35DE}" type="parTrans" cxnId="{1B2D551C-F484-40CD-9E97-6944C8BE8237}">
      <dgm:prSet/>
      <dgm:spPr/>
      <dgm:t>
        <a:bodyPr/>
        <a:lstStyle/>
        <a:p>
          <a:endParaRPr lang="en-US"/>
        </a:p>
      </dgm:t>
    </dgm:pt>
    <dgm:pt modelId="{451A7467-BB59-4841-9EA4-541CF2EAA09B}" type="sibTrans" cxnId="{1B2D551C-F484-40CD-9E97-6944C8BE8237}">
      <dgm:prSet/>
      <dgm:spPr/>
      <dgm:t>
        <a:bodyPr/>
        <a:lstStyle/>
        <a:p>
          <a:endParaRPr lang="en-US"/>
        </a:p>
      </dgm:t>
    </dgm:pt>
    <dgm:pt modelId="{FE9FA96C-979C-4416-81C3-B5FCCF1F5C87}">
      <dgm:prSet phldrT="[Text]"/>
      <dgm:spPr/>
      <dgm:t>
        <a:bodyPr/>
        <a:lstStyle/>
        <a:p>
          <a:r>
            <a:rPr lang="en-US" smtClean="0">
              <a:latin typeface="Candara" pitchFamily="34" charset="0"/>
              <a:cs typeface="Arial" pitchFamily="34" charset="0"/>
            </a:rPr>
            <a:t>Expectation and purpose</a:t>
          </a:r>
          <a:endParaRPr lang="en-US" dirty="0"/>
        </a:p>
      </dgm:t>
    </dgm:pt>
    <dgm:pt modelId="{B2170398-C5D3-4748-8247-30D8B729F895}" type="parTrans" cxnId="{00C4A0E8-A388-47F8-990D-9E34E98CD28B}">
      <dgm:prSet/>
      <dgm:spPr/>
      <dgm:t>
        <a:bodyPr/>
        <a:lstStyle/>
        <a:p>
          <a:endParaRPr lang="en-US"/>
        </a:p>
      </dgm:t>
    </dgm:pt>
    <dgm:pt modelId="{3812EB33-DB21-4ADB-8547-20EDA4E57F64}" type="sibTrans" cxnId="{00C4A0E8-A388-47F8-990D-9E34E98CD28B}">
      <dgm:prSet/>
      <dgm:spPr/>
      <dgm:t>
        <a:bodyPr/>
        <a:lstStyle/>
        <a:p>
          <a:endParaRPr lang="en-US"/>
        </a:p>
      </dgm:t>
    </dgm:pt>
    <dgm:pt modelId="{80D17D4C-3C46-4F28-A63D-636085038267}">
      <dgm:prSet phldrT="[Text]"/>
      <dgm:spPr/>
      <dgm:t>
        <a:bodyPr/>
        <a:lstStyle/>
        <a:p>
          <a:r>
            <a:rPr lang="en-US" smtClean="0">
              <a:latin typeface="Candara" pitchFamily="34" charset="0"/>
              <a:cs typeface="Arial" pitchFamily="34" charset="0"/>
            </a:rPr>
            <a:t>Significance of a report</a:t>
          </a:r>
          <a:endParaRPr lang="en-US" dirty="0"/>
        </a:p>
      </dgm:t>
    </dgm:pt>
    <dgm:pt modelId="{B4F2F551-B934-43ED-A0CE-E21872D880A5}" type="parTrans" cxnId="{607345AD-6297-4B2E-98CF-4043CBA9E5B1}">
      <dgm:prSet/>
      <dgm:spPr/>
      <dgm:t>
        <a:bodyPr/>
        <a:lstStyle/>
        <a:p>
          <a:endParaRPr lang="en-US"/>
        </a:p>
      </dgm:t>
    </dgm:pt>
    <dgm:pt modelId="{8A21F207-FCE0-45C3-BFCF-F17667498559}" type="sibTrans" cxnId="{607345AD-6297-4B2E-98CF-4043CBA9E5B1}">
      <dgm:prSet/>
      <dgm:spPr/>
      <dgm:t>
        <a:bodyPr/>
        <a:lstStyle/>
        <a:p>
          <a:endParaRPr lang="en-US"/>
        </a:p>
      </dgm:t>
    </dgm:pt>
    <dgm:pt modelId="{9DF132E3-3F60-4A71-8A4F-F1FDBC6CD6D9}">
      <dgm:prSet/>
      <dgm:spPr/>
      <dgm:t>
        <a:bodyPr/>
        <a:lstStyle/>
        <a:p>
          <a:r>
            <a:rPr lang="en-US" smtClean="0">
              <a:latin typeface="Candara" pitchFamily="34" charset="0"/>
              <a:cs typeface="Arial" pitchFamily="34" charset="0"/>
            </a:rPr>
            <a:t>Report characteristics</a:t>
          </a:r>
          <a:endParaRPr lang="en-US" dirty="0">
            <a:latin typeface="Candara" pitchFamily="34" charset="0"/>
            <a:cs typeface="Arial" pitchFamily="34" charset="0"/>
          </a:endParaRPr>
        </a:p>
      </dgm:t>
    </dgm:pt>
    <dgm:pt modelId="{F2D9243F-1CA8-49F7-B0F7-8CC97F6452B1}" type="parTrans" cxnId="{9C8E86E9-8C12-42FC-8F9A-A51069CE2D33}">
      <dgm:prSet/>
      <dgm:spPr/>
      <dgm:t>
        <a:bodyPr/>
        <a:lstStyle/>
        <a:p>
          <a:endParaRPr lang="en-US"/>
        </a:p>
      </dgm:t>
    </dgm:pt>
    <dgm:pt modelId="{365C2FCB-7B1A-426A-A43F-7125823D0965}" type="sibTrans" cxnId="{9C8E86E9-8C12-42FC-8F9A-A51069CE2D33}">
      <dgm:prSet/>
      <dgm:spPr/>
      <dgm:t>
        <a:bodyPr/>
        <a:lstStyle/>
        <a:p>
          <a:endParaRPr lang="en-US"/>
        </a:p>
      </dgm:t>
    </dgm:pt>
    <dgm:pt modelId="{6FFD4885-69B4-4568-909D-C82161AE5AEE}">
      <dgm:prSet/>
      <dgm:spPr/>
      <dgm:t>
        <a:bodyPr/>
        <a:lstStyle/>
        <a:p>
          <a:r>
            <a:rPr lang="en-US" smtClean="0">
              <a:latin typeface="Candara" pitchFamily="34" charset="0"/>
              <a:cs typeface="Arial" pitchFamily="34" charset="0"/>
            </a:rPr>
            <a:t>Relevance, attributes and features of a report</a:t>
          </a:r>
          <a:endParaRPr lang="en-US" dirty="0">
            <a:latin typeface="Candara" pitchFamily="34" charset="0"/>
            <a:cs typeface="Arial" pitchFamily="34" charset="0"/>
          </a:endParaRPr>
        </a:p>
      </dgm:t>
    </dgm:pt>
    <dgm:pt modelId="{E5A85DC2-1E26-4E9E-8E15-270255A33D36}" type="parTrans" cxnId="{F2F01FBB-F3EA-4A6F-BBD9-13B1633EB2C7}">
      <dgm:prSet/>
      <dgm:spPr/>
      <dgm:t>
        <a:bodyPr/>
        <a:lstStyle/>
        <a:p>
          <a:endParaRPr lang="en-US"/>
        </a:p>
      </dgm:t>
    </dgm:pt>
    <dgm:pt modelId="{74A6461B-92F1-464E-BD82-84FE5C4C8ED2}" type="sibTrans" cxnId="{F2F01FBB-F3EA-4A6F-BBD9-13B1633EB2C7}">
      <dgm:prSet/>
      <dgm:spPr/>
      <dgm:t>
        <a:bodyPr/>
        <a:lstStyle/>
        <a:p>
          <a:endParaRPr lang="en-US"/>
        </a:p>
      </dgm:t>
    </dgm:pt>
    <dgm:pt modelId="{9B291C11-39FE-4355-9C0D-4C03280B4950}">
      <dgm:prSet/>
      <dgm:spPr/>
      <dgm:t>
        <a:bodyPr/>
        <a:lstStyle/>
        <a:p>
          <a:r>
            <a:rPr lang="en-US" smtClean="0">
              <a:latin typeface="Candara" pitchFamily="34" charset="0"/>
              <a:cs typeface="Arial" pitchFamily="34" charset="0"/>
            </a:rPr>
            <a:t>Comparison of a report and essay</a:t>
          </a:r>
          <a:endParaRPr lang="en-US" dirty="0">
            <a:latin typeface="Candara" pitchFamily="34" charset="0"/>
            <a:cs typeface="Arial" pitchFamily="34" charset="0"/>
          </a:endParaRPr>
        </a:p>
      </dgm:t>
    </dgm:pt>
    <dgm:pt modelId="{329CC345-DA57-483B-A3BE-CBF52F5FF639}" type="parTrans" cxnId="{8DBF6403-B053-4028-9C90-337C07100B75}">
      <dgm:prSet/>
      <dgm:spPr/>
      <dgm:t>
        <a:bodyPr/>
        <a:lstStyle/>
        <a:p>
          <a:endParaRPr lang="en-US"/>
        </a:p>
      </dgm:t>
    </dgm:pt>
    <dgm:pt modelId="{995F556D-3DAC-41B6-A24E-EB7E192FA5BF}" type="sibTrans" cxnId="{8DBF6403-B053-4028-9C90-337C07100B75}">
      <dgm:prSet/>
      <dgm:spPr/>
      <dgm:t>
        <a:bodyPr/>
        <a:lstStyle/>
        <a:p>
          <a:endParaRPr lang="en-US"/>
        </a:p>
      </dgm:t>
    </dgm:pt>
    <dgm:pt modelId="{1A7B82A6-F141-4842-A7EC-F34155A21BCE}" type="pres">
      <dgm:prSet presAssocID="{7CE2E61F-5A3A-404B-8BD1-75EFBA852411}" presName="diagram" presStyleCnt="0">
        <dgm:presLayoutVars>
          <dgm:dir/>
          <dgm:resizeHandles val="exact"/>
        </dgm:presLayoutVars>
      </dgm:prSet>
      <dgm:spPr/>
      <dgm:t>
        <a:bodyPr/>
        <a:lstStyle/>
        <a:p>
          <a:endParaRPr lang="en-US"/>
        </a:p>
      </dgm:t>
    </dgm:pt>
    <dgm:pt modelId="{E1FD00CD-4E4F-4EAC-8612-99380BD26BF4}" type="pres">
      <dgm:prSet presAssocID="{05A86E76-0144-45A1-8E79-6A658703D11D}" presName="node" presStyleLbl="node1" presStyleIdx="0" presStyleCnt="6" custLinFactNeighborY="1099">
        <dgm:presLayoutVars>
          <dgm:bulletEnabled val="1"/>
        </dgm:presLayoutVars>
      </dgm:prSet>
      <dgm:spPr/>
      <dgm:t>
        <a:bodyPr/>
        <a:lstStyle/>
        <a:p>
          <a:endParaRPr lang="en-US"/>
        </a:p>
      </dgm:t>
    </dgm:pt>
    <dgm:pt modelId="{0764C203-D09A-4DA7-A259-FAAE2AFB379E}" type="pres">
      <dgm:prSet presAssocID="{451A7467-BB59-4841-9EA4-541CF2EAA09B}" presName="sibTrans" presStyleCnt="0"/>
      <dgm:spPr/>
    </dgm:pt>
    <dgm:pt modelId="{57123677-CDEB-42FC-B320-6A7BA0279C21}" type="pres">
      <dgm:prSet presAssocID="{FE9FA96C-979C-4416-81C3-B5FCCF1F5C87}" presName="node" presStyleLbl="node1" presStyleIdx="1" presStyleCnt="6">
        <dgm:presLayoutVars>
          <dgm:bulletEnabled val="1"/>
        </dgm:presLayoutVars>
      </dgm:prSet>
      <dgm:spPr/>
      <dgm:t>
        <a:bodyPr/>
        <a:lstStyle/>
        <a:p>
          <a:endParaRPr lang="en-US"/>
        </a:p>
      </dgm:t>
    </dgm:pt>
    <dgm:pt modelId="{5E47A5A0-23B8-415F-ABC6-17ECFBBB46E1}" type="pres">
      <dgm:prSet presAssocID="{3812EB33-DB21-4ADB-8547-20EDA4E57F64}" presName="sibTrans" presStyleCnt="0"/>
      <dgm:spPr/>
    </dgm:pt>
    <dgm:pt modelId="{2AE8549C-0DE1-4ED2-A767-96906BC2A4CD}" type="pres">
      <dgm:prSet presAssocID="{9DF132E3-3F60-4A71-8A4F-F1FDBC6CD6D9}" presName="node" presStyleLbl="node1" presStyleIdx="2" presStyleCnt="6">
        <dgm:presLayoutVars>
          <dgm:bulletEnabled val="1"/>
        </dgm:presLayoutVars>
      </dgm:prSet>
      <dgm:spPr/>
      <dgm:t>
        <a:bodyPr/>
        <a:lstStyle/>
        <a:p>
          <a:endParaRPr lang="en-US"/>
        </a:p>
      </dgm:t>
    </dgm:pt>
    <dgm:pt modelId="{EB538C4A-838D-4344-A359-2870C7E7D151}" type="pres">
      <dgm:prSet presAssocID="{365C2FCB-7B1A-426A-A43F-7125823D0965}" presName="sibTrans" presStyleCnt="0"/>
      <dgm:spPr/>
    </dgm:pt>
    <dgm:pt modelId="{9B0F2AEF-28D3-4278-AA27-459534055B77}" type="pres">
      <dgm:prSet presAssocID="{80D17D4C-3C46-4F28-A63D-636085038267}" presName="node" presStyleLbl="node1" presStyleIdx="3" presStyleCnt="6">
        <dgm:presLayoutVars>
          <dgm:bulletEnabled val="1"/>
        </dgm:presLayoutVars>
      </dgm:prSet>
      <dgm:spPr/>
      <dgm:t>
        <a:bodyPr/>
        <a:lstStyle/>
        <a:p>
          <a:endParaRPr lang="en-US"/>
        </a:p>
      </dgm:t>
    </dgm:pt>
    <dgm:pt modelId="{9A5EABBC-3A66-4C77-A389-88A1BEA3400A}" type="pres">
      <dgm:prSet presAssocID="{8A21F207-FCE0-45C3-BFCF-F17667498559}" presName="sibTrans" presStyleCnt="0"/>
      <dgm:spPr/>
    </dgm:pt>
    <dgm:pt modelId="{0B4CBF04-43E3-41DF-AA4E-75D649460A81}" type="pres">
      <dgm:prSet presAssocID="{9B291C11-39FE-4355-9C0D-4C03280B4950}" presName="node" presStyleLbl="node1" presStyleIdx="4" presStyleCnt="6">
        <dgm:presLayoutVars>
          <dgm:bulletEnabled val="1"/>
        </dgm:presLayoutVars>
      </dgm:prSet>
      <dgm:spPr/>
      <dgm:t>
        <a:bodyPr/>
        <a:lstStyle/>
        <a:p>
          <a:endParaRPr lang="en-US"/>
        </a:p>
      </dgm:t>
    </dgm:pt>
    <dgm:pt modelId="{006A087C-4AA2-442B-9BD3-91C7406F0172}" type="pres">
      <dgm:prSet presAssocID="{995F556D-3DAC-41B6-A24E-EB7E192FA5BF}" presName="sibTrans" presStyleCnt="0"/>
      <dgm:spPr/>
    </dgm:pt>
    <dgm:pt modelId="{E5B74DDA-7DDA-4398-AE4C-24C2B86CFC61}" type="pres">
      <dgm:prSet presAssocID="{6FFD4885-69B4-4568-909D-C82161AE5AEE}" presName="node" presStyleLbl="node1" presStyleIdx="5" presStyleCnt="6">
        <dgm:presLayoutVars>
          <dgm:bulletEnabled val="1"/>
        </dgm:presLayoutVars>
      </dgm:prSet>
      <dgm:spPr/>
      <dgm:t>
        <a:bodyPr/>
        <a:lstStyle/>
        <a:p>
          <a:endParaRPr lang="en-US"/>
        </a:p>
      </dgm:t>
    </dgm:pt>
  </dgm:ptLst>
  <dgm:cxnLst>
    <dgm:cxn modelId="{9B9B95E6-3AA4-49EF-9309-669F8D36CEEA}" type="presOf" srcId="{05A86E76-0144-45A1-8E79-6A658703D11D}" destId="{E1FD00CD-4E4F-4EAC-8612-99380BD26BF4}" srcOrd="0" destOrd="0" presId="urn:microsoft.com/office/officeart/2005/8/layout/default"/>
    <dgm:cxn modelId="{00C4A0E8-A388-47F8-990D-9E34E98CD28B}" srcId="{7CE2E61F-5A3A-404B-8BD1-75EFBA852411}" destId="{FE9FA96C-979C-4416-81C3-B5FCCF1F5C87}" srcOrd="1" destOrd="0" parTransId="{B2170398-C5D3-4748-8247-30D8B729F895}" sibTransId="{3812EB33-DB21-4ADB-8547-20EDA4E57F64}"/>
    <dgm:cxn modelId="{F2F01FBB-F3EA-4A6F-BBD9-13B1633EB2C7}" srcId="{7CE2E61F-5A3A-404B-8BD1-75EFBA852411}" destId="{6FFD4885-69B4-4568-909D-C82161AE5AEE}" srcOrd="5" destOrd="0" parTransId="{E5A85DC2-1E26-4E9E-8E15-270255A33D36}" sibTransId="{74A6461B-92F1-464E-BD82-84FE5C4C8ED2}"/>
    <dgm:cxn modelId="{FD2BD941-0C53-4259-8D34-95F3F95A44E2}" type="presOf" srcId="{7CE2E61F-5A3A-404B-8BD1-75EFBA852411}" destId="{1A7B82A6-F141-4842-A7EC-F34155A21BCE}" srcOrd="0" destOrd="0" presId="urn:microsoft.com/office/officeart/2005/8/layout/default"/>
    <dgm:cxn modelId="{552A3D2F-B69D-4630-91CB-8B5E4BD8D65C}" type="presOf" srcId="{80D17D4C-3C46-4F28-A63D-636085038267}" destId="{9B0F2AEF-28D3-4278-AA27-459534055B77}" srcOrd="0" destOrd="0" presId="urn:microsoft.com/office/officeart/2005/8/layout/default"/>
    <dgm:cxn modelId="{9C8E86E9-8C12-42FC-8F9A-A51069CE2D33}" srcId="{7CE2E61F-5A3A-404B-8BD1-75EFBA852411}" destId="{9DF132E3-3F60-4A71-8A4F-F1FDBC6CD6D9}" srcOrd="2" destOrd="0" parTransId="{F2D9243F-1CA8-49F7-B0F7-8CC97F6452B1}" sibTransId="{365C2FCB-7B1A-426A-A43F-7125823D0965}"/>
    <dgm:cxn modelId="{66939BD3-2612-43F5-A072-FF148595436C}" type="presOf" srcId="{6FFD4885-69B4-4568-909D-C82161AE5AEE}" destId="{E5B74DDA-7DDA-4398-AE4C-24C2B86CFC61}" srcOrd="0" destOrd="0" presId="urn:microsoft.com/office/officeart/2005/8/layout/default"/>
    <dgm:cxn modelId="{6D110235-0F5A-4A37-96C7-40F32C736173}" type="presOf" srcId="{9B291C11-39FE-4355-9C0D-4C03280B4950}" destId="{0B4CBF04-43E3-41DF-AA4E-75D649460A81}" srcOrd="0" destOrd="0" presId="urn:microsoft.com/office/officeart/2005/8/layout/default"/>
    <dgm:cxn modelId="{6E5FB447-C48C-4E3F-9613-9747CC704ADB}" type="presOf" srcId="{FE9FA96C-979C-4416-81C3-B5FCCF1F5C87}" destId="{57123677-CDEB-42FC-B320-6A7BA0279C21}" srcOrd="0" destOrd="0" presId="urn:microsoft.com/office/officeart/2005/8/layout/default"/>
    <dgm:cxn modelId="{607345AD-6297-4B2E-98CF-4043CBA9E5B1}" srcId="{7CE2E61F-5A3A-404B-8BD1-75EFBA852411}" destId="{80D17D4C-3C46-4F28-A63D-636085038267}" srcOrd="3" destOrd="0" parTransId="{B4F2F551-B934-43ED-A0CE-E21872D880A5}" sibTransId="{8A21F207-FCE0-45C3-BFCF-F17667498559}"/>
    <dgm:cxn modelId="{D44456A8-6E93-4A80-8D45-855D233B755C}" type="presOf" srcId="{9DF132E3-3F60-4A71-8A4F-F1FDBC6CD6D9}" destId="{2AE8549C-0DE1-4ED2-A767-96906BC2A4CD}" srcOrd="0" destOrd="0" presId="urn:microsoft.com/office/officeart/2005/8/layout/default"/>
    <dgm:cxn modelId="{1B2D551C-F484-40CD-9E97-6944C8BE8237}" srcId="{7CE2E61F-5A3A-404B-8BD1-75EFBA852411}" destId="{05A86E76-0144-45A1-8E79-6A658703D11D}" srcOrd="0" destOrd="0" parTransId="{B4631592-9D52-4539-AA2C-33344A9D35DE}" sibTransId="{451A7467-BB59-4841-9EA4-541CF2EAA09B}"/>
    <dgm:cxn modelId="{8DBF6403-B053-4028-9C90-337C07100B75}" srcId="{7CE2E61F-5A3A-404B-8BD1-75EFBA852411}" destId="{9B291C11-39FE-4355-9C0D-4C03280B4950}" srcOrd="4" destOrd="0" parTransId="{329CC345-DA57-483B-A3BE-CBF52F5FF639}" sibTransId="{995F556D-3DAC-41B6-A24E-EB7E192FA5BF}"/>
    <dgm:cxn modelId="{C122165E-505D-445E-937A-D7507692DD0A}" type="presParOf" srcId="{1A7B82A6-F141-4842-A7EC-F34155A21BCE}" destId="{E1FD00CD-4E4F-4EAC-8612-99380BD26BF4}" srcOrd="0" destOrd="0" presId="urn:microsoft.com/office/officeart/2005/8/layout/default"/>
    <dgm:cxn modelId="{7D212740-8997-4323-9A1B-DBA4759F9D79}" type="presParOf" srcId="{1A7B82A6-F141-4842-A7EC-F34155A21BCE}" destId="{0764C203-D09A-4DA7-A259-FAAE2AFB379E}" srcOrd="1" destOrd="0" presId="urn:microsoft.com/office/officeart/2005/8/layout/default"/>
    <dgm:cxn modelId="{91653D67-AA68-4EED-86F1-9BD79C9D9B90}" type="presParOf" srcId="{1A7B82A6-F141-4842-A7EC-F34155A21BCE}" destId="{57123677-CDEB-42FC-B320-6A7BA0279C21}" srcOrd="2" destOrd="0" presId="urn:microsoft.com/office/officeart/2005/8/layout/default"/>
    <dgm:cxn modelId="{9B34C470-A3A4-4921-820F-59A10A91DBBF}" type="presParOf" srcId="{1A7B82A6-F141-4842-A7EC-F34155A21BCE}" destId="{5E47A5A0-23B8-415F-ABC6-17ECFBBB46E1}" srcOrd="3" destOrd="0" presId="urn:microsoft.com/office/officeart/2005/8/layout/default"/>
    <dgm:cxn modelId="{95AB5504-D0C4-4CF1-8025-09F145AE4ED7}" type="presParOf" srcId="{1A7B82A6-F141-4842-A7EC-F34155A21BCE}" destId="{2AE8549C-0DE1-4ED2-A767-96906BC2A4CD}" srcOrd="4" destOrd="0" presId="urn:microsoft.com/office/officeart/2005/8/layout/default"/>
    <dgm:cxn modelId="{7C806B66-14C2-4A04-B18A-FEC37FB64C4C}" type="presParOf" srcId="{1A7B82A6-F141-4842-A7EC-F34155A21BCE}" destId="{EB538C4A-838D-4344-A359-2870C7E7D151}" srcOrd="5" destOrd="0" presId="urn:microsoft.com/office/officeart/2005/8/layout/default"/>
    <dgm:cxn modelId="{B8C456A6-802F-46A0-AA3B-08533EE02028}" type="presParOf" srcId="{1A7B82A6-F141-4842-A7EC-F34155A21BCE}" destId="{9B0F2AEF-28D3-4278-AA27-459534055B77}" srcOrd="6" destOrd="0" presId="urn:microsoft.com/office/officeart/2005/8/layout/default"/>
    <dgm:cxn modelId="{B80F74F2-789C-46EC-A7AE-7DEC4B80AF8F}" type="presParOf" srcId="{1A7B82A6-F141-4842-A7EC-F34155A21BCE}" destId="{9A5EABBC-3A66-4C77-A389-88A1BEA3400A}" srcOrd="7" destOrd="0" presId="urn:microsoft.com/office/officeart/2005/8/layout/default"/>
    <dgm:cxn modelId="{50320379-72B8-409D-B757-78B50928CBA1}" type="presParOf" srcId="{1A7B82A6-F141-4842-A7EC-F34155A21BCE}" destId="{0B4CBF04-43E3-41DF-AA4E-75D649460A81}" srcOrd="8" destOrd="0" presId="urn:microsoft.com/office/officeart/2005/8/layout/default"/>
    <dgm:cxn modelId="{D643DBE6-70D8-4FD9-88BE-1D583FA0E065}" type="presParOf" srcId="{1A7B82A6-F141-4842-A7EC-F34155A21BCE}" destId="{006A087C-4AA2-442B-9BD3-91C7406F0172}" srcOrd="9" destOrd="0" presId="urn:microsoft.com/office/officeart/2005/8/layout/default"/>
    <dgm:cxn modelId="{7565B58E-EFD8-4BFE-A1B9-5F6F8376165D}" type="presParOf" srcId="{1A7B82A6-F141-4842-A7EC-F34155A21BCE}" destId="{E5B74DDA-7DDA-4398-AE4C-24C2B86CFC61}" srcOrd="10"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7AA0424-2538-4968-861B-19FF9D76D75D}" type="doc">
      <dgm:prSet loTypeId="urn:microsoft.com/office/officeart/2009/3/layout/DescendingProcess" loCatId="process" qsTypeId="urn:microsoft.com/office/officeart/2005/8/quickstyle/simple1" qsCatId="simple" csTypeId="urn:microsoft.com/office/officeart/2005/8/colors/accent1_2" csCatId="accent1" phldr="1"/>
      <dgm:spPr/>
      <dgm:t>
        <a:bodyPr/>
        <a:lstStyle/>
        <a:p>
          <a:endParaRPr lang="en-US"/>
        </a:p>
      </dgm:t>
    </dgm:pt>
    <dgm:pt modelId="{E5BB44DB-79C3-4CBD-BAC5-B4F1B3646471}" type="pres">
      <dgm:prSet presAssocID="{B7AA0424-2538-4968-861B-19FF9D76D75D}" presName="Name0" presStyleCnt="0">
        <dgm:presLayoutVars>
          <dgm:chMax val="7"/>
          <dgm:chPref val="5"/>
        </dgm:presLayoutVars>
      </dgm:prSet>
      <dgm:spPr/>
      <dgm:t>
        <a:bodyPr/>
        <a:lstStyle/>
        <a:p>
          <a:endParaRPr lang="en-US"/>
        </a:p>
      </dgm:t>
    </dgm:pt>
  </dgm:ptLst>
  <dgm:cxnLst>
    <dgm:cxn modelId="{FFF041FB-2B68-409C-952B-346141E13A78}" type="presOf" srcId="{B7AA0424-2538-4968-861B-19FF9D76D75D}" destId="{E5BB44DB-79C3-4CBD-BAC5-B4F1B3646471}" srcOrd="0" destOrd="0" presId="urn:microsoft.com/office/officeart/2009/3/layout/Descending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AA2BFD6-3142-4183-921E-4908CE8EB8BA}" type="doc">
      <dgm:prSet loTypeId="urn:microsoft.com/office/officeart/2005/8/layout/cycle2" loCatId="cycle" qsTypeId="urn:microsoft.com/office/officeart/2005/8/quickstyle/3d1" qsCatId="3D" csTypeId="urn:microsoft.com/office/officeart/2005/8/colors/colorful2" csCatId="colorful" phldr="1"/>
      <dgm:spPr/>
      <dgm:t>
        <a:bodyPr/>
        <a:lstStyle/>
        <a:p>
          <a:endParaRPr lang="en-US"/>
        </a:p>
      </dgm:t>
    </dgm:pt>
    <dgm:pt modelId="{5DE147E1-7854-43D3-B725-FBF3D23F60EE}">
      <dgm:prSet phldrT="[Text]"/>
      <dgm:spPr/>
      <dgm:t>
        <a:bodyPr/>
        <a:lstStyle/>
        <a:p>
          <a:r>
            <a:rPr lang="en-US" dirty="0" smtClean="0"/>
            <a:t>INFORMATION </a:t>
          </a:r>
          <a:endParaRPr lang="en-US" dirty="0"/>
        </a:p>
      </dgm:t>
    </dgm:pt>
    <dgm:pt modelId="{3B969622-93D7-4124-8D5F-7BF472486AA5}" type="parTrans" cxnId="{8F90642F-DDC3-4DBC-A123-5E5EC52A34AF}">
      <dgm:prSet/>
      <dgm:spPr/>
      <dgm:t>
        <a:bodyPr/>
        <a:lstStyle/>
        <a:p>
          <a:endParaRPr lang="en-US"/>
        </a:p>
      </dgm:t>
    </dgm:pt>
    <dgm:pt modelId="{1668EB43-E27A-4FA5-8EA9-9259F7B8675B}" type="sibTrans" cxnId="{8F90642F-DDC3-4DBC-A123-5E5EC52A34AF}">
      <dgm:prSet/>
      <dgm:spPr/>
      <dgm:t>
        <a:bodyPr/>
        <a:lstStyle/>
        <a:p>
          <a:endParaRPr lang="en-US"/>
        </a:p>
      </dgm:t>
    </dgm:pt>
    <dgm:pt modelId="{439D4345-C2B7-4E81-A86F-76DE9DEEEBCA}">
      <dgm:prSet phldrT="[Text]"/>
      <dgm:spPr/>
      <dgm:t>
        <a:bodyPr/>
        <a:lstStyle/>
        <a:p>
          <a:r>
            <a:rPr lang="en-US" dirty="0" smtClean="0"/>
            <a:t>INSTRUCTION </a:t>
          </a:r>
          <a:endParaRPr lang="en-US" dirty="0"/>
        </a:p>
      </dgm:t>
    </dgm:pt>
    <dgm:pt modelId="{B7880D86-8E27-431A-B784-9A3BD545CB50}" type="parTrans" cxnId="{398D35D3-57D9-42A4-A1BF-C26AA0CB9723}">
      <dgm:prSet/>
      <dgm:spPr/>
      <dgm:t>
        <a:bodyPr/>
        <a:lstStyle/>
        <a:p>
          <a:endParaRPr lang="en-US"/>
        </a:p>
      </dgm:t>
    </dgm:pt>
    <dgm:pt modelId="{007E436C-FF2F-429A-AF25-18EEE04D9B28}" type="sibTrans" cxnId="{398D35D3-57D9-42A4-A1BF-C26AA0CB9723}">
      <dgm:prSet/>
      <dgm:spPr/>
      <dgm:t>
        <a:bodyPr/>
        <a:lstStyle/>
        <a:p>
          <a:endParaRPr lang="en-US"/>
        </a:p>
      </dgm:t>
    </dgm:pt>
    <dgm:pt modelId="{9952ED8D-EBD4-4769-8E67-FBDB7A11AA92}">
      <dgm:prSet phldrT="[Text]"/>
      <dgm:spPr/>
      <dgm:t>
        <a:bodyPr/>
        <a:lstStyle/>
        <a:p>
          <a:r>
            <a:rPr lang="en-US" dirty="0" smtClean="0"/>
            <a:t>DESCRIPTION </a:t>
          </a:r>
          <a:endParaRPr lang="en-US" dirty="0"/>
        </a:p>
      </dgm:t>
    </dgm:pt>
    <dgm:pt modelId="{EE2386A4-1110-41E9-96CF-0FF589A23008}" type="parTrans" cxnId="{9CE4742C-55D6-41CE-BF00-F5FDE8AEFDC2}">
      <dgm:prSet/>
      <dgm:spPr/>
      <dgm:t>
        <a:bodyPr/>
        <a:lstStyle/>
        <a:p>
          <a:endParaRPr lang="en-US"/>
        </a:p>
      </dgm:t>
    </dgm:pt>
    <dgm:pt modelId="{7AD01457-40DC-41AD-B1D4-E16A84206FCF}" type="sibTrans" cxnId="{9CE4742C-55D6-41CE-BF00-F5FDE8AEFDC2}">
      <dgm:prSet/>
      <dgm:spPr/>
      <dgm:t>
        <a:bodyPr/>
        <a:lstStyle/>
        <a:p>
          <a:endParaRPr lang="en-US"/>
        </a:p>
      </dgm:t>
    </dgm:pt>
    <dgm:pt modelId="{3BF92DC9-D313-418C-939E-CA2F3369122B}">
      <dgm:prSet phldrT="[Text]"/>
      <dgm:spPr/>
      <dgm:t>
        <a:bodyPr/>
        <a:lstStyle/>
        <a:p>
          <a:r>
            <a:rPr lang="en-US" dirty="0" smtClean="0"/>
            <a:t>EXPLANATION </a:t>
          </a:r>
          <a:endParaRPr lang="en-US" dirty="0"/>
        </a:p>
      </dgm:t>
    </dgm:pt>
    <dgm:pt modelId="{4B9AE104-F27C-4F46-A173-5F8A8C2CA119}" type="parTrans" cxnId="{1A4468B2-2309-46B1-96D8-5434D9706881}">
      <dgm:prSet/>
      <dgm:spPr/>
      <dgm:t>
        <a:bodyPr/>
        <a:lstStyle/>
        <a:p>
          <a:endParaRPr lang="en-US"/>
        </a:p>
      </dgm:t>
    </dgm:pt>
    <dgm:pt modelId="{484229CD-F9CF-434B-855A-A0C0AAE0FBE9}" type="sibTrans" cxnId="{1A4468B2-2309-46B1-96D8-5434D9706881}">
      <dgm:prSet/>
      <dgm:spPr/>
      <dgm:t>
        <a:bodyPr/>
        <a:lstStyle/>
        <a:p>
          <a:endParaRPr lang="en-US"/>
        </a:p>
      </dgm:t>
    </dgm:pt>
    <dgm:pt modelId="{9AF57AEC-7034-49F1-9992-867BCE73272E}">
      <dgm:prSet phldrT="[Text]"/>
      <dgm:spPr/>
      <dgm:t>
        <a:bodyPr/>
        <a:lstStyle/>
        <a:p>
          <a:r>
            <a:rPr lang="en-US" dirty="0" smtClean="0"/>
            <a:t>MECHNISM </a:t>
          </a:r>
          <a:endParaRPr lang="en-US" dirty="0"/>
        </a:p>
      </dgm:t>
    </dgm:pt>
    <dgm:pt modelId="{37A2B7A7-DE1D-4E75-916A-40A03FFB1861}" type="parTrans" cxnId="{46CE6A73-F5A0-49D4-A8D2-E4C572201828}">
      <dgm:prSet/>
      <dgm:spPr/>
      <dgm:t>
        <a:bodyPr/>
        <a:lstStyle/>
        <a:p>
          <a:endParaRPr lang="en-US"/>
        </a:p>
      </dgm:t>
    </dgm:pt>
    <dgm:pt modelId="{8398A8D2-FD0C-41D0-A369-605B4EF87CCA}" type="sibTrans" cxnId="{46CE6A73-F5A0-49D4-A8D2-E4C572201828}">
      <dgm:prSet/>
      <dgm:spPr/>
      <dgm:t>
        <a:bodyPr/>
        <a:lstStyle/>
        <a:p>
          <a:endParaRPr lang="en-US"/>
        </a:p>
      </dgm:t>
    </dgm:pt>
    <dgm:pt modelId="{C0C811AD-5EF7-4D6C-A917-7B02B3A5914E}" type="pres">
      <dgm:prSet presAssocID="{CAA2BFD6-3142-4183-921E-4908CE8EB8BA}" presName="cycle" presStyleCnt="0">
        <dgm:presLayoutVars>
          <dgm:dir/>
          <dgm:resizeHandles val="exact"/>
        </dgm:presLayoutVars>
      </dgm:prSet>
      <dgm:spPr/>
      <dgm:t>
        <a:bodyPr/>
        <a:lstStyle/>
        <a:p>
          <a:endParaRPr lang="en-US"/>
        </a:p>
      </dgm:t>
    </dgm:pt>
    <dgm:pt modelId="{09D8FF17-1425-4C2F-BFA1-60D18F05E729}" type="pres">
      <dgm:prSet presAssocID="{5DE147E1-7854-43D3-B725-FBF3D23F60EE}" presName="node" presStyleLbl="node1" presStyleIdx="0" presStyleCnt="5">
        <dgm:presLayoutVars>
          <dgm:bulletEnabled val="1"/>
        </dgm:presLayoutVars>
      </dgm:prSet>
      <dgm:spPr/>
      <dgm:t>
        <a:bodyPr/>
        <a:lstStyle/>
        <a:p>
          <a:endParaRPr lang="en-US"/>
        </a:p>
      </dgm:t>
    </dgm:pt>
    <dgm:pt modelId="{19019ACB-6C24-4DD6-AB43-0C131D9C77E4}" type="pres">
      <dgm:prSet presAssocID="{1668EB43-E27A-4FA5-8EA9-9259F7B8675B}" presName="sibTrans" presStyleLbl="sibTrans2D1" presStyleIdx="0" presStyleCnt="5"/>
      <dgm:spPr/>
      <dgm:t>
        <a:bodyPr/>
        <a:lstStyle/>
        <a:p>
          <a:endParaRPr lang="en-US"/>
        </a:p>
      </dgm:t>
    </dgm:pt>
    <dgm:pt modelId="{CE6C55E5-199F-4ED9-B7C0-8F287C6D5B93}" type="pres">
      <dgm:prSet presAssocID="{1668EB43-E27A-4FA5-8EA9-9259F7B8675B}" presName="connectorText" presStyleLbl="sibTrans2D1" presStyleIdx="0" presStyleCnt="5"/>
      <dgm:spPr/>
      <dgm:t>
        <a:bodyPr/>
        <a:lstStyle/>
        <a:p>
          <a:endParaRPr lang="en-US"/>
        </a:p>
      </dgm:t>
    </dgm:pt>
    <dgm:pt modelId="{A310057A-D758-4E2B-BA3E-44B7CBD69E15}" type="pres">
      <dgm:prSet presAssocID="{439D4345-C2B7-4E81-A86F-76DE9DEEEBCA}" presName="node" presStyleLbl="node1" presStyleIdx="1" presStyleCnt="5">
        <dgm:presLayoutVars>
          <dgm:bulletEnabled val="1"/>
        </dgm:presLayoutVars>
      </dgm:prSet>
      <dgm:spPr/>
      <dgm:t>
        <a:bodyPr/>
        <a:lstStyle/>
        <a:p>
          <a:endParaRPr lang="en-US"/>
        </a:p>
      </dgm:t>
    </dgm:pt>
    <dgm:pt modelId="{AF5D9384-0DEC-4400-BEB5-3AB08F74E19B}" type="pres">
      <dgm:prSet presAssocID="{007E436C-FF2F-429A-AF25-18EEE04D9B28}" presName="sibTrans" presStyleLbl="sibTrans2D1" presStyleIdx="1" presStyleCnt="5"/>
      <dgm:spPr/>
      <dgm:t>
        <a:bodyPr/>
        <a:lstStyle/>
        <a:p>
          <a:endParaRPr lang="en-US"/>
        </a:p>
      </dgm:t>
    </dgm:pt>
    <dgm:pt modelId="{55EB0942-4956-4ABB-BBDE-372F8ED0D1C6}" type="pres">
      <dgm:prSet presAssocID="{007E436C-FF2F-429A-AF25-18EEE04D9B28}" presName="connectorText" presStyleLbl="sibTrans2D1" presStyleIdx="1" presStyleCnt="5"/>
      <dgm:spPr/>
      <dgm:t>
        <a:bodyPr/>
        <a:lstStyle/>
        <a:p>
          <a:endParaRPr lang="en-US"/>
        </a:p>
      </dgm:t>
    </dgm:pt>
    <dgm:pt modelId="{D1815D43-2CF8-442B-92C3-459E81791050}" type="pres">
      <dgm:prSet presAssocID="{9952ED8D-EBD4-4769-8E67-FBDB7A11AA92}" presName="node" presStyleLbl="node1" presStyleIdx="2" presStyleCnt="5">
        <dgm:presLayoutVars>
          <dgm:bulletEnabled val="1"/>
        </dgm:presLayoutVars>
      </dgm:prSet>
      <dgm:spPr/>
      <dgm:t>
        <a:bodyPr/>
        <a:lstStyle/>
        <a:p>
          <a:endParaRPr lang="en-US"/>
        </a:p>
      </dgm:t>
    </dgm:pt>
    <dgm:pt modelId="{A136C431-2873-41C7-BD69-50466102C68D}" type="pres">
      <dgm:prSet presAssocID="{7AD01457-40DC-41AD-B1D4-E16A84206FCF}" presName="sibTrans" presStyleLbl="sibTrans2D1" presStyleIdx="2" presStyleCnt="5"/>
      <dgm:spPr/>
      <dgm:t>
        <a:bodyPr/>
        <a:lstStyle/>
        <a:p>
          <a:endParaRPr lang="en-US"/>
        </a:p>
      </dgm:t>
    </dgm:pt>
    <dgm:pt modelId="{5E7772FA-E90E-4BC3-B23E-99C26417F932}" type="pres">
      <dgm:prSet presAssocID="{7AD01457-40DC-41AD-B1D4-E16A84206FCF}" presName="connectorText" presStyleLbl="sibTrans2D1" presStyleIdx="2" presStyleCnt="5"/>
      <dgm:spPr/>
      <dgm:t>
        <a:bodyPr/>
        <a:lstStyle/>
        <a:p>
          <a:endParaRPr lang="en-US"/>
        </a:p>
      </dgm:t>
    </dgm:pt>
    <dgm:pt modelId="{A65F366B-FE6F-4FB0-B955-7EFFB4BFB700}" type="pres">
      <dgm:prSet presAssocID="{3BF92DC9-D313-418C-939E-CA2F3369122B}" presName="node" presStyleLbl="node1" presStyleIdx="3" presStyleCnt="5">
        <dgm:presLayoutVars>
          <dgm:bulletEnabled val="1"/>
        </dgm:presLayoutVars>
      </dgm:prSet>
      <dgm:spPr/>
      <dgm:t>
        <a:bodyPr/>
        <a:lstStyle/>
        <a:p>
          <a:endParaRPr lang="en-US"/>
        </a:p>
      </dgm:t>
    </dgm:pt>
    <dgm:pt modelId="{CA5A93DA-5836-41CD-9D72-20FBCE9D94BB}" type="pres">
      <dgm:prSet presAssocID="{484229CD-F9CF-434B-855A-A0C0AAE0FBE9}" presName="sibTrans" presStyleLbl="sibTrans2D1" presStyleIdx="3" presStyleCnt="5"/>
      <dgm:spPr/>
      <dgm:t>
        <a:bodyPr/>
        <a:lstStyle/>
        <a:p>
          <a:endParaRPr lang="en-US"/>
        </a:p>
      </dgm:t>
    </dgm:pt>
    <dgm:pt modelId="{15D3D1F3-B2A5-457C-8F88-E5C8B322DBC0}" type="pres">
      <dgm:prSet presAssocID="{484229CD-F9CF-434B-855A-A0C0AAE0FBE9}" presName="connectorText" presStyleLbl="sibTrans2D1" presStyleIdx="3" presStyleCnt="5"/>
      <dgm:spPr/>
      <dgm:t>
        <a:bodyPr/>
        <a:lstStyle/>
        <a:p>
          <a:endParaRPr lang="en-US"/>
        </a:p>
      </dgm:t>
    </dgm:pt>
    <dgm:pt modelId="{D9517765-19AE-4ED7-812A-1484A1D96DCB}" type="pres">
      <dgm:prSet presAssocID="{9AF57AEC-7034-49F1-9992-867BCE73272E}" presName="node" presStyleLbl="node1" presStyleIdx="4" presStyleCnt="5">
        <dgm:presLayoutVars>
          <dgm:bulletEnabled val="1"/>
        </dgm:presLayoutVars>
      </dgm:prSet>
      <dgm:spPr/>
      <dgm:t>
        <a:bodyPr/>
        <a:lstStyle/>
        <a:p>
          <a:endParaRPr lang="en-US"/>
        </a:p>
      </dgm:t>
    </dgm:pt>
    <dgm:pt modelId="{3453D807-0400-4587-BAF3-D238D69CFE99}" type="pres">
      <dgm:prSet presAssocID="{8398A8D2-FD0C-41D0-A369-605B4EF87CCA}" presName="sibTrans" presStyleLbl="sibTrans2D1" presStyleIdx="4" presStyleCnt="5"/>
      <dgm:spPr/>
      <dgm:t>
        <a:bodyPr/>
        <a:lstStyle/>
        <a:p>
          <a:endParaRPr lang="en-US"/>
        </a:p>
      </dgm:t>
    </dgm:pt>
    <dgm:pt modelId="{D3A601F0-96CB-410A-8D4F-C7BE502F9463}" type="pres">
      <dgm:prSet presAssocID="{8398A8D2-FD0C-41D0-A369-605B4EF87CCA}" presName="connectorText" presStyleLbl="sibTrans2D1" presStyleIdx="4" presStyleCnt="5"/>
      <dgm:spPr/>
      <dgm:t>
        <a:bodyPr/>
        <a:lstStyle/>
        <a:p>
          <a:endParaRPr lang="en-US"/>
        </a:p>
      </dgm:t>
    </dgm:pt>
  </dgm:ptLst>
  <dgm:cxnLst>
    <dgm:cxn modelId="{72EFAC82-23C4-4FE1-A23F-40BB99150287}" type="presOf" srcId="{CAA2BFD6-3142-4183-921E-4908CE8EB8BA}" destId="{C0C811AD-5EF7-4D6C-A917-7B02B3A5914E}" srcOrd="0" destOrd="0" presId="urn:microsoft.com/office/officeart/2005/8/layout/cycle2"/>
    <dgm:cxn modelId="{E22BA21C-D467-48A7-9530-D74274C6098F}" type="presOf" srcId="{8398A8D2-FD0C-41D0-A369-605B4EF87CCA}" destId="{D3A601F0-96CB-410A-8D4F-C7BE502F9463}" srcOrd="1" destOrd="0" presId="urn:microsoft.com/office/officeart/2005/8/layout/cycle2"/>
    <dgm:cxn modelId="{B3F25C07-1FDA-4F52-9157-166F30DA272B}" type="presOf" srcId="{1668EB43-E27A-4FA5-8EA9-9259F7B8675B}" destId="{CE6C55E5-199F-4ED9-B7C0-8F287C6D5B93}" srcOrd="1" destOrd="0" presId="urn:microsoft.com/office/officeart/2005/8/layout/cycle2"/>
    <dgm:cxn modelId="{8F90642F-DDC3-4DBC-A123-5E5EC52A34AF}" srcId="{CAA2BFD6-3142-4183-921E-4908CE8EB8BA}" destId="{5DE147E1-7854-43D3-B725-FBF3D23F60EE}" srcOrd="0" destOrd="0" parTransId="{3B969622-93D7-4124-8D5F-7BF472486AA5}" sibTransId="{1668EB43-E27A-4FA5-8EA9-9259F7B8675B}"/>
    <dgm:cxn modelId="{52661C3F-174B-4C65-A813-701D865C2F38}" type="presOf" srcId="{5DE147E1-7854-43D3-B725-FBF3D23F60EE}" destId="{09D8FF17-1425-4C2F-BFA1-60D18F05E729}" srcOrd="0" destOrd="0" presId="urn:microsoft.com/office/officeart/2005/8/layout/cycle2"/>
    <dgm:cxn modelId="{AB312DCE-E885-4CC3-9343-3CA96AAAFBEB}" type="presOf" srcId="{007E436C-FF2F-429A-AF25-18EEE04D9B28}" destId="{AF5D9384-0DEC-4400-BEB5-3AB08F74E19B}" srcOrd="0" destOrd="0" presId="urn:microsoft.com/office/officeart/2005/8/layout/cycle2"/>
    <dgm:cxn modelId="{68AB9376-46CA-4DDD-862F-3E7348A0C4AB}" type="presOf" srcId="{7AD01457-40DC-41AD-B1D4-E16A84206FCF}" destId="{5E7772FA-E90E-4BC3-B23E-99C26417F932}" srcOrd="1" destOrd="0" presId="urn:microsoft.com/office/officeart/2005/8/layout/cycle2"/>
    <dgm:cxn modelId="{41B47E4E-CC34-42A4-BC16-19ED4ADD14BC}" type="presOf" srcId="{007E436C-FF2F-429A-AF25-18EEE04D9B28}" destId="{55EB0942-4956-4ABB-BBDE-372F8ED0D1C6}" srcOrd="1" destOrd="0" presId="urn:microsoft.com/office/officeart/2005/8/layout/cycle2"/>
    <dgm:cxn modelId="{FD0E6DC0-0A27-4BF4-9CE5-D68338118B1A}" type="presOf" srcId="{9952ED8D-EBD4-4769-8E67-FBDB7A11AA92}" destId="{D1815D43-2CF8-442B-92C3-459E81791050}" srcOrd="0" destOrd="0" presId="urn:microsoft.com/office/officeart/2005/8/layout/cycle2"/>
    <dgm:cxn modelId="{2718A942-62F1-4000-9B3D-C7B40B546DAE}" type="presOf" srcId="{1668EB43-E27A-4FA5-8EA9-9259F7B8675B}" destId="{19019ACB-6C24-4DD6-AB43-0C131D9C77E4}" srcOrd="0" destOrd="0" presId="urn:microsoft.com/office/officeart/2005/8/layout/cycle2"/>
    <dgm:cxn modelId="{17A22F03-2DFD-4B82-A654-16C864DF937C}" type="presOf" srcId="{8398A8D2-FD0C-41D0-A369-605B4EF87CCA}" destId="{3453D807-0400-4587-BAF3-D238D69CFE99}" srcOrd="0" destOrd="0" presId="urn:microsoft.com/office/officeart/2005/8/layout/cycle2"/>
    <dgm:cxn modelId="{A7140EC4-4425-4849-864C-52EBC3C9C3F4}" type="presOf" srcId="{3BF92DC9-D313-418C-939E-CA2F3369122B}" destId="{A65F366B-FE6F-4FB0-B955-7EFFB4BFB700}" srcOrd="0" destOrd="0" presId="urn:microsoft.com/office/officeart/2005/8/layout/cycle2"/>
    <dgm:cxn modelId="{1A4468B2-2309-46B1-96D8-5434D9706881}" srcId="{CAA2BFD6-3142-4183-921E-4908CE8EB8BA}" destId="{3BF92DC9-D313-418C-939E-CA2F3369122B}" srcOrd="3" destOrd="0" parTransId="{4B9AE104-F27C-4F46-A173-5F8A8C2CA119}" sibTransId="{484229CD-F9CF-434B-855A-A0C0AAE0FBE9}"/>
    <dgm:cxn modelId="{6959BF29-08C3-44DD-B228-D974555EE0D2}" type="presOf" srcId="{484229CD-F9CF-434B-855A-A0C0AAE0FBE9}" destId="{CA5A93DA-5836-41CD-9D72-20FBCE9D94BB}" srcOrd="0" destOrd="0" presId="urn:microsoft.com/office/officeart/2005/8/layout/cycle2"/>
    <dgm:cxn modelId="{9CE4742C-55D6-41CE-BF00-F5FDE8AEFDC2}" srcId="{CAA2BFD6-3142-4183-921E-4908CE8EB8BA}" destId="{9952ED8D-EBD4-4769-8E67-FBDB7A11AA92}" srcOrd="2" destOrd="0" parTransId="{EE2386A4-1110-41E9-96CF-0FF589A23008}" sibTransId="{7AD01457-40DC-41AD-B1D4-E16A84206FCF}"/>
    <dgm:cxn modelId="{AD124442-9DF6-420A-9E4A-83D0372B707F}" type="presOf" srcId="{439D4345-C2B7-4E81-A86F-76DE9DEEEBCA}" destId="{A310057A-D758-4E2B-BA3E-44B7CBD69E15}" srcOrd="0" destOrd="0" presId="urn:microsoft.com/office/officeart/2005/8/layout/cycle2"/>
    <dgm:cxn modelId="{46CE6A73-F5A0-49D4-A8D2-E4C572201828}" srcId="{CAA2BFD6-3142-4183-921E-4908CE8EB8BA}" destId="{9AF57AEC-7034-49F1-9992-867BCE73272E}" srcOrd="4" destOrd="0" parTransId="{37A2B7A7-DE1D-4E75-916A-40A03FFB1861}" sibTransId="{8398A8D2-FD0C-41D0-A369-605B4EF87CCA}"/>
    <dgm:cxn modelId="{398D35D3-57D9-42A4-A1BF-C26AA0CB9723}" srcId="{CAA2BFD6-3142-4183-921E-4908CE8EB8BA}" destId="{439D4345-C2B7-4E81-A86F-76DE9DEEEBCA}" srcOrd="1" destOrd="0" parTransId="{B7880D86-8E27-431A-B784-9A3BD545CB50}" sibTransId="{007E436C-FF2F-429A-AF25-18EEE04D9B28}"/>
    <dgm:cxn modelId="{60D1A023-A967-43C7-9F27-D7CD0ABDBBF8}" type="presOf" srcId="{9AF57AEC-7034-49F1-9992-867BCE73272E}" destId="{D9517765-19AE-4ED7-812A-1484A1D96DCB}" srcOrd="0" destOrd="0" presId="urn:microsoft.com/office/officeart/2005/8/layout/cycle2"/>
    <dgm:cxn modelId="{A3CD805D-B0FA-46AE-8B7B-09C7F9F521FE}" type="presOf" srcId="{484229CD-F9CF-434B-855A-A0C0AAE0FBE9}" destId="{15D3D1F3-B2A5-457C-8F88-E5C8B322DBC0}" srcOrd="1" destOrd="0" presId="urn:microsoft.com/office/officeart/2005/8/layout/cycle2"/>
    <dgm:cxn modelId="{873E367A-DD08-4D22-A40A-E2278E4E5C2A}" type="presOf" srcId="{7AD01457-40DC-41AD-B1D4-E16A84206FCF}" destId="{A136C431-2873-41C7-BD69-50466102C68D}" srcOrd="0" destOrd="0" presId="urn:microsoft.com/office/officeart/2005/8/layout/cycle2"/>
    <dgm:cxn modelId="{79C7EAF2-A46F-4927-8B97-494CAF925B19}" type="presParOf" srcId="{C0C811AD-5EF7-4D6C-A917-7B02B3A5914E}" destId="{09D8FF17-1425-4C2F-BFA1-60D18F05E729}" srcOrd="0" destOrd="0" presId="urn:microsoft.com/office/officeart/2005/8/layout/cycle2"/>
    <dgm:cxn modelId="{C3881460-E637-42D4-9C3E-3144B81452BC}" type="presParOf" srcId="{C0C811AD-5EF7-4D6C-A917-7B02B3A5914E}" destId="{19019ACB-6C24-4DD6-AB43-0C131D9C77E4}" srcOrd="1" destOrd="0" presId="urn:microsoft.com/office/officeart/2005/8/layout/cycle2"/>
    <dgm:cxn modelId="{AB9910CC-FD29-43F3-B2B8-91AB454FECDA}" type="presParOf" srcId="{19019ACB-6C24-4DD6-AB43-0C131D9C77E4}" destId="{CE6C55E5-199F-4ED9-B7C0-8F287C6D5B93}" srcOrd="0" destOrd="0" presId="urn:microsoft.com/office/officeart/2005/8/layout/cycle2"/>
    <dgm:cxn modelId="{D674366E-7ECA-4366-9BC3-B0CCBCFE23BF}" type="presParOf" srcId="{C0C811AD-5EF7-4D6C-A917-7B02B3A5914E}" destId="{A310057A-D758-4E2B-BA3E-44B7CBD69E15}" srcOrd="2" destOrd="0" presId="urn:microsoft.com/office/officeart/2005/8/layout/cycle2"/>
    <dgm:cxn modelId="{39BFE359-FCF2-41C2-853D-F93A08A0D20D}" type="presParOf" srcId="{C0C811AD-5EF7-4D6C-A917-7B02B3A5914E}" destId="{AF5D9384-0DEC-4400-BEB5-3AB08F74E19B}" srcOrd="3" destOrd="0" presId="urn:microsoft.com/office/officeart/2005/8/layout/cycle2"/>
    <dgm:cxn modelId="{94E6E644-72EF-4FB0-8C65-BD091EB848B3}" type="presParOf" srcId="{AF5D9384-0DEC-4400-BEB5-3AB08F74E19B}" destId="{55EB0942-4956-4ABB-BBDE-372F8ED0D1C6}" srcOrd="0" destOrd="0" presId="urn:microsoft.com/office/officeart/2005/8/layout/cycle2"/>
    <dgm:cxn modelId="{17F2392A-AF57-498C-A4CD-16304ED1E699}" type="presParOf" srcId="{C0C811AD-5EF7-4D6C-A917-7B02B3A5914E}" destId="{D1815D43-2CF8-442B-92C3-459E81791050}" srcOrd="4" destOrd="0" presId="urn:microsoft.com/office/officeart/2005/8/layout/cycle2"/>
    <dgm:cxn modelId="{37BD29E3-3852-4397-9710-7D30E95EB796}" type="presParOf" srcId="{C0C811AD-5EF7-4D6C-A917-7B02B3A5914E}" destId="{A136C431-2873-41C7-BD69-50466102C68D}" srcOrd="5" destOrd="0" presId="urn:microsoft.com/office/officeart/2005/8/layout/cycle2"/>
    <dgm:cxn modelId="{0F705855-1A4E-4A00-87B3-82B08CFDE5FD}" type="presParOf" srcId="{A136C431-2873-41C7-BD69-50466102C68D}" destId="{5E7772FA-E90E-4BC3-B23E-99C26417F932}" srcOrd="0" destOrd="0" presId="urn:microsoft.com/office/officeart/2005/8/layout/cycle2"/>
    <dgm:cxn modelId="{5C1FA7D0-0280-4679-8E62-A5573B945231}" type="presParOf" srcId="{C0C811AD-5EF7-4D6C-A917-7B02B3A5914E}" destId="{A65F366B-FE6F-4FB0-B955-7EFFB4BFB700}" srcOrd="6" destOrd="0" presId="urn:microsoft.com/office/officeart/2005/8/layout/cycle2"/>
    <dgm:cxn modelId="{863FDD7F-84A1-43FD-9CFB-95692C4BD567}" type="presParOf" srcId="{C0C811AD-5EF7-4D6C-A917-7B02B3A5914E}" destId="{CA5A93DA-5836-41CD-9D72-20FBCE9D94BB}" srcOrd="7" destOrd="0" presId="urn:microsoft.com/office/officeart/2005/8/layout/cycle2"/>
    <dgm:cxn modelId="{435AE580-1BF8-432B-BD42-1A0761BAEF88}" type="presParOf" srcId="{CA5A93DA-5836-41CD-9D72-20FBCE9D94BB}" destId="{15D3D1F3-B2A5-457C-8F88-E5C8B322DBC0}" srcOrd="0" destOrd="0" presId="urn:microsoft.com/office/officeart/2005/8/layout/cycle2"/>
    <dgm:cxn modelId="{2CCE824C-1ED9-4916-A80F-2090CE1E6C79}" type="presParOf" srcId="{C0C811AD-5EF7-4D6C-A917-7B02B3A5914E}" destId="{D9517765-19AE-4ED7-812A-1484A1D96DCB}" srcOrd="8" destOrd="0" presId="urn:microsoft.com/office/officeart/2005/8/layout/cycle2"/>
    <dgm:cxn modelId="{7EC49F36-93B0-4E77-8ED2-59D7AF444F82}" type="presParOf" srcId="{C0C811AD-5EF7-4D6C-A917-7B02B3A5914E}" destId="{3453D807-0400-4587-BAF3-D238D69CFE99}" srcOrd="9" destOrd="0" presId="urn:microsoft.com/office/officeart/2005/8/layout/cycle2"/>
    <dgm:cxn modelId="{05042CE4-AAEB-4AA9-A071-2DE813A22B30}" type="presParOf" srcId="{3453D807-0400-4587-BAF3-D238D69CFE99}" destId="{D3A601F0-96CB-410A-8D4F-C7BE502F9463}" srcOrd="0" destOrd="0" presId="urn:microsoft.com/office/officeart/2005/8/layout/cycle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7139A7E-0B64-48CC-A859-E02DB53FD0B9}" type="doc">
      <dgm:prSet loTypeId="urn:microsoft.com/office/officeart/2011/layout/HexagonRadial" loCatId="cycle" qsTypeId="urn:microsoft.com/office/officeart/2005/8/quickstyle/3d3" qsCatId="3D" csTypeId="urn:microsoft.com/office/officeart/2005/8/colors/colorful1" csCatId="colorful" phldr="1"/>
      <dgm:spPr/>
      <dgm:t>
        <a:bodyPr/>
        <a:lstStyle/>
        <a:p>
          <a:endParaRPr lang="en-US"/>
        </a:p>
      </dgm:t>
    </dgm:pt>
    <dgm:pt modelId="{28800386-F84F-4961-A678-104178479553}">
      <dgm:prSet phldrT="[Text]"/>
      <dgm:spPr/>
      <dgm:t>
        <a:bodyPr/>
        <a:lstStyle/>
        <a:p>
          <a:r>
            <a:rPr lang="en-US" dirty="0" smtClean="0"/>
            <a:t>Technical Report </a:t>
          </a:r>
          <a:endParaRPr lang="en-US" dirty="0"/>
        </a:p>
      </dgm:t>
    </dgm:pt>
    <dgm:pt modelId="{F2B407A9-EFD0-42F1-AA33-1091335CA3BB}" type="parTrans" cxnId="{39308722-D78C-4E3F-9E6A-079D33811F4A}">
      <dgm:prSet/>
      <dgm:spPr/>
      <dgm:t>
        <a:bodyPr/>
        <a:lstStyle/>
        <a:p>
          <a:endParaRPr lang="en-US"/>
        </a:p>
      </dgm:t>
    </dgm:pt>
    <dgm:pt modelId="{10E73946-F6B4-42EB-8AE9-4EB55A331856}" type="sibTrans" cxnId="{39308722-D78C-4E3F-9E6A-079D33811F4A}">
      <dgm:prSet/>
      <dgm:spPr/>
      <dgm:t>
        <a:bodyPr/>
        <a:lstStyle/>
        <a:p>
          <a:endParaRPr lang="en-US"/>
        </a:p>
      </dgm:t>
    </dgm:pt>
    <dgm:pt modelId="{2B6D7237-502E-4543-A6AA-4CAE6E3531EB}">
      <dgm:prSet phldrT="[Text]"/>
      <dgm:spPr/>
      <dgm:t>
        <a:bodyPr/>
        <a:lstStyle/>
        <a:p>
          <a:r>
            <a:rPr lang="en-US" smtClean="0"/>
            <a:t>Description </a:t>
          </a:r>
          <a:endParaRPr lang="en-US" dirty="0"/>
        </a:p>
      </dgm:t>
    </dgm:pt>
    <dgm:pt modelId="{73E6CAD0-1AA1-473C-9A72-62C5A91DB289}" type="parTrans" cxnId="{FF7D9B0A-1E36-452C-B38E-9CFEEF0D686E}">
      <dgm:prSet/>
      <dgm:spPr/>
      <dgm:t>
        <a:bodyPr/>
        <a:lstStyle/>
        <a:p>
          <a:endParaRPr lang="en-US"/>
        </a:p>
      </dgm:t>
    </dgm:pt>
    <dgm:pt modelId="{0BB071EF-473B-459A-8FA5-3F51A87D9F9F}" type="sibTrans" cxnId="{FF7D9B0A-1E36-452C-B38E-9CFEEF0D686E}">
      <dgm:prSet/>
      <dgm:spPr/>
      <dgm:t>
        <a:bodyPr/>
        <a:lstStyle/>
        <a:p>
          <a:endParaRPr lang="en-US"/>
        </a:p>
      </dgm:t>
    </dgm:pt>
    <dgm:pt modelId="{DAA2598A-1FD4-49D6-BEDE-A7238D7AFCDF}">
      <dgm:prSet phldrT="[Text]"/>
      <dgm:spPr/>
      <dgm:t>
        <a:bodyPr/>
        <a:lstStyle/>
        <a:p>
          <a:r>
            <a:rPr lang="en-US" dirty="0" smtClean="0"/>
            <a:t>Instruction </a:t>
          </a:r>
          <a:endParaRPr lang="en-US" dirty="0"/>
        </a:p>
      </dgm:t>
    </dgm:pt>
    <dgm:pt modelId="{25E5769E-0AA2-420A-954E-87493F756D85}" type="parTrans" cxnId="{CFD6E13F-43A4-4F73-A639-5236B186BFBE}">
      <dgm:prSet/>
      <dgm:spPr/>
      <dgm:t>
        <a:bodyPr/>
        <a:lstStyle/>
        <a:p>
          <a:endParaRPr lang="en-US"/>
        </a:p>
      </dgm:t>
    </dgm:pt>
    <dgm:pt modelId="{D9FD3BE6-3DF7-4762-AC42-84B19306C128}" type="sibTrans" cxnId="{CFD6E13F-43A4-4F73-A639-5236B186BFBE}">
      <dgm:prSet/>
      <dgm:spPr/>
      <dgm:t>
        <a:bodyPr/>
        <a:lstStyle/>
        <a:p>
          <a:endParaRPr lang="en-US"/>
        </a:p>
      </dgm:t>
    </dgm:pt>
    <dgm:pt modelId="{72D2DEEE-725F-4870-96E6-A9F095EADB0A}">
      <dgm:prSet phldrT="[Text]"/>
      <dgm:spPr/>
      <dgm:t>
        <a:bodyPr/>
        <a:lstStyle/>
        <a:p>
          <a:r>
            <a:rPr lang="en-US" dirty="0" smtClean="0"/>
            <a:t>Resume </a:t>
          </a:r>
          <a:endParaRPr lang="en-US" dirty="0"/>
        </a:p>
      </dgm:t>
    </dgm:pt>
    <dgm:pt modelId="{4C3E6DBD-B1EB-4DAA-9294-22A2717F1506}" type="parTrans" cxnId="{B26A4C64-86A3-448A-8C58-E4DB57B5DECC}">
      <dgm:prSet/>
      <dgm:spPr/>
      <dgm:t>
        <a:bodyPr/>
        <a:lstStyle/>
        <a:p>
          <a:endParaRPr lang="en-US"/>
        </a:p>
      </dgm:t>
    </dgm:pt>
    <dgm:pt modelId="{638366EC-4650-4F3D-886F-029F3FA04CF3}" type="sibTrans" cxnId="{B26A4C64-86A3-448A-8C58-E4DB57B5DECC}">
      <dgm:prSet/>
      <dgm:spPr/>
      <dgm:t>
        <a:bodyPr/>
        <a:lstStyle/>
        <a:p>
          <a:endParaRPr lang="en-US"/>
        </a:p>
      </dgm:t>
    </dgm:pt>
    <dgm:pt modelId="{F5994BAC-0DFF-4594-84C6-C7E309F5BF50}">
      <dgm:prSet phldrT="[Text]"/>
      <dgm:spPr/>
      <dgm:t>
        <a:bodyPr/>
        <a:lstStyle/>
        <a:p>
          <a:r>
            <a:rPr lang="en-US" dirty="0" smtClean="0"/>
            <a:t>Memorandum </a:t>
          </a:r>
          <a:endParaRPr lang="en-US" dirty="0"/>
        </a:p>
      </dgm:t>
    </dgm:pt>
    <dgm:pt modelId="{D50E217A-1935-4933-9807-432B1A601BF1}" type="parTrans" cxnId="{4B5A69F5-B7DA-4174-B9DC-CC3101D118D7}">
      <dgm:prSet/>
      <dgm:spPr/>
      <dgm:t>
        <a:bodyPr/>
        <a:lstStyle/>
        <a:p>
          <a:endParaRPr lang="en-US"/>
        </a:p>
      </dgm:t>
    </dgm:pt>
    <dgm:pt modelId="{81C63F9E-D02D-49C2-92B0-D541B991AB4E}" type="sibTrans" cxnId="{4B5A69F5-B7DA-4174-B9DC-CC3101D118D7}">
      <dgm:prSet/>
      <dgm:spPr/>
      <dgm:t>
        <a:bodyPr/>
        <a:lstStyle/>
        <a:p>
          <a:endParaRPr lang="en-US"/>
        </a:p>
      </dgm:t>
    </dgm:pt>
    <dgm:pt modelId="{96E263AF-B4DB-4EE3-A2AC-95544E62F2B7}">
      <dgm:prSet phldrT="[Text]"/>
      <dgm:spPr/>
      <dgm:t>
        <a:bodyPr/>
        <a:lstStyle/>
        <a:p>
          <a:r>
            <a:rPr lang="en-US" dirty="0" smtClean="0"/>
            <a:t>Press Release </a:t>
          </a:r>
          <a:endParaRPr lang="en-US" dirty="0"/>
        </a:p>
      </dgm:t>
    </dgm:pt>
    <dgm:pt modelId="{AA92C3DD-1E69-4DE8-B5C6-FBAE40D8DEA0}" type="parTrans" cxnId="{FBB3444D-920E-4B09-8B8E-DEB4DBA53943}">
      <dgm:prSet/>
      <dgm:spPr/>
      <dgm:t>
        <a:bodyPr/>
        <a:lstStyle/>
        <a:p>
          <a:endParaRPr lang="en-US"/>
        </a:p>
      </dgm:t>
    </dgm:pt>
    <dgm:pt modelId="{314930E1-FA48-42F8-9C1B-93EDCD0415FD}" type="sibTrans" cxnId="{FBB3444D-920E-4B09-8B8E-DEB4DBA53943}">
      <dgm:prSet/>
      <dgm:spPr/>
      <dgm:t>
        <a:bodyPr/>
        <a:lstStyle/>
        <a:p>
          <a:endParaRPr lang="en-US"/>
        </a:p>
      </dgm:t>
    </dgm:pt>
    <dgm:pt modelId="{AAB256EE-70AD-4982-BDC9-8E0A5FAD1C45}">
      <dgm:prSet phldrT="[Text]"/>
      <dgm:spPr/>
      <dgm:t>
        <a:bodyPr/>
        <a:lstStyle/>
        <a:p>
          <a:r>
            <a:rPr lang="en-US" dirty="0" smtClean="0"/>
            <a:t> E-mail </a:t>
          </a:r>
          <a:endParaRPr lang="en-US" dirty="0"/>
        </a:p>
      </dgm:t>
    </dgm:pt>
    <dgm:pt modelId="{179E7712-D880-471C-B4CC-ACD93E696BF0}" type="parTrans" cxnId="{D5D4DB41-5A48-4120-8105-5C02DE03A3FF}">
      <dgm:prSet/>
      <dgm:spPr/>
      <dgm:t>
        <a:bodyPr/>
        <a:lstStyle/>
        <a:p>
          <a:endParaRPr lang="en-US"/>
        </a:p>
      </dgm:t>
    </dgm:pt>
    <dgm:pt modelId="{5C8BF005-5DBE-4E51-8ED6-6A767D57C5CD}" type="sibTrans" cxnId="{D5D4DB41-5A48-4120-8105-5C02DE03A3FF}">
      <dgm:prSet/>
      <dgm:spPr/>
      <dgm:t>
        <a:bodyPr/>
        <a:lstStyle/>
        <a:p>
          <a:endParaRPr lang="en-US"/>
        </a:p>
      </dgm:t>
    </dgm:pt>
    <dgm:pt modelId="{9CF90F24-7B4B-4EEE-9573-8C47FD5DD5CD}" type="pres">
      <dgm:prSet presAssocID="{E7139A7E-0B64-48CC-A859-E02DB53FD0B9}" presName="Name0" presStyleCnt="0">
        <dgm:presLayoutVars>
          <dgm:chMax val="1"/>
          <dgm:chPref val="1"/>
          <dgm:dir/>
          <dgm:animOne val="branch"/>
          <dgm:animLvl val="lvl"/>
        </dgm:presLayoutVars>
      </dgm:prSet>
      <dgm:spPr/>
      <dgm:t>
        <a:bodyPr/>
        <a:lstStyle/>
        <a:p>
          <a:endParaRPr lang="en-US"/>
        </a:p>
      </dgm:t>
    </dgm:pt>
    <dgm:pt modelId="{31F69E82-4305-4D3A-AB4A-621506D18297}" type="pres">
      <dgm:prSet presAssocID="{28800386-F84F-4961-A678-104178479553}" presName="Parent" presStyleLbl="node0" presStyleIdx="0" presStyleCnt="1">
        <dgm:presLayoutVars>
          <dgm:chMax val="6"/>
          <dgm:chPref val="6"/>
        </dgm:presLayoutVars>
      </dgm:prSet>
      <dgm:spPr/>
      <dgm:t>
        <a:bodyPr/>
        <a:lstStyle/>
        <a:p>
          <a:endParaRPr lang="en-US"/>
        </a:p>
      </dgm:t>
    </dgm:pt>
    <dgm:pt modelId="{957D5DBC-DFFC-4AE7-9E94-49009E083FA5}" type="pres">
      <dgm:prSet presAssocID="{2B6D7237-502E-4543-A6AA-4CAE6E3531EB}" presName="Accent1" presStyleCnt="0"/>
      <dgm:spPr/>
    </dgm:pt>
    <dgm:pt modelId="{947F7AC3-D4B9-4D24-A434-B449E08E8D93}" type="pres">
      <dgm:prSet presAssocID="{2B6D7237-502E-4543-A6AA-4CAE6E3531EB}" presName="Accent" presStyleLbl="bgShp" presStyleIdx="0" presStyleCnt="6"/>
      <dgm:spPr/>
    </dgm:pt>
    <dgm:pt modelId="{EA66D438-037E-4C74-803D-38A2B20E253A}" type="pres">
      <dgm:prSet presAssocID="{2B6D7237-502E-4543-A6AA-4CAE6E3531EB}" presName="Child1" presStyleLbl="node1" presStyleIdx="0" presStyleCnt="6">
        <dgm:presLayoutVars>
          <dgm:chMax val="0"/>
          <dgm:chPref val="0"/>
          <dgm:bulletEnabled val="1"/>
        </dgm:presLayoutVars>
      </dgm:prSet>
      <dgm:spPr/>
      <dgm:t>
        <a:bodyPr/>
        <a:lstStyle/>
        <a:p>
          <a:endParaRPr lang="en-US"/>
        </a:p>
      </dgm:t>
    </dgm:pt>
    <dgm:pt modelId="{BDF8068C-A2DD-49AF-81C4-4C4309D3984C}" type="pres">
      <dgm:prSet presAssocID="{DAA2598A-1FD4-49D6-BEDE-A7238D7AFCDF}" presName="Accent2" presStyleCnt="0"/>
      <dgm:spPr/>
    </dgm:pt>
    <dgm:pt modelId="{FABC0EBE-36C4-45DD-A8D7-B7336ABD4A2C}" type="pres">
      <dgm:prSet presAssocID="{DAA2598A-1FD4-49D6-BEDE-A7238D7AFCDF}" presName="Accent" presStyleLbl="bgShp" presStyleIdx="1" presStyleCnt="6"/>
      <dgm:spPr/>
    </dgm:pt>
    <dgm:pt modelId="{1C105045-0347-41DA-85DC-FBAA84852039}" type="pres">
      <dgm:prSet presAssocID="{DAA2598A-1FD4-49D6-BEDE-A7238D7AFCDF}" presName="Child2" presStyleLbl="node1" presStyleIdx="1" presStyleCnt="6">
        <dgm:presLayoutVars>
          <dgm:chMax val="0"/>
          <dgm:chPref val="0"/>
          <dgm:bulletEnabled val="1"/>
        </dgm:presLayoutVars>
      </dgm:prSet>
      <dgm:spPr/>
      <dgm:t>
        <a:bodyPr/>
        <a:lstStyle/>
        <a:p>
          <a:endParaRPr lang="en-US"/>
        </a:p>
      </dgm:t>
    </dgm:pt>
    <dgm:pt modelId="{E332CD02-0FC9-4542-9843-AD6B356A1F7E}" type="pres">
      <dgm:prSet presAssocID="{72D2DEEE-725F-4870-96E6-A9F095EADB0A}" presName="Accent3" presStyleCnt="0"/>
      <dgm:spPr/>
    </dgm:pt>
    <dgm:pt modelId="{DE90E104-0C5B-4C9F-9686-FFE83E0885F5}" type="pres">
      <dgm:prSet presAssocID="{72D2DEEE-725F-4870-96E6-A9F095EADB0A}" presName="Accent" presStyleLbl="bgShp" presStyleIdx="2" presStyleCnt="6"/>
      <dgm:spPr/>
    </dgm:pt>
    <dgm:pt modelId="{FAFE436A-9B44-43D8-9D14-9C01C9D11569}" type="pres">
      <dgm:prSet presAssocID="{72D2DEEE-725F-4870-96E6-A9F095EADB0A}" presName="Child3" presStyleLbl="node1" presStyleIdx="2" presStyleCnt="6">
        <dgm:presLayoutVars>
          <dgm:chMax val="0"/>
          <dgm:chPref val="0"/>
          <dgm:bulletEnabled val="1"/>
        </dgm:presLayoutVars>
      </dgm:prSet>
      <dgm:spPr/>
      <dgm:t>
        <a:bodyPr/>
        <a:lstStyle/>
        <a:p>
          <a:endParaRPr lang="en-US"/>
        </a:p>
      </dgm:t>
    </dgm:pt>
    <dgm:pt modelId="{99CAC852-CF39-481D-81DC-AC8F16DF0EFA}" type="pres">
      <dgm:prSet presAssocID="{F5994BAC-0DFF-4594-84C6-C7E309F5BF50}" presName="Accent4" presStyleCnt="0"/>
      <dgm:spPr/>
    </dgm:pt>
    <dgm:pt modelId="{99156A89-8DED-4AB6-AC8A-9049E9AC26C8}" type="pres">
      <dgm:prSet presAssocID="{F5994BAC-0DFF-4594-84C6-C7E309F5BF50}" presName="Accent" presStyleLbl="bgShp" presStyleIdx="3" presStyleCnt="6"/>
      <dgm:spPr/>
    </dgm:pt>
    <dgm:pt modelId="{7CD643BB-3469-4F79-8696-7C21F1BDEBE7}" type="pres">
      <dgm:prSet presAssocID="{F5994BAC-0DFF-4594-84C6-C7E309F5BF50}" presName="Child4" presStyleLbl="node1" presStyleIdx="3" presStyleCnt="6">
        <dgm:presLayoutVars>
          <dgm:chMax val="0"/>
          <dgm:chPref val="0"/>
          <dgm:bulletEnabled val="1"/>
        </dgm:presLayoutVars>
      </dgm:prSet>
      <dgm:spPr/>
      <dgm:t>
        <a:bodyPr/>
        <a:lstStyle/>
        <a:p>
          <a:endParaRPr lang="en-US"/>
        </a:p>
      </dgm:t>
    </dgm:pt>
    <dgm:pt modelId="{741D9D86-8D6D-483D-83B0-B868F4CE407E}" type="pres">
      <dgm:prSet presAssocID="{96E263AF-B4DB-4EE3-A2AC-95544E62F2B7}" presName="Accent5" presStyleCnt="0"/>
      <dgm:spPr/>
    </dgm:pt>
    <dgm:pt modelId="{6862588A-4409-411B-BE73-C868BFCC5C2A}" type="pres">
      <dgm:prSet presAssocID="{96E263AF-B4DB-4EE3-A2AC-95544E62F2B7}" presName="Accent" presStyleLbl="bgShp" presStyleIdx="4" presStyleCnt="6"/>
      <dgm:spPr/>
    </dgm:pt>
    <dgm:pt modelId="{684D06A2-713F-4A86-A27A-E72088F5F044}" type="pres">
      <dgm:prSet presAssocID="{96E263AF-B4DB-4EE3-A2AC-95544E62F2B7}" presName="Child5" presStyleLbl="node1" presStyleIdx="4" presStyleCnt="6">
        <dgm:presLayoutVars>
          <dgm:chMax val="0"/>
          <dgm:chPref val="0"/>
          <dgm:bulletEnabled val="1"/>
        </dgm:presLayoutVars>
      </dgm:prSet>
      <dgm:spPr/>
      <dgm:t>
        <a:bodyPr/>
        <a:lstStyle/>
        <a:p>
          <a:endParaRPr lang="en-US"/>
        </a:p>
      </dgm:t>
    </dgm:pt>
    <dgm:pt modelId="{28999D4E-1EB9-43C7-96E3-C6460F7B690A}" type="pres">
      <dgm:prSet presAssocID="{AAB256EE-70AD-4982-BDC9-8E0A5FAD1C45}" presName="Accent6" presStyleCnt="0"/>
      <dgm:spPr/>
    </dgm:pt>
    <dgm:pt modelId="{C4AAEC44-E3C8-46D3-BDCE-813A94D53D01}" type="pres">
      <dgm:prSet presAssocID="{AAB256EE-70AD-4982-BDC9-8E0A5FAD1C45}" presName="Accent" presStyleLbl="bgShp" presStyleIdx="5" presStyleCnt="6"/>
      <dgm:spPr/>
    </dgm:pt>
    <dgm:pt modelId="{FCD343C4-0BF3-484C-9D37-03A33D288A78}" type="pres">
      <dgm:prSet presAssocID="{AAB256EE-70AD-4982-BDC9-8E0A5FAD1C45}" presName="Child6" presStyleLbl="node1" presStyleIdx="5" presStyleCnt="6">
        <dgm:presLayoutVars>
          <dgm:chMax val="0"/>
          <dgm:chPref val="0"/>
          <dgm:bulletEnabled val="1"/>
        </dgm:presLayoutVars>
      </dgm:prSet>
      <dgm:spPr/>
      <dgm:t>
        <a:bodyPr/>
        <a:lstStyle/>
        <a:p>
          <a:endParaRPr lang="en-US"/>
        </a:p>
      </dgm:t>
    </dgm:pt>
  </dgm:ptLst>
  <dgm:cxnLst>
    <dgm:cxn modelId="{BA591C72-3F3F-421D-9805-7E71B57DD697}" type="presOf" srcId="{E7139A7E-0B64-48CC-A859-E02DB53FD0B9}" destId="{9CF90F24-7B4B-4EEE-9573-8C47FD5DD5CD}" srcOrd="0" destOrd="0" presId="urn:microsoft.com/office/officeart/2011/layout/HexagonRadial"/>
    <dgm:cxn modelId="{42C97258-39BA-458B-8FC2-325913E259F3}" type="presOf" srcId="{28800386-F84F-4961-A678-104178479553}" destId="{31F69E82-4305-4D3A-AB4A-621506D18297}" srcOrd="0" destOrd="0" presId="urn:microsoft.com/office/officeart/2011/layout/HexagonRadial"/>
    <dgm:cxn modelId="{8FBB9692-F1FC-4D2A-BEAD-155E453D1FB0}" type="presOf" srcId="{72D2DEEE-725F-4870-96E6-A9F095EADB0A}" destId="{FAFE436A-9B44-43D8-9D14-9C01C9D11569}" srcOrd="0" destOrd="0" presId="urn:microsoft.com/office/officeart/2011/layout/HexagonRadial"/>
    <dgm:cxn modelId="{7987B417-7DBE-4C1A-8BFB-0B5DAC5EFA28}" type="presOf" srcId="{F5994BAC-0DFF-4594-84C6-C7E309F5BF50}" destId="{7CD643BB-3469-4F79-8696-7C21F1BDEBE7}" srcOrd="0" destOrd="0" presId="urn:microsoft.com/office/officeart/2011/layout/HexagonRadial"/>
    <dgm:cxn modelId="{FF7D9B0A-1E36-452C-B38E-9CFEEF0D686E}" srcId="{28800386-F84F-4961-A678-104178479553}" destId="{2B6D7237-502E-4543-A6AA-4CAE6E3531EB}" srcOrd="0" destOrd="0" parTransId="{73E6CAD0-1AA1-473C-9A72-62C5A91DB289}" sibTransId="{0BB071EF-473B-459A-8FA5-3F51A87D9F9F}"/>
    <dgm:cxn modelId="{4B5A69F5-B7DA-4174-B9DC-CC3101D118D7}" srcId="{28800386-F84F-4961-A678-104178479553}" destId="{F5994BAC-0DFF-4594-84C6-C7E309F5BF50}" srcOrd="3" destOrd="0" parTransId="{D50E217A-1935-4933-9807-432B1A601BF1}" sibTransId="{81C63F9E-D02D-49C2-92B0-D541B991AB4E}"/>
    <dgm:cxn modelId="{39308722-D78C-4E3F-9E6A-079D33811F4A}" srcId="{E7139A7E-0B64-48CC-A859-E02DB53FD0B9}" destId="{28800386-F84F-4961-A678-104178479553}" srcOrd="0" destOrd="0" parTransId="{F2B407A9-EFD0-42F1-AA33-1091335CA3BB}" sibTransId="{10E73946-F6B4-42EB-8AE9-4EB55A331856}"/>
    <dgm:cxn modelId="{CFD6E13F-43A4-4F73-A639-5236B186BFBE}" srcId="{28800386-F84F-4961-A678-104178479553}" destId="{DAA2598A-1FD4-49D6-BEDE-A7238D7AFCDF}" srcOrd="1" destOrd="0" parTransId="{25E5769E-0AA2-420A-954E-87493F756D85}" sibTransId="{D9FD3BE6-3DF7-4762-AC42-84B19306C128}"/>
    <dgm:cxn modelId="{D5D4DB41-5A48-4120-8105-5C02DE03A3FF}" srcId="{28800386-F84F-4961-A678-104178479553}" destId="{AAB256EE-70AD-4982-BDC9-8E0A5FAD1C45}" srcOrd="5" destOrd="0" parTransId="{179E7712-D880-471C-B4CC-ACD93E696BF0}" sibTransId="{5C8BF005-5DBE-4E51-8ED6-6A767D57C5CD}"/>
    <dgm:cxn modelId="{B26A4C64-86A3-448A-8C58-E4DB57B5DECC}" srcId="{28800386-F84F-4961-A678-104178479553}" destId="{72D2DEEE-725F-4870-96E6-A9F095EADB0A}" srcOrd="2" destOrd="0" parTransId="{4C3E6DBD-B1EB-4DAA-9294-22A2717F1506}" sibTransId="{638366EC-4650-4F3D-886F-029F3FA04CF3}"/>
    <dgm:cxn modelId="{AD077C25-8E75-423C-9176-EDF498FEAB7D}" type="presOf" srcId="{DAA2598A-1FD4-49D6-BEDE-A7238D7AFCDF}" destId="{1C105045-0347-41DA-85DC-FBAA84852039}" srcOrd="0" destOrd="0" presId="urn:microsoft.com/office/officeart/2011/layout/HexagonRadial"/>
    <dgm:cxn modelId="{06ED1CFF-C58A-4FE1-A5AC-7B8B208FFDD8}" type="presOf" srcId="{96E263AF-B4DB-4EE3-A2AC-95544E62F2B7}" destId="{684D06A2-713F-4A86-A27A-E72088F5F044}" srcOrd="0" destOrd="0" presId="urn:microsoft.com/office/officeart/2011/layout/HexagonRadial"/>
    <dgm:cxn modelId="{FBB3444D-920E-4B09-8B8E-DEB4DBA53943}" srcId="{28800386-F84F-4961-A678-104178479553}" destId="{96E263AF-B4DB-4EE3-A2AC-95544E62F2B7}" srcOrd="4" destOrd="0" parTransId="{AA92C3DD-1E69-4DE8-B5C6-FBAE40D8DEA0}" sibTransId="{314930E1-FA48-42F8-9C1B-93EDCD0415FD}"/>
    <dgm:cxn modelId="{1624C5CB-AC8E-4148-9BE3-62B150030EE7}" type="presOf" srcId="{AAB256EE-70AD-4982-BDC9-8E0A5FAD1C45}" destId="{FCD343C4-0BF3-484C-9D37-03A33D288A78}" srcOrd="0" destOrd="0" presId="urn:microsoft.com/office/officeart/2011/layout/HexagonRadial"/>
    <dgm:cxn modelId="{87EFF1FF-AB00-4C89-A6FE-FC7CFE729C96}" type="presOf" srcId="{2B6D7237-502E-4543-A6AA-4CAE6E3531EB}" destId="{EA66D438-037E-4C74-803D-38A2B20E253A}" srcOrd="0" destOrd="0" presId="urn:microsoft.com/office/officeart/2011/layout/HexagonRadial"/>
    <dgm:cxn modelId="{5E76FE4F-4298-4320-91C9-30D2CCBA4853}" type="presParOf" srcId="{9CF90F24-7B4B-4EEE-9573-8C47FD5DD5CD}" destId="{31F69E82-4305-4D3A-AB4A-621506D18297}" srcOrd="0" destOrd="0" presId="urn:microsoft.com/office/officeart/2011/layout/HexagonRadial"/>
    <dgm:cxn modelId="{4A899C2D-5CDA-499F-A7B5-A49C368F8F09}" type="presParOf" srcId="{9CF90F24-7B4B-4EEE-9573-8C47FD5DD5CD}" destId="{957D5DBC-DFFC-4AE7-9E94-49009E083FA5}" srcOrd="1" destOrd="0" presId="urn:microsoft.com/office/officeart/2011/layout/HexagonRadial"/>
    <dgm:cxn modelId="{E14398F8-628F-4F96-BC83-EDCF0C7AD15E}" type="presParOf" srcId="{957D5DBC-DFFC-4AE7-9E94-49009E083FA5}" destId="{947F7AC3-D4B9-4D24-A434-B449E08E8D93}" srcOrd="0" destOrd="0" presId="urn:microsoft.com/office/officeart/2011/layout/HexagonRadial"/>
    <dgm:cxn modelId="{9AA5D4C3-AC16-4568-8860-DCFC667E4FDD}" type="presParOf" srcId="{9CF90F24-7B4B-4EEE-9573-8C47FD5DD5CD}" destId="{EA66D438-037E-4C74-803D-38A2B20E253A}" srcOrd="2" destOrd="0" presId="urn:microsoft.com/office/officeart/2011/layout/HexagonRadial"/>
    <dgm:cxn modelId="{81241F94-EEE9-468C-AF2E-E884F518D6DF}" type="presParOf" srcId="{9CF90F24-7B4B-4EEE-9573-8C47FD5DD5CD}" destId="{BDF8068C-A2DD-49AF-81C4-4C4309D3984C}" srcOrd="3" destOrd="0" presId="urn:microsoft.com/office/officeart/2011/layout/HexagonRadial"/>
    <dgm:cxn modelId="{529BFACB-B33D-4BB5-955C-12C931012533}" type="presParOf" srcId="{BDF8068C-A2DD-49AF-81C4-4C4309D3984C}" destId="{FABC0EBE-36C4-45DD-A8D7-B7336ABD4A2C}" srcOrd="0" destOrd="0" presId="urn:microsoft.com/office/officeart/2011/layout/HexagonRadial"/>
    <dgm:cxn modelId="{AF59AC12-7688-4AFF-9B03-D7A892FB1522}" type="presParOf" srcId="{9CF90F24-7B4B-4EEE-9573-8C47FD5DD5CD}" destId="{1C105045-0347-41DA-85DC-FBAA84852039}" srcOrd="4" destOrd="0" presId="urn:microsoft.com/office/officeart/2011/layout/HexagonRadial"/>
    <dgm:cxn modelId="{685AE531-657D-49DA-A47D-656BEC06CBAF}" type="presParOf" srcId="{9CF90F24-7B4B-4EEE-9573-8C47FD5DD5CD}" destId="{E332CD02-0FC9-4542-9843-AD6B356A1F7E}" srcOrd="5" destOrd="0" presId="urn:microsoft.com/office/officeart/2011/layout/HexagonRadial"/>
    <dgm:cxn modelId="{46124EF9-63EB-4436-8783-53AE9D36178A}" type="presParOf" srcId="{E332CD02-0FC9-4542-9843-AD6B356A1F7E}" destId="{DE90E104-0C5B-4C9F-9686-FFE83E0885F5}" srcOrd="0" destOrd="0" presId="urn:microsoft.com/office/officeart/2011/layout/HexagonRadial"/>
    <dgm:cxn modelId="{3B6F0896-182C-4747-B07E-FE567EDFCF32}" type="presParOf" srcId="{9CF90F24-7B4B-4EEE-9573-8C47FD5DD5CD}" destId="{FAFE436A-9B44-43D8-9D14-9C01C9D11569}" srcOrd="6" destOrd="0" presId="urn:microsoft.com/office/officeart/2011/layout/HexagonRadial"/>
    <dgm:cxn modelId="{1890FE65-C496-413B-8682-F78DAEA039F4}" type="presParOf" srcId="{9CF90F24-7B4B-4EEE-9573-8C47FD5DD5CD}" destId="{99CAC852-CF39-481D-81DC-AC8F16DF0EFA}" srcOrd="7" destOrd="0" presId="urn:microsoft.com/office/officeart/2011/layout/HexagonRadial"/>
    <dgm:cxn modelId="{ACE674F6-2721-4654-B91F-07AD47FFA39E}" type="presParOf" srcId="{99CAC852-CF39-481D-81DC-AC8F16DF0EFA}" destId="{99156A89-8DED-4AB6-AC8A-9049E9AC26C8}" srcOrd="0" destOrd="0" presId="urn:microsoft.com/office/officeart/2011/layout/HexagonRadial"/>
    <dgm:cxn modelId="{4139E2A4-CAE3-4410-883C-90737203C021}" type="presParOf" srcId="{9CF90F24-7B4B-4EEE-9573-8C47FD5DD5CD}" destId="{7CD643BB-3469-4F79-8696-7C21F1BDEBE7}" srcOrd="8" destOrd="0" presId="urn:microsoft.com/office/officeart/2011/layout/HexagonRadial"/>
    <dgm:cxn modelId="{ABC3A33E-3346-4CD8-8F05-D1500B87E264}" type="presParOf" srcId="{9CF90F24-7B4B-4EEE-9573-8C47FD5DD5CD}" destId="{741D9D86-8D6D-483D-83B0-B868F4CE407E}" srcOrd="9" destOrd="0" presId="urn:microsoft.com/office/officeart/2011/layout/HexagonRadial"/>
    <dgm:cxn modelId="{2D878FB4-0415-4961-BF4F-5E2A84F00D70}" type="presParOf" srcId="{741D9D86-8D6D-483D-83B0-B868F4CE407E}" destId="{6862588A-4409-411B-BE73-C868BFCC5C2A}" srcOrd="0" destOrd="0" presId="urn:microsoft.com/office/officeart/2011/layout/HexagonRadial"/>
    <dgm:cxn modelId="{850B4EAC-CCD8-4EE2-AC37-76956076E57A}" type="presParOf" srcId="{9CF90F24-7B4B-4EEE-9573-8C47FD5DD5CD}" destId="{684D06A2-713F-4A86-A27A-E72088F5F044}" srcOrd="10" destOrd="0" presId="urn:microsoft.com/office/officeart/2011/layout/HexagonRadial"/>
    <dgm:cxn modelId="{0683BB13-C723-41DA-86C5-1E97257D9647}" type="presParOf" srcId="{9CF90F24-7B4B-4EEE-9573-8C47FD5DD5CD}" destId="{28999D4E-1EB9-43C7-96E3-C6460F7B690A}" srcOrd="11" destOrd="0" presId="urn:microsoft.com/office/officeart/2011/layout/HexagonRadial"/>
    <dgm:cxn modelId="{86E2FB52-B580-4DF0-8213-252A2FDB812E}" type="presParOf" srcId="{28999D4E-1EB9-43C7-96E3-C6460F7B690A}" destId="{C4AAEC44-E3C8-46D3-BDCE-813A94D53D01}" srcOrd="0" destOrd="0" presId="urn:microsoft.com/office/officeart/2011/layout/HexagonRadial"/>
    <dgm:cxn modelId="{4CA394AC-90C0-4450-9017-8BD29F3D62B4}" type="presParOf" srcId="{9CF90F24-7B4B-4EEE-9573-8C47FD5DD5CD}" destId="{FCD343C4-0BF3-484C-9D37-03A33D288A78}" srcOrd="12" destOrd="0" presId="urn:microsoft.com/office/officeart/2011/layout/HexagonRadial"/>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716360A-8887-4ED7-96E1-5739E852A093}" type="doc">
      <dgm:prSet loTypeId="urn:microsoft.com/office/officeart/2005/8/layout/default" loCatId="list" qsTypeId="urn:microsoft.com/office/officeart/2005/8/quickstyle/simple3" qsCatId="simple" csTypeId="urn:microsoft.com/office/officeart/2005/8/colors/colorful1" csCatId="colorful" phldr="1"/>
      <dgm:spPr/>
      <dgm:t>
        <a:bodyPr/>
        <a:lstStyle/>
        <a:p>
          <a:endParaRPr lang="en-US"/>
        </a:p>
      </dgm:t>
    </dgm:pt>
    <dgm:pt modelId="{382736B0-DC84-4603-9650-DFBE35E5B4F0}">
      <dgm:prSet phldrT="[Text]"/>
      <dgm:spPr/>
      <dgm:t>
        <a:bodyPr/>
        <a:lstStyle/>
        <a:p>
          <a:r>
            <a:rPr lang="en-US" dirty="0" smtClean="0"/>
            <a:t>Objectives </a:t>
          </a:r>
          <a:endParaRPr lang="en-US" dirty="0"/>
        </a:p>
      </dgm:t>
    </dgm:pt>
    <dgm:pt modelId="{8D8FF107-2BD1-4326-8021-A6D91C9AA3BF}" type="parTrans" cxnId="{DAF1022E-A97F-4FA7-B572-11F8563D09BB}">
      <dgm:prSet/>
      <dgm:spPr/>
      <dgm:t>
        <a:bodyPr/>
        <a:lstStyle/>
        <a:p>
          <a:endParaRPr lang="en-US"/>
        </a:p>
      </dgm:t>
    </dgm:pt>
    <dgm:pt modelId="{D3C2562E-CE6E-4B6E-904F-35472507CC18}" type="sibTrans" cxnId="{DAF1022E-A97F-4FA7-B572-11F8563D09BB}">
      <dgm:prSet/>
      <dgm:spPr/>
      <dgm:t>
        <a:bodyPr/>
        <a:lstStyle/>
        <a:p>
          <a:endParaRPr lang="en-US"/>
        </a:p>
      </dgm:t>
    </dgm:pt>
    <dgm:pt modelId="{96B89FCC-6CE8-4EDA-BF8B-4B8EBE110A42}">
      <dgm:prSet phldrT="[Text]"/>
      <dgm:spPr/>
      <dgm:t>
        <a:bodyPr/>
        <a:lstStyle/>
        <a:p>
          <a:r>
            <a:rPr lang="en-US" dirty="0" smtClean="0"/>
            <a:t>Data </a:t>
          </a:r>
          <a:endParaRPr lang="en-US" dirty="0"/>
        </a:p>
      </dgm:t>
    </dgm:pt>
    <dgm:pt modelId="{042BB4AC-84A1-4F6F-89B0-8FFD0B56AC9A}" type="parTrans" cxnId="{048C1E12-19C6-4BCB-9726-493263EFDD74}">
      <dgm:prSet/>
      <dgm:spPr/>
      <dgm:t>
        <a:bodyPr/>
        <a:lstStyle/>
        <a:p>
          <a:endParaRPr lang="en-US"/>
        </a:p>
      </dgm:t>
    </dgm:pt>
    <dgm:pt modelId="{F8ED05BB-5F53-4B33-B9D0-1199F4ADFE55}" type="sibTrans" cxnId="{048C1E12-19C6-4BCB-9726-493263EFDD74}">
      <dgm:prSet/>
      <dgm:spPr/>
      <dgm:t>
        <a:bodyPr/>
        <a:lstStyle/>
        <a:p>
          <a:endParaRPr lang="en-US"/>
        </a:p>
      </dgm:t>
    </dgm:pt>
    <dgm:pt modelId="{E1776A6B-187F-459E-81AC-B6087B06E883}">
      <dgm:prSet phldrT="[Text]"/>
      <dgm:spPr/>
      <dgm:t>
        <a:bodyPr/>
        <a:lstStyle/>
        <a:p>
          <a:r>
            <a:rPr lang="en-US" dirty="0" smtClean="0"/>
            <a:t>Result </a:t>
          </a:r>
          <a:endParaRPr lang="en-US" dirty="0"/>
        </a:p>
      </dgm:t>
    </dgm:pt>
    <dgm:pt modelId="{2F0F9CDC-AD61-4189-8CD5-97AF5825F912}" type="parTrans" cxnId="{2218B3E9-7D7E-4CD2-ABCA-BD26596B8F1D}">
      <dgm:prSet/>
      <dgm:spPr/>
      <dgm:t>
        <a:bodyPr/>
        <a:lstStyle/>
        <a:p>
          <a:endParaRPr lang="en-US"/>
        </a:p>
      </dgm:t>
    </dgm:pt>
    <dgm:pt modelId="{05602C17-1612-4394-8B33-6D6368F89BBB}" type="sibTrans" cxnId="{2218B3E9-7D7E-4CD2-ABCA-BD26596B8F1D}">
      <dgm:prSet/>
      <dgm:spPr/>
      <dgm:t>
        <a:bodyPr/>
        <a:lstStyle/>
        <a:p>
          <a:endParaRPr lang="en-US"/>
        </a:p>
      </dgm:t>
    </dgm:pt>
    <dgm:pt modelId="{3E77927C-EDEF-415C-91E0-516268A4CEE1}">
      <dgm:prSet phldrT="[Text]"/>
      <dgm:spPr/>
      <dgm:t>
        <a:bodyPr/>
        <a:lstStyle/>
        <a:p>
          <a:r>
            <a:rPr lang="en-US" dirty="0" smtClean="0"/>
            <a:t>Process </a:t>
          </a:r>
          <a:endParaRPr lang="en-US" dirty="0"/>
        </a:p>
      </dgm:t>
    </dgm:pt>
    <dgm:pt modelId="{BDBFAF61-771B-4319-9B88-F54CAB0E6039}" type="parTrans" cxnId="{D2A6E4DA-3F78-49D1-AC31-F6049F17D125}">
      <dgm:prSet/>
      <dgm:spPr/>
      <dgm:t>
        <a:bodyPr/>
        <a:lstStyle/>
        <a:p>
          <a:endParaRPr lang="en-US"/>
        </a:p>
      </dgm:t>
    </dgm:pt>
    <dgm:pt modelId="{50963835-C4FF-4D5D-8FCD-AEE93B44311A}" type="sibTrans" cxnId="{D2A6E4DA-3F78-49D1-AC31-F6049F17D125}">
      <dgm:prSet/>
      <dgm:spPr/>
      <dgm:t>
        <a:bodyPr/>
        <a:lstStyle/>
        <a:p>
          <a:endParaRPr lang="en-US"/>
        </a:p>
      </dgm:t>
    </dgm:pt>
    <dgm:pt modelId="{81F637BC-BBFB-48F6-8D3F-800526F1BCD7}" type="pres">
      <dgm:prSet presAssocID="{D716360A-8887-4ED7-96E1-5739E852A093}" presName="diagram" presStyleCnt="0">
        <dgm:presLayoutVars>
          <dgm:dir/>
          <dgm:resizeHandles val="exact"/>
        </dgm:presLayoutVars>
      </dgm:prSet>
      <dgm:spPr/>
      <dgm:t>
        <a:bodyPr/>
        <a:lstStyle/>
        <a:p>
          <a:endParaRPr lang="en-US"/>
        </a:p>
      </dgm:t>
    </dgm:pt>
    <dgm:pt modelId="{9D1EAD0E-DF6A-43E9-8239-985F06482A85}" type="pres">
      <dgm:prSet presAssocID="{382736B0-DC84-4603-9650-DFBE35E5B4F0}" presName="node" presStyleLbl="node1" presStyleIdx="0" presStyleCnt="4" custLinFactNeighborX="43743" custLinFactNeighborY="-2562">
        <dgm:presLayoutVars>
          <dgm:bulletEnabled val="1"/>
        </dgm:presLayoutVars>
      </dgm:prSet>
      <dgm:spPr>
        <a:prstGeom prst="notchedRightArrow">
          <a:avLst/>
        </a:prstGeom>
      </dgm:spPr>
      <dgm:t>
        <a:bodyPr/>
        <a:lstStyle/>
        <a:p>
          <a:endParaRPr lang="en-US"/>
        </a:p>
      </dgm:t>
    </dgm:pt>
    <dgm:pt modelId="{95E96737-01BD-450D-BEC5-F7E5A87A90C0}" type="pres">
      <dgm:prSet presAssocID="{D3C2562E-CE6E-4B6E-904F-35472507CC18}" presName="sibTrans" presStyleCnt="0"/>
      <dgm:spPr/>
    </dgm:pt>
    <dgm:pt modelId="{E9041130-6D0A-467C-8CE1-223A4274AA25}" type="pres">
      <dgm:prSet presAssocID="{96B89FCC-6CE8-4EDA-BF8B-4B8EBE110A42}" presName="node" presStyleLbl="node1" presStyleIdx="1" presStyleCnt="4" custLinFactX="18941" custLinFactNeighborX="100000" custLinFactNeighborY="-2562">
        <dgm:presLayoutVars>
          <dgm:bulletEnabled val="1"/>
        </dgm:presLayoutVars>
      </dgm:prSet>
      <dgm:spPr>
        <a:prstGeom prst="notchedRightArrow">
          <a:avLst/>
        </a:prstGeom>
      </dgm:spPr>
      <dgm:t>
        <a:bodyPr/>
        <a:lstStyle/>
        <a:p>
          <a:endParaRPr lang="en-US"/>
        </a:p>
      </dgm:t>
    </dgm:pt>
    <dgm:pt modelId="{6DAA8620-B1D1-47AD-8791-35C2146EF7ED}" type="pres">
      <dgm:prSet presAssocID="{F8ED05BB-5F53-4B33-B9D0-1199F4ADFE55}" presName="sibTrans" presStyleCnt="0"/>
      <dgm:spPr/>
    </dgm:pt>
    <dgm:pt modelId="{D24A303A-C9A1-43B5-B870-AB8B49FFEF3B}" type="pres">
      <dgm:prSet presAssocID="{E1776A6B-187F-459E-81AC-B6087B06E883}" presName="node" presStyleLbl="node1" presStyleIdx="2" presStyleCnt="4" custLinFactX="2381" custLinFactNeighborX="100000" custLinFactNeighborY="-2562">
        <dgm:presLayoutVars>
          <dgm:bulletEnabled val="1"/>
        </dgm:presLayoutVars>
      </dgm:prSet>
      <dgm:spPr>
        <a:prstGeom prst="notchedRightArrow">
          <a:avLst/>
        </a:prstGeom>
      </dgm:spPr>
      <dgm:t>
        <a:bodyPr/>
        <a:lstStyle/>
        <a:p>
          <a:endParaRPr lang="en-US"/>
        </a:p>
      </dgm:t>
    </dgm:pt>
    <dgm:pt modelId="{BF1CC3AF-48BA-4CB7-A5B4-E65D51424BF7}" type="pres">
      <dgm:prSet presAssocID="{05602C17-1612-4394-8B33-6D6368F89BBB}" presName="sibTrans" presStyleCnt="0"/>
      <dgm:spPr/>
    </dgm:pt>
    <dgm:pt modelId="{BA2FD537-08B8-4DDA-82E1-7536BC5B76DF}" type="pres">
      <dgm:prSet presAssocID="{3E77927C-EDEF-415C-91E0-516268A4CEE1}" presName="node" presStyleLbl="node1" presStyleIdx="3" presStyleCnt="4" custLinFactX="-91088" custLinFactNeighborX="-100000" custLinFactNeighborY="-2562">
        <dgm:presLayoutVars>
          <dgm:bulletEnabled val="1"/>
        </dgm:presLayoutVars>
      </dgm:prSet>
      <dgm:spPr>
        <a:prstGeom prst="notchedRightArrow">
          <a:avLst/>
        </a:prstGeom>
      </dgm:spPr>
      <dgm:t>
        <a:bodyPr/>
        <a:lstStyle/>
        <a:p>
          <a:endParaRPr lang="en-US"/>
        </a:p>
      </dgm:t>
    </dgm:pt>
  </dgm:ptLst>
  <dgm:cxnLst>
    <dgm:cxn modelId="{2218B3E9-7D7E-4CD2-ABCA-BD26596B8F1D}" srcId="{D716360A-8887-4ED7-96E1-5739E852A093}" destId="{E1776A6B-187F-459E-81AC-B6087B06E883}" srcOrd="2" destOrd="0" parTransId="{2F0F9CDC-AD61-4189-8CD5-97AF5825F912}" sibTransId="{05602C17-1612-4394-8B33-6D6368F89BBB}"/>
    <dgm:cxn modelId="{88B254F8-C295-416C-8CC2-B36ECE924220}" type="presOf" srcId="{382736B0-DC84-4603-9650-DFBE35E5B4F0}" destId="{9D1EAD0E-DF6A-43E9-8239-985F06482A85}" srcOrd="0" destOrd="0" presId="urn:microsoft.com/office/officeart/2005/8/layout/default"/>
    <dgm:cxn modelId="{7B5FE883-98A4-41AB-B542-27404305901C}" type="presOf" srcId="{3E77927C-EDEF-415C-91E0-516268A4CEE1}" destId="{BA2FD537-08B8-4DDA-82E1-7536BC5B76DF}" srcOrd="0" destOrd="0" presId="urn:microsoft.com/office/officeart/2005/8/layout/default"/>
    <dgm:cxn modelId="{048C1E12-19C6-4BCB-9726-493263EFDD74}" srcId="{D716360A-8887-4ED7-96E1-5739E852A093}" destId="{96B89FCC-6CE8-4EDA-BF8B-4B8EBE110A42}" srcOrd="1" destOrd="0" parTransId="{042BB4AC-84A1-4F6F-89B0-8FFD0B56AC9A}" sibTransId="{F8ED05BB-5F53-4B33-B9D0-1199F4ADFE55}"/>
    <dgm:cxn modelId="{CD194FFC-3C54-4A87-A3D8-19B55A89B6A5}" type="presOf" srcId="{96B89FCC-6CE8-4EDA-BF8B-4B8EBE110A42}" destId="{E9041130-6D0A-467C-8CE1-223A4274AA25}" srcOrd="0" destOrd="0" presId="urn:microsoft.com/office/officeart/2005/8/layout/default"/>
    <dgm:cxn modelId="{B0AC8E54-6C21-4696-8518-79A94ED24427}" type="presOf" srcId="{D716360A-8887-4ED7-96E1-5739E852A093}" destId="{81F637BC-BBFB-48F6-8D3F-800526F1BCD7}" srcOrd="0" destOrd="0" presId="urn:microsoft.com/office/officeart/2005/8/layout/default"/>
    <dgm:cxn modelId="{121A8222-BB7B-4E17-923B-57E0AE3540AD}" type="presOf" srcId="{E1776A6B-187F-459E-81AC-B6087B06E883}" destId="{D24A303A-C9A1-43B5-B870-AB8B49FFEF3B}" srcOrd="0" destOrd="0" presId="urn:microsoft.com/office/officeart/2005/8/layout/default"/>
    <dgm:cxn modelId="{D2A6E4DA-3F78-49D1-AC31-F6049F17D125}" srcId="{D716360A-8887-4ED7-96E1-5739E852A093}" destId="{3E77927C-EDEF-415C-91E0-516268A4CEE1}" srcOrd="3" destOrd="0" parTransId="{BDBFAF61-771B-4319-9B88-F54CAB0E6039}" sibTransId="{50963835-C4FF-4D5D-8FCD-AEE93B44311A}"/>
    <dgm:cxn modelId="{DAF1022E-A97F-4FA7-B572-11F8563D09BB}" srcId="{D716360A-8887-4ED7-96E1-5739E852A093}" destId="{382736B0-DC84-4603-9650-DFBE35E5B4F0}" srcOrd="0" destOrd="0" parTransId="{8D8FF107-2BD1-4326-8021-A6D91C9AA3BF}" sibTransId="{D3C2562E-CE6E-4B6E-904F-35472507CC18}"/>
    <dgm:cxn modelId="{ABDEFDBE-9F50-4494-9392-7A8727164D55}" type="presParOf" srcId="{81F637BC-BBFB-48F6-8D3F-800526F1BCD7}" destId="{9D1EAD0E-DF6A-43E9-8239-985F06482A85}" srcOrd="0" destOrd="0" presId="urn:microsoft.com/office/officeart/2005/8/layout/default"/>
    <dgm:cxn modelId="{4301E46E-55EC-46B6-975C-DEA6D5A1A7B3}" type="presParOf" srcId="{81F637BC-BBFB-48F6-8D3F-800526F1BCD7}" destId="{95E96737-01BD-450D-BEC5-F7E5A87A90C0}" srcOrd="1" destOrd="0" presId="urn:microsoft.com/office/officeart/2005/8/layout/default"/>
    <dgm:cxn modelId="{9CF115CE-3832-4B88-B02A-86B75CBD2795}" type="presParOf" srcId="{81F637BC-BBFB-48F6-8D3F-800526F1BCD7}" destId="{E9041130-6D0A-467C-8CE1-223A4274AA25}" srcOrd="2" destOrd="0" presId="urn:microsoft.com/office/officeart/2005/8/layout/default"/>
    <dgm:cxn modelId="{886BE1A7-5C2E-4028-B12C-A05A4EA21105}" type="presParOf" srcId="{81F637BC-BBFB-48F6-8D3F-800526F1BCD7}" destId="{6DAA8620-B1D1-47AD-8791-35C2146EF7ED}" srcOrd="3" destOrd="0" presId="urn:microsoft.com/office/officeart/2005/8/layout/default"/>
    <dgm:cxn modelId="{BDC9470E-85F5-492E-8212-CCA8AC4F41AC}" type="presParOf" srcId="{81F637BC-BBFB-48F6-8D3F-800526F1BCD7}" destId="{D24A303A-C9A1-43B5-B870-AB8B49FFEF3B}" srcOrd="4" destOrd="0" presId="urn:microsoft.com/office/officeart/2005/8/layout/default"/>
    <dgm:cxn modelId="{56141D35-BA50-4B30-91B6-40CDEA244F71}" type="presParOf" srcId="{81F637BC-BBFB-48F6-8D3F-800526F1BCD7}" destId="{BF1CC3AF-48BA-4CB7-A5B4-E65D51424BF7}" srcOrd="5" destOrd="0" presId="urn:microsoft.com/office/officeart/2005/8/layout/default"/>
    <dgm:cxn modelId="{FB97FC9F-98BE-4637-8D07-5C4C37D94893}" type="presParOf" srcId="{81F637BC-BBFB-48F6-8D3F-800526F1BCD7}" destId="{BA2FD537-08B8-4DDA-82E1-7536BC5B76DF}" srcOrd="6"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1FD00CD-4E4F-4EAC-8612-99380BD26BF4}">
      <dsp:nvSpPr>
        <dsp:cNvPr id="0" name=""/>
        <dsp:cNvSpPr/>
      </dsp:nvSpPr>
      <dsp:spPr>
        <a:xfrm>
          <a:off x="0" y="298905"/>
          <a:ext cx="3699510" cy="2219706"/>
        </a:xfrm>
        <a:prstGeom prst="rect">
          <a:avLst/>
        </a:prstGeom>
        <a:solidFill>
          <a:schemeClr val="accent2">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lvl="0" algn="ctr" defTabSz="1511300">
            <a:lnSpc>
              <a:spcPct val="90000"/>
            </a:lnSpc>
            <a:spcBef>
              <a:spcPct val="0"/>
            </a:spcBef>
            <a:spcAft>
              <a:spcPct val="35000"/>
            </a:spcAft>
          </a:pPr>
          <a:r>
            <a:rPr lang="en-US" sz="3400" kern="1200" dirty="0" smtClean="0">
              <a:latin typeface="Candara" pitchFamily="34" charset="0"/>
              <a:cs typeface="Arial" pitchFamily="34" charset="0"/>
            </a:rPr>
            <a:t>Basics of a report</a:t>
          </a:r>
          <a:endParaRPr lang="en-US" sz="3400" kern="1200" dirty="0"/>
        </a:p>
      </dsp:txBody>
      <dsp:txXfrm>
        <a:off x="0" y="298905"/>
        <a:ext cx="3699510" cy="2219706"/>
      </dsp:txXfrm>
    </dsp:sp>
    <dsp:sp modelId="{57123677-CDEB-42FC-B320-6A7BA0279C21}">
      <dsp:nvSpPr>
        <dsp:cNvPr id="0" name=""/>
        <dsp:cNvSpPr/>
      </dsp:nvSpPr>
      <dsp:spPr>
        <a:xfrm>
          <a:off x="4069461" y="274510"/>
          <a:ext cx="3699510" cy="2219706"/>
        </a:xfrm>
        <a:prstGeom prst="rect">
          <a:avLst/>
        </a:prstGeom>
        <a:solidFill>
          <a:schemeClr val="accent3">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lvl="0" algn="ctr" defTabSz="1511300">
            <a:lnSpc>
              <a:spcPct val="90000"/>
            </a:lnSpc>
            <a:spcBef>
              <a:spcPct val="0"/>
            </a:spcBef>
            <a:spcAft>
              <a:spcPct val="35000"/>
            </a:spcAft>
          </a:pPr>
          <a:r>
            <a:rPr lang="en-US" sz="3400" kern="1200" smtClean="0">
              <a:latin typeface="Candara" pitchFamily="34" charset="0"/>
              <a:cs typeface="Arial" pitchFamily="34" charset="0"/>
            </a:rPr>
            <a:t>Expectation and purpose</a:t>
          </a:r>
          <a:endParaRPr lang="en-US" sz="3400" kern="1200" dirty="0"/>
        </a:p>
      </dsp:txBody>
      <dsp:txXfrm>
        <a:off x="4069461" y="274510"/>
        <a:ext cx="3699510" cy="2219706"/>
      </dsp:txXfrm>
    </dsp:sp>
    <dsp:sp modelId="{2AE8549C-0DE1-4ED2-A767-96906BC2A4CD}">
      <dsp:nvSpPr>
        <dsp:cNvPr id="0" name=""/>
        <dsp:cNvSpPr/>
      </dsp:nvSpPr>
      <dsp:spPr>
        <a:xfrm>
          <a:off x="8138922" y="274510"/>
          <a:ext cx="3699510" cy="2219706"/>
        </a:xfrm>
        <a:prstGeom prst="rect">
          <a:avLst/>
        </a:prstGeom>
        <a:solidFill>
          <a:schemeClr val="accent4">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lvl="0" algn="ctr" defTabSz="1511300">
            <a:lnSpc>
              <a:spcPct val="90000"/>
            </a:lnSpc>
            <a:spcBef>
              <a:spcPct val="0"/>
            </a:spcBef>
            <a:spcAft>
              <a:spcPct val="35000"/>
            </a:spcAft>
          </a:pPr>
          <a:r>
            <a:rPr lang="en-US" sz="3400" kern="1200" smtClean="0">
              <a:latin typeface="Candara" pitchFamily="34" charset="0"/>
              <a:cs typeface="Arial" pitchFamily="34" charset="0"/>
            </a:rPr>
            <a:t>Report characteristics</a:t>
          </a:r>
          <a:endParaRPr lang="en-US" sz="3400" kern="1200" dirty="0">
            <a:latin typeface="Candara" pitchFamily="34" charset="0"/>
            <a:cs typeface="Arial" pitchFamily="34" charset="0"/>
          </a:endParaRPr>
        </a:p>
      </dsp:txBody>
      <dsp:txXfrm>
        <a:off x="8138922" y="274510"/>
        <a:ext cx="3699510" cy="2219706"/>
      </dsp:txXfrm>
    </dsp:sp>
    <dsp:sp modelId="{9B0F2AEF-28D3-4278-AA27-459534055B77}">
      <dsp:nvSpPr>
        <dsp:cNvPr id="0" name=""/>
        <dsp:cNvSpPr/>
      </dsp:nvSpPr>
      <dsp:spPr>
        <a:xfrm>
          <a:off x="0" y="2864167"/>
          <a:ext cx="3699510" cy="2219706"/>
        </a:xfrm>
        <a:prstGeom prst="rect">
          <a:avLst/>
        </a:prstGeom>
        <a:solidFill>
          <a:schemeClr val="accent5">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lvl="0" algn="ctr" defTabSz="1511300">
            <a:lnSpc>
              <a:spcPct val="90000"/>
            </a:lnSpc>
            <a:spcBef>
              <a:spcPct val="0"/>
            </a:spcBef>
            <a:spcAft>
              <a:spcPct val="35000"/>
            </a:spcAft>
          </a:pPr>
          <a:r>
            <a:rPr lang="en-US" sz="3400" kern="1200" smtClean="0">
              <a:latin typeface="Candara" pitchFamily="34" charset="0"/>
              <a:cs typeface="Arial" pitchFamily="34" charset="0"/>
            </a:rPr>
            <a:t>Significance of a report</a:t>
          </a:r>
          <a:endParaRPr lang="en-US" sz="3400" kern="1200" dirty="0"/>
        </a:p>
      </dsp:txBody>
      <dsp:txXfrm>
        <a:off x="0" y="2864167"/>
        <a:ext cx="3699510" cy="2219706"/>
      </dsp:txXfrm>
    </dsp:sp>
    <dsp:sp modelId="{0B4CBF04-43E3-41DF-AA4E-75D649460A81}">
      <dsp:nvSpPr>
        <dsp:cNvPr id="0" name=""/>
        <dsp:cNvSpPr/>
      </dsp:nvSpPr>
      <dsp:spPr>
        <a:xfrm>
          <a:off x="4069461" y="2864167"/>
          <a:ext cx="3699510" cy="2219706"/>
        </a:xfrm>
        <a:prstGeom prst="rect">
          <a:avLst/>
        </a:prstGeom>
        <a:solidFill>
          <a:schemeClr val="accent6">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lvl="0" algn="ctr" defTabSz="1511300">
            <a:lnSpc>
              <a:spcPct val="90000"/>
            </a:lnSpc>
            <a:spcBef>
              <a:spcPct val="0"/>
            </a:spcBef>
            <a:spcAft>
              <a:spcPct val="35000"/>
            </a:spcAft>
          </a:pPr>
          <a:r>
            <a:rPr lang="en-US" sz="3400" kern="1200" smtClean="0">
              <a:latin typeface="Candara" pitchFamily="34" charset="0"/>
              <a:cs typeface="Arial" pitchFamily="34" charset="0"/>
            </a:rPr>
            <a:t>Comparison of a report and essay</a:t>
          </a:r>
          <a:endParaRPr lang="en-US" sz="3400" kern="1200" dirty="0">
            <a:latin typeface="Candara" pitchFamily="34" charset="0"/>
            <a:cs typeface="Arial" pitchFamily="34" charset="0"/>
          </a:endParaRPr>
        </a:p>
      </dsp:txBody>
      <dsp:txXfrm>
        <a:off x="4069461" y="2864167"/>
        <a:ext cx="3699510" cy="2219706"/>
      </dsp:txXfrm>
    </dsp:sp>
    <dsp:sp modelId="{E5B74DDA-7DDA-4398-AE4C-24C2B86CFC61}">
      <dsp:nvSpPr>
        <dsp:cNvPr id="0" name=""/>
        <dsp:cNvSpPr/>
      </dsp:nvSpPr>
      <dsp:spPr>
        <a:xfrm>
          <a:off x="8138922" y="2864167"/>
          <a:ext cx="3699510" cy="2219706"/>
        </a:xfrm>
        <a:prstGeom prst="rect">
          <a:avLst/>
        </a:prstGeom>
        <a:solidFill>
          <a:schemeClr val="accent2">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lvl="0" algn="ctr" defTabSz="1511300">
            <a:lnSpc>
              <a:spcPct val="90000"/>
            </a:lnSpc>
            <a:spcBef>
              <a:spcPct val="0"/>
            </a:spcBef>
            <a:spcAft>
              <a:spcPct val="35000"/>
            </a:spcAft>
          </a:pPr>
          <a:r>
            <a:rPr lang="en-US" sz="3400" kern="1200" smtClean="0">
              <a:latin typeface="Candara" pitchFamily="34" charset="0"/>
              <a:cs typeface="Arial" pitchFamily="34" charset="0"/>
            </a:rPr>
            <a:t>Relevance, attributes and features of a report</a:t>
          </a:r>
          <a:endParaRPr lang="en-US" sz="3400" kern="1200" dirty="0">
            <a:latin typeface="Candara" pitchFamily="34" charset="0"/>
            <a:cs typeface="Arial" pitchFamily="34" charset="0"/>
          </a:endParaRPr>
        </a:p>
      </dsp:txBody>
      <dsp:txXfrm>
        <a:off x="8138922" y="2864167"/>
        <a:ext cx="3699510" cy="221970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D8FF17-1425-4C2F-BFA1-60D18F05E729}">
      <dsp:nvSpPr>
        <dsp:cNvPr id="0" name=""/>
        <dsp:cNvSpPr/>
      </dsp:nvSpPr>
      <dsp:spPr>
        <a:xfrm>
          <a:off x="4981519" y="1122"/>
          <a:ext cx="1753472" cy="1753472"/>
        </a:xfrm>
        <a:prstGeom prst="ellipse">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9050" tIns="19050" rIns="19050" bIns="19050" numCol="1" spcCol="1270" anchor="ctr" anchorCtr="0">
          <a:noAutofit/>
        </a:bodyPr>
        <a:lstStyle/>
        <a:p>
          <a:pPr lvl="0" algn="ctr" defTabSz="666750">
            <a:lnSpc>
              <a:spcPct val="90000"/>
            </a:lnSpc>
            <a:spcBef>
              <a:spcPct val="0"/>
            </a:spcBef>
            <a:spcAft>
              <a:spcPct val="35000"/>
            </a:spcAft>
          </a:pPr>
          <a:r>
            <a:rPr lang="en-US" sz="1500" kern="1200" dirty="0" smtClean="0"/>
            <a:t>INFORMATION </a:t>
          </a:r>
          <a:endParaRPr lang="en-US" sz="1500" kern="1200" dirty="0"/>
        </a:p>
      </dsp:txBody>
      <dsp:txXfrm>
        <a:off x="5238309" y="257912"/>
        <a:ext cx="1239892" cy="1239892"/>
      </dsp:txXfrm>
    </dsp:sp>
    <dsp:sp modelId="{19019ACB-6C24-4DD6-AB43-0C131D9C77E4}">
      <dsp:nvSpPr>
        <dsp:cNvPr id="0" name=""/>
        <dsp:cNvSpPr/>
      </dsp:nvSpPr>
      <dsp:spPr>
        <a:xfrm rot="2160000">
          <a:off x="6679744" y="1348395"/>
          <a:ext cx="466838" cy="591796"/>
        </a:xfrm>
        <a:prstGeom prst="rightArrow">
          <a:avLst>
            <a:gd name="adj1" fmla="val 60000"/>
            <a:gd name="adj2" fmla="val 5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lvl="0" algn="ctr" defTabSz="533400">
            <a:lnSpc>
              <a:spcPct val="90000"/>
            </a:lnSpc>
            <a:spcBef>
              <a:spcPct val="0"/>
            </a:spcBef>
            <a:spcAft>
              <a:spcPct val="35000"/>
            </a:spcAft>
          </a:pPr>
          <a:endParaRPr lang="en-US" sz="1200" kern="1200"/>
        </a:p>
      </dsp:txBody>
      <dsp:txXfrm>
        <a:off x="6693118" y="1425594"/>
        <a:ext cx="326787" cy="355078"/>
      </dsp:txXfrm>
    </dsp:sp>
    <dsp:sp modelId="{A310057A-D758-4E2B-BA3E-44B7CBD69E15}">
      <dsp:nvSpPr>
        <dsp:cNvPr id="0" name=""/>
        <dsp:cNvSpPr/>
      </dsp:nvSpPr>
      <dsp:spPr>
        <a:xfrm>
          <a:off x="7112713" y="1549525"/>
          <a:ext cx="1753472" cy="1753472"/>
        </a:xfrm>
        <a:prstGeom prst="ellipse">
          <a:avLst/>
        </a:prstGeom>
        <a:gradFill rotWithShape="0">
          <a:gsLst>
            <a:gs pos="0">
              <a:schemeClr val="accent2">
                <a:hueOff val="-363841"/>
                <a:satOff val="-20982"/>
                <a:lumOff val="2157"/>
                <a:alphaOff val="0"/>
                <a:satMod val="103000"/>
                <a:lumMod val="102000"/>
                <a:tint val="94000"/>
              </a:schemeClr>
            </a:gs>
            <a:gs pos="50000">
              <a:schemeClr val="accent2">
                <a:hueOff val="-363841"/>
                <a:satOff val="-20982"/>
                <a:lumOff val="2157"/>
                <a:alphaOff val="0"/>
                <a:satMod val="110000"/>
                <a:lumMod val="100000"/>
                <a:shade val="100000"/>
              </a:schemeClr>
            </a:gs>
            <a:gs pos="100000">
              <a:schemeClr val="accent2">
                <a:hueOff val="-363841"/>
                <a:satOff val="-20982"/>
                <a:lumOff val="2157"/>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9050" tIns="19050" rIns="19050" bIns="19050" numCol="1" spcCol="1270" anchor="ctr" anchorCtr="0">
          <a:noAutofit/>
        </a:bodyPr>
        <a:lstStyle/>
        <a:p>
          <a:pPr lvl="0" algn="ctr" defTabSz="666750">
            <a:lnSpc>
              <a:spcPct val="90000"/>
            </a:lnSpc>
            <a:spcBef>
              <a:spcPct val="0"/>
            </a:spcBef>
            <a:spcAft>
              <a:spcPct val="35000"/>
            </a:spcAft>
          </a:pPr>
          <a:r>
            <a:rPr lang="en-US" sz="1500" kern="1200" dirty="0" smtClean="0"/>
            <a:t>INSTRUCTION </a:t>
          </a:r>
          <a:endParaRPr lang="en-US" sz="1500" kern="1200" dirty="0"/>
        </a:p>
      </dsp:txBody>
      <dsp:txXfrm>
        <a:off x="7369503" y="1806315"/>
        <a:ext cx="1239892" cy="1239892"/>
      </dsp:txXfrm>
    </dsp:sp>
    <dsp:sp modelId="{AF5D9384-0DEC-4400-BEB5-3AB08F74E19B}">
      <dsp:nvSpPr>
        <dsp:cNvPr id="0" name=""/>
        <dsp:cNvSpPr/>
      </dsp:nvSpPr>
      <dsp:spPr>
        <a:xfrm rot="6480000">
          <a:off x="7353091" y="3370481"/>
          <a:ext cx="466838" cy="591796"/>
        </a:xfrm>
        <a:prstGeom prst="rightArrow">
          <a:avLst>
            <a:gd name="adj1" fmla="val 60000"/>
            <a:gd name="adj2" fmla="val 50000"/>
          </a:avLst>
        </a:prstGeom>
        <a:gradFill rotWithShape="0">
          <a:gsLst>
            <a:gs pos="0">
              <a:schemeClr val="accent2">
                <a:hueOff val="-363841"/>
                <a:satOff val="-20982"/>
                <a:lumOff val="2157"/>
                <a:alphaOff val="0"/>
                <a:satMod val="103000"/>
                <a:lumMod val="102000"/>
                <a:tint val="94000"/>
              </a:schemeClr>
            </a:gs>
            <a:gs pos="50000">
              <a:schemeClr val="accent2">
                <a:hueOff val="-363841"/>
                <a:satOff val="-20982"/>
                <a:lumOff val="2157"/>
                <a:alphaOff val="0"/>
                <a:satMod val="110000"/>
                <a:lumMod val="100000"/>
                <a:shade val="100000"/>
              </a:schemeClr>
            </a:gs>
            <a:gs pos="100000">
              <a:schemeClr val="accent2">
                <a:hueOff val="-363841"/>
                <a:satOff val="-20982"/>
                <a:lumOff val="2157"/>
                <a:alphaOff val="0"/>
                <a:lumMod val="99000"/>
                <a:satMod val="120000"/>
                <a:shade val="78000"/>
              </a:schemeClr>
            </a:gs>
          </a:gsLst>
          <a:lin ang="5400000" scaled="0"/>
        </a:gradFill>
        <a:ln>
          <a:noFill/>
        </a:ln>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lvl="0" algn="ctr" defTabSz="533400">
            <a:lnSpc>
              <a:spcPct val="90000"/>
            </a:lnSpc>
            <a:spcBef>
              <a:spcPct val="0"/>
            </a:spcBef>
            <a:spcAft>
              <a:spcPct val="35000"/>
            </a:spcAft>
          </a:pPr>
          <a:endParaRPr lang="en-US" sz="1200" kern="1200"/>
        </a:p>
      </dsp:txBody>
      <dsp:txXfrm rot="10800000">
        <a:off x="7444756" y="3422242"/>
        <a:ext cx="326787" cy="355078"/>
      </dsp:txXfrm>
    </dsp:sp>
    <dsp:sp modelId="{D1815D43-2CF8-442B-92C3-459E81791050}">
      <dsp:nvSpPr>
        <dsp:cNvPr id="0" name=""/>
        <dsp:cNvSpPr/>
      </dsp:nvSpPr>
      <dsp:spPr>
        <a:xfrm>
          <a:off x="6298669" y="4054893"/>
          <a:ext cx="1753472" cy="1753472"/>
        </a:xfrm>
        <a:prstGeom prst="ellipse">
          <a:avLst/>
        </a:prstGeom>
        <a:gradFill rotWithShape="0">
          <a:gsLst>
            <a:gs pos="0">
              <a:schemeClr val="accent2">
                <a:hueOff val="-727682"/>
                <a:satOff val="-41964"/>
                <a:lumOff val="4314"/>
                <a:alphaOff val="0"/>
                <a:satMod val="103000"/>
                <a:lumMod val="102000"/>
                <a:tint val="94000"/>
              </a:schemeClr>
            </a:gs>
            <a:gs pos="50000">
              <a:schemeClr val="accent2">
                <a:hueOff val="-727682"/>
                <a:satOff val="-41964"/>
                <a:lumOff val="4314"/>
                <a:alphaOff val="0"/>
                <a:satMod val="110000"/>
                <a:lumMod val="100000"/>
                <a:shade val="100000"/>
              </a:schemeClr>
            </a:gs>
            <a:gs pos="100000">
              <a:schemeClr val="accent2">
                <a:hueOff val="-727682"/>
                <a:satOff val="-41964"/>
                <a:lumOff val="4314"/>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9050" tIns="19050" rIns="19050" bIns="19050" numCol="1" spcCol="1270" anchor="ctr" anchorCtr="0">
          <a:noAutofit/>
        </a:bodyPr>
        <a:lstStyle/>
        <a:p>
          <a:pPr lvl="0" algn="ctr" defTabSz="666750">
            <a:lnSpc>
              <a:spcPct val="90000"/>
            </a:lnSpc>
            <a:spcBef>
              <a:spcPct val="0"/>
            </a:spcBef>
            <a:spcAft>
              <a:spcPct val="35000"/>
            </a:spcAft>
          </a:pPr>
          <a:r>
            <a:rPr lang="en-US" sz="1500" kern="1200" dirty="0" smtClean="0"/>
            <a:t>DESCRIPTION </a:t>
          </a:r>
          <a:endParaRPr lang="en-US" sz="1500" kern="1200" dirty="0"/>
        </a:p>
      </dsp:txBody>
      <dsp:txXfrm>
        <a:off x="6555459" y="4311683"/>
        <a:ext cx="1239892" cy="1239892"/>
      </dsp:txXfrm>
    </dsp:sp>
    <dsp:sp modelId="{A136C431-2873-41C7-BD69-50466102C68D}">
      <dsp:nvSpPr>
        <dsp:cNvPr id="0" name=""/>
        <dsp:cNvSpPr/>
      </dsp:nvSpPr>
      <dsp:spPr>
        <a:xfrm rot="10800000">
          <a:off x="5638049" y="4635730"/>
          <a:ext cx="466838" cy="591796"/>
        </a:xfrm>
        <a:prstGeom prst="rightArrow">
          <a:avLst>
            <a:gd name="adj1" fmla="val 60000"/>
            <a:gd name="adj2" fmla="val 50000"/>
          </a:avLst>
        </a:prstGeom>
        <a:gradFill rotWithShape="0">
          <a:gsLst>
            <a:gs pos="0">
              <a:schemeClr val="accent2">
                <a:hueOff val="-727682"/>
                <a:satOff val="-41964"/>
                <a:lumOff val="4314"/>
                <a:alphaOff val="0"/>
                <a:satMod val="103000"/>
                <a:lumMod val="102000"/>
                <a:tint val="94000"/>
              </a:schemeClr>
            </a:gs>
            <a:gs pos="50000">
              <a:schemeClr val="accent2">
                <a:hueOff val="-727682"/>
                <a:satOff val="-41964"/>
                <a:lumOff val="4314"/>
                <a:alphaOff val="0"/>
                <a:satMod val="110000"/>
                <a:lumMod val="100000"/>
                <a:shade val="100000"/>
              </a:schemeClr>
            </a:gs>
            <a:gs pos="100000">
              <a:schemeClr val="accent2">
                <a:hueOff val="-727682"/>
                <a:satOff val="-41964"/>
                <a:lumOff val="4314"/>
                <a:alphaOff val="0"/>
                <a:lumMod val="99000"/>
                <a:satMod val="120000"/>
                <a:shade val="78000"/>
              </a:schemeClr>
            </a:gs>
          </a:gsLst>
          <a:lin ang="5400000" scaled="0"/>
        </a:gradFill>
        <a:ln>
          <a:noFill/>
        </a:ln>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lvl="0" algn="ctr" defTabSz="533400">
            <a:lnSpc>
              <a:spcPct val="90000"/>
            </a:lnSpc>
            <a:spcBef>
              <a:spcPct val="0"/>
            </a:spcBef>
            <a:spcAft>
              <a:spcPct val="35000"/>
            </a:spcAft>
          </a:pPr>
          <a:endParaRPr lang="en-US" sz="1200" kern="1200"/>
        </a:p>
      </dsp:txBody>
      <dsp:txXfrm rot="10800000">
        <a:off x="5778100" y="4754089"/>
        <a:ext cx="326787" cy="355078"/>
      </dsp:txXfrm>
    </dsp:sp>
    <dsp:sp modelId="{A65F366B-FE6F-4FB0-B955-7EFFB4BFB700}">
      <dsp:nvSpPr>
        <dsp:cNvPr id="0" name=""/>
        <dsp:cNvSpPr/>
      </dsp:nvSpPr>
      <dsp:spPr>
        <a:xfrm>
          <a:off x="3664369" y="4054893"/>
          <a:ext cx="1753472" cy="1753472"/>
        </a:xfrm>
        <a:prstGeom prst="ellipse">
          <a:avLst/>
        </a:prstGeom>
        <a:gradFill rotWithShape="0">
          <a:gsLst>
            <a:gs pos="0">
              <a:schemeClr val="accent2">
                <a:hueOff val="-1091522"/>
                <a:satOff val="-62946"/>
                <a:lumOff val="6471"/>
                <a:alphaOff val="0"/>
                <a:satMod val="103000"/>
                <a:lumMod val="102000"/>
                <a:tint val="94000"/>
              </a:schemeClr>
            </a:gs>
            <a:gs pos="50000">
              <a:schemeClr val="accent2">
                <a:hueOff val="-1091522"/>
                <a:satOff val="-62946"/>
                <a:lumOff val="6471"/>
                <a:alphaOff val="0"/>
                <a:satMod val="110000"/>
                <a:lumMod val="100000"/>
                <a:shade val="100000"/>
              </a:schemeClr>
            </a:gs>
            <a:gs pos="100000">
              <a:schemeClr val="accent2">
                <a:hueOff val="-1091522"/>
                <a:satOff val="-62946"/>
                <a:lumOff val="6471"/>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9050" tIns="19050" rIns="19050" bIns="19050" numCol="1" spcCol="1270" anchor="ctr" anchorCtr="0">
          <a:noAutofit/>
        </a:bodyPr>
        <a:lstStyle/>
        <a:p>
          <a:pPr lvl="0" algn="ctr" defTabSz="666750">
            <a:lnSpc>
              <a:spcPct val="90000"/>
            </a:lnSpc>
            <a:spcBef>
              <a:spcPct val="0"/>
            </a:spcBef>
            <a:spcAft>
              <a:spcPct val="35000"/>
            </a:spcAft>
          </a:pPr>
          <a:r>
            <a:rPr lang="en-US" sz="1500" kern="1200" dirty="0" smtClean="0"/>
            <a:t>EXPLANATION </a:t>
          </a:r>
          <a:endParaRPr lang="en-US" sz="1500" kern="1200" dirty="0"/>
        </a:p>
      </dsp:txBody>
      <dsp:txXfrm>
        <a:off x="3921159" y="4311683"/>
        <a:ext cx="1239892" cy="1239892"/>
      </dsp:txXfrm>
    </dsp:sp>
    <dsp:sp modelId="{CA5A93DA-5836-41CD-9D72-20FBCE9D94BB}">
      <dsp:nvSpPr>
        <dsp:cNvPr id="0" name=""/>
        <dsp:cNvSpPr/>
      </dsp:nvSpPr>
      <dsp:spPr>
        <a:xfrm rot="15120000">
          <a:off x="3904747" y="3395612"/>
          <a:ext cx="466838" cy="591796"/>
        </a:xfrm>
        <a:prstGeom prst="rightArrow">
          <a:avLst>
            <a:gd name="adj1" fmla="val 60000"/>
            <a:gd name="adj2" fmla="val 50000"/>
          </a:avLst>
        </a:prstGeom>
        <a:gradFill rotWithShape="0">
          <a:gsLst>
            <a:gs pos="0">
              <a:schemeClr val="accent2">
                <a:hueOff val="-1091522"/>
                <a:satOff val="-62946"/>
                <a:lumOff val="6471"/>
                <a:alphaOff val="0"/>
                <a:satMod val="103000"/>
                <a:lumMod val="102000"/>
                <a:tint val="94000"/>
              </a:schemeClr>
            </a:gs>
            <a:gs pos="50000">
              <a:schemeClr val="accent2">
                <a:hueOff val="-1091522"/>
                <a:satOff val="-62946"/>
                <a:lumOff val="6471"/>
                <a:alphaOff val="0"/>
                <a:satMod val="110000"/>
                <a:lumMod val="100000"/>
                <a:shade val="100000"/>
              </a:schemeClr>
            </a:gs>
            <a:gs pos="100000">
              <a:schemeClr val="accent2">
                <a:hueOff val="-1091522"/>
                <a:satOff val="-62946"/>
                <a:lumOff val="6471"/>
                <a:alphaOff val="0"/>
                <a:lumMod val="99000"/>
                <a:satMod val="120000"/>
                <a:shade val="78000"/>
              </a:schemeClr>
            </a:gs>
          </a:gsLst>
          <a:lin ang="5400000" scaled="0"/>
        </a:gradFill>
        <a:ln>
          <a:noFill/>
        </a:ln>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lvl="0" algn="ctr" defTabSz="533400">
            <a:lnSpc>
              <a:spcPct val="90000"/>
            </a:lnSpc>
            <a:spcBef>
              <a:spcPct val="0"/>
            </a:spcBef>
            <a:spcAft>
              <a:spcPct val="35000"/>
            </a:spcAft>
          </a:pPr>
          <a:endParaRPr lang="en-US" sz="1200" kern="1200"/>
        </a:p>
      </dsp:txBody>
      <dsp:txXfrm rot="10800000">
        <a:off x="3996412" y="3580569"/>
        <a:ext cx="326787" cy="355078"/>
      </dsp:txXfrm>
    </dsp:sp>
    <dsp:sp modelId="{D9517765-19AE-4ED7-812A-1484A1D96DCB}">
      <dsp:nvSpPr>
        <dsp:cNvPr id="0" name=""/>
        <dsp:cNvSpPr/>
      </dsp:nvSpPr>
      <dsp:spPr>
        <a:xfrm>
          <a:off x="2850326" y="1549525"/>
          <a:ext cx="1753472" cy="1753472"/>
        </a:xfrm>
        <a:prstGeom prst="ellipse">
          <a:avLst/>
        </a:prstGeom>
        <a:gradFill rotWithShape="0">
          <a:gsLst>
            <a:gs pos="0">
              <a:schemeClr val="accent2">
                <a:hueOff val="-1455363"/>
                <a:satOff val="-83928"/>
                <a:lumOff val="8628"/>
                <a:alphaOff val="0"/>
                <a:satMod val="103000"/>
                <a:lumMod val="102000"/>
                <a:tint val="94000"/>
              </a:schemeClr>
            </a:gs>
            <a:gs pos="50000">
              <a:schemeClr val="accent2">
                <a:hueOff val="-1455363"/>
                <a:satOff val="-83928"/>
                <a:lumOff val="8628"/>
                <a:alphaOff val="0"/>
                <a:satMod val="110000"/>
                <a:lumMod val="100000"/>
                <a:shade val="100000"/>
              </a:schemeClr>
            </a:gs>
            <a:gs pos="100000">
              <a:schemeClr val="accent2">
                <a:hueOff val="-1455363"/>
                <a:satOff val="-83928"/>
                <a:lumOff val="8628"/>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9050" tIns="19050" rIns="19050" bIns="19050" numCol="1" spcCol="1270" anchor="ctr" anchorCtr="0">
          <a:noAutofit/>
        </a:bodyPr>
        <a:lstStyle/>
        <a:p>
          <a:pPr lvl="0" algn="ctr" defTabSz="666750">
            <a:lnSpc>
              <a:spcPct val="90000"/>
            </a:lnSpc>
            <a:spcBef>
              <a:spcPct val="0"/>
            </a:spcBef>
            <a:spcAft>
              <a:spcPct val="35000"/>
            </a:spcAft>
          </a:pPr>
          <a:r>
            <a:rPr lang="en-US" sz="1500" kern="1200" dirty="0" smtClean="0"/>
            <a:t>MECHNISM </a:t>
          </a:r>
          <a:endParaRPr lang="en-US" sz="1500" kern="1200" dirty="0"/>
        </a:p>
      </dsp:txBody>
      <dsp:txXfrm>
        <a:off x="3107116" y="1806315"/>
        <a:ext cx="1239892" cy="1239892"/>
      </dsp:txXfrm>
    </dsp:sp>
    <dsp:sp modelId="{3453D807-0400-4587-BAF3-D238D69CFE99}">
      <dsp:nvSpPr>
        <dsp:cNvPr id="0" name=""/>
        <dsp:cNvSpPr/>
      </dsp:nvSpPr>
      <dsp:spPr>
        <a:xfrm rot="19440000">
          <a:off x="4548550" y="1363927"/>
          <a:ext cx="466838" cy="591796"/>
        </a:xfrm>
        <a:prstGeom prst="rightArrow">
          <a:avLst>
            <a:gd name="adj1" fmla="val 60000"/>
            <a:gd name="adj2" fmla="val 50000"/>
          </a:avLst>
        </a:prstGeom>
        <a:gradFill rotWithShape="0">
          <a:gsLst>
            <a:gs pos="0">
              <a:schemeClr val="accent2">
                <a:hueOff val="-1455363"/>
                <a:satOff val="-83928"/>
                <a:lumOff val="8628"/>
                <a:alphaOff val="0"/>
                <a:satMod val="103000"/>
                <a:lumMod val="102000"/>
                <a:tint val="94000"/>
              </a:schemeClr>
            </a:gs>
            <a:gs pos="50000">
              <a:schemeClr val="accent2">
                <a:hueOff val="-1455363"/>
                <a:satOff val="-83928"/>
                <a:lumOff val="8628"/>
                <a:alphaOff val="0"/>
                <a:satMod val="110000"/>
                <a:lumMod val="100000"/>
                <a:shade val="100000"/>
              </a:schemeClr>
            </a:gs>
            <a:gs pos="100000">
              <a:schemeClr val="accent2">
                <a:hueOff val="-1455363"/>
                <a:satOff val="-83928"/>
                <a:lumOff val="8628"/>
                <a:alphaOff val="0"/>
                <a:lumMod val="99000"/>
                <a:satMod val="120000"/>
                <a:shade val="78000"/>
              </a:schemeClr>
            </a:gs>
          </a:gsLst>
          <a:lin ang="5400000" scaled="0"/>
        </a:gradFill>
        <a:ln>
          <a:noFill/>
        </a:ln>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lvl="0" algn="ctr" defTabSz="533400">
            <a:lnSpc>
              <a:spcPct val="90000"/>
            </a:lnSpc>
            <a:spcBef>
              <a:spcPct val="0"/>
            </a:spcBef>
            <a:spcAft>
              <a:spcPct val="35000"/>
            </a:spcAft>
          </a:pPr>
          <a:endParaRPr lang="en-US" sz="1200" kern="1200"/>
        </a:p>
      </dsp:txBody>
      <dsp:txXfrm>
        <a:off x="4561924" y="1523446"/>
        <a:ext cx="326787" cy="35507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F69E82-4305-4D3A-AB4A-621506D18297}">
      <dsp:nvSpPr>
        <dsp:cNvPr id="0" name=""/>
        <dsp:cNvSpPr/>
      </dsp:nvSpPr>
      <dsp:spPr>
        <a:xfrm>
          <a:off x="4778841" y="1889873"/>
          <a:ext cx="2402111" cy="2077923"/>
        </a:xfrm>
        <a:prstGeom prst="hexagon">
          <a:avLst>
            <a:gd name="adj" fmla="val 28570"/>
            <a:gd name="vf" fmla="val 115470"/>
          </a:avLst>
        </a:prstGeom>
        <a:solidFill>
          <a:schemeClr val="accen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21590" tIns="21590" rIns="21590" bIns="21590" numCol="1" spcCol="1270" anchor="ctr" anchorCtr="0">
          <a:noAutofit/>
        </a:bodyPr>
        <a:lstStyle/>
        <a:p>
          <a:pPr lvl="0" algn="ctr" defTabSz="755650">
            <a:lnSpc>
              <a:spcPct val="90000"/>
            </a:lnSpc>
            <a:spcBef>
              <a:spcPct val="0"/>
            </a:spcBef>
            <a:spcAft>
              <a:spcPct val="35000"/>
            </a:spcAft>
          </a:pPr>
          <a:r>
            <a:rPr lang="en-US" sz="1700" kern="1200" dirty="0" smtClean="0"/>
            <a:t>Technical Report </a:t>
          </a:r>
          <a:endParaRPr lang="en-US" sz="1700" kern="1200" dirty="0"/>
        </a:p>
      </dsp:txBody>
      <dsp:txXfrm>
        <a:off x="5176904" y="2234214"/>
        <a:ext cx="1605985" cy="1389241"/>
      </dsp:txXfrm>
    </dsp:sp>
    <dsp:sp modelId="{FABC0EBE-36C4-45DD-A8D7-B7336ABD4A2C}">
      <dsp:nvSpPr>
        <dsp:cNvPr id="0" name=""/>
        <dsp:cNvSpPr/>
      </dsp:nvSpPr>
      <dsp:spPr>
        <a:xfrm>
          <a:off x="6283024" y="895727"/>
          <a:ext cx="906309" cy="780905"/>
        </a:xfrm>
        <a:prstGeom prst="hexagon">
          <a:avLst>
            <a:gd name="adj" fmla="val 28900"/>
            <a:gd name="vf" fmla="val 115470"/>
          </a:avLst>
        </a:prstGeom>
        <a:solidFill>
          <a:schemeClr val="accent2">
            <a:tint val="40000"/>
            <a:hueOff val="0"/>
            <a:satOff val="0"/>
            <a:lumOff val="0"/>
            <a:alphaOff val="0"/>
          </a:schemeClr>
        </a:solidFill>
        <a:ln w="6350" cap="flat" cmpd="sng" algn="ctr">
          <a:solidFill>
            <a:schemeClr val="dk1">
              <a:hueOff val="0"/>
              <a:satOff val="0"/>
              <a:lumOff val="0"/>
              <a:alphaOff val="0"/>
            </a:schemeClr>
          </a:solidFill>
          <a:prstDash val="solid"/>
          <a:miter lim="800000"/>
        </a:ln>
        <a:effectLst/>
        <a:scene3d>
          <a:camera prst="orthographicFront">
            <a:rot lat="0" lon="0" rev="0"/>
          </a:camera>
          <a:lightRig rig="contrasting" dir="t">
            <a:rot lat="0" lon="0" rev="1200000"/>
          </a:lightRig>
        </a:scene3d>
        <a:sp3d z="-300000" prstMaterial="plastic"/>
      </dsp:spPr>
      <dsp:style>
        <a:lnRef idx="1">
          <a:scrgbClr r="0" g="0" b="0"/>
        </a:lnRef>
        <a:fillRef idx="1">
          <a:scrgbClr r="0" g="0" b="0"/>
        </a:fillRef>
        <a:effectRef idx="0">
          <a:scrgbClr r="0" g="0" b="0"/>
        </a:effectRef>
        <a:fontRef idx="minor"/>
      </dsp:style>
    </dsp:sp>
    <dsp:sp modelId="{EA66D438-037E-4C74-803D-38A2B20E253A}">
      <dsp:nvSpPr>
        <dsp:cNvPr id="0" name=""/>
        <dsp:cNvSpPr/>
      </dsp:nvSpPr>
      <dsp:spPr>
        <a:xfrm>
          <a:off x="5000110" y="0"/>
          <a:ext cx="1968513" cy="1702995"/>
        </a:xfrm>
        <a:prstGeom prst="hexagon">
          <a:avLst>
            <a:gd name="adj" fmla="val 28570"/>
            <a:gd name="vf" fmla="val 115470"/>
          </a:avLst>
        </a:prstGeom>
        <a:solidFill>
          <a:schemeClr val="accent2">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21590" tIns="21590" rIns="21590" bIns="21590" numCol="1" spcCol="1270" anchor="ctr" anchorCtr="0">
          <a:noAutofit/>
        </a:bodyPr>
        <a:lstStyle/>
        <a:p>
          <a:pPr lvl="0" algn="ctr" defTabSz="755650">
            <a:lnSpc>
              <a:spcPct val="90000"/>
            </a:lnSpc>
            <a:spcBef>
              <a:spcPct val="0"/>
            </a:spcBef>
            <a:spcAft>
              <a:spcPct val="35000"/>
            </a:spcAft>
          </a:pPr>
          <a:r>
            <a:rPr lang="en-US" sz="1700" kern="1200" smtClean="0"/>
            <a:t>Description </a:t>
          </a:r>
          <a:endParaRPr lang="en-US" sz="1700" kern="1200" dirty="0"/>
        </a:p>
      </dsp:txBody>
      <dsp:txXfrm>
        <a:off x="5326335" y="282223"/>
        <a:ext cx="1316063" cy="1138549"/>
      </dsp:txXfrm>
    </dsp:sp>
    <dsp:sp modelId="{DE90E104-0C5B-4C9F-9686-FFE83E0885F5}">
      <dsp:nvSpPr>
        <dsp:cNvPr id="0" name=""/>
        <dsp:cNvSpPr/>
      </dsp:nvSpPr>
      <dsp:spPr>
        <a:xfrm>
          <a:off x="7340757" y="2355604"/>
          <a:ext cx="906309" cy="780905"/>
        </a:xfrm>
        <a:prstGeom prst="hexagon">
          <a:avLst>
            <a:gd name="adj" fmla="val 28900"/>
            <a:gd name="vf" fmla="val 115470"/>
          </a:avLst>
        </a:prstGeom>
        <a:solidFill>
          <a:schemeClr val="accent2">
            <a:tint val="40000"/>
            <a:hueOff val="0"/>
            <a:satOff val="0"/>
            <a:lumOff val="0"/>
            <a:alphaOff val="0"/>
          </a:schemeClr>
        </a:solidFill>
        <a:ln w="6350" cap="flat" cmpd="sng" algn="ctr">
          <a:solidFill>
            <a:schemeClr val="dk1">
              <a:hueOff val="0"/>
              <a:satOff val="0"/>
              <a:lumOff val="0"/>
              <a:alphaOff val="0"/>
            </a:schemeClr>
          </a:solidFill>
          <a:prstDash val="solid"/>
          <a:miter lim="800000"/>
        </a:ln>
        <a:effectLst/>
        <a:scene3d>
          <a:camera prst="orthographicFront">
            <a:rot lat="0" lon="0" rev="0"/>
          </a:camera>
          <a:lightRig rig="contrasting" dir="t">
            <a:rot lat="0" lon="0" rev="1200000"/>
          </a:lightRig>
        </a:scene3d>
        <a:sp3d z="-300000" prstMaterial="plastic"/>
      </dsp:spPr>
      <dsp:style>
        <a:lnRef idx="1">
          <a:scrgbClr r="0" g="0" b="0"/>
        </a:lnRef>
        <a:fillRef idx="1">
          <a:scrgbClr r="0" g="0" b="0"/>
        </a:fillRef>
        <a:effectRef idx="0">
          <a:scrgbClr r="0" g="0" b="0"/>
        </a:effectRef>
        <a:fontRef idx="minor"/>
      </dsp:style>
    </dsp:sp>
    <dsp:sp modelId="{1C105045-0347-41DA-85DC-FBAA84852039}">
      <dsp:nvSpPr>
        <dsp:cNvPr id="0" name=""/>
        <dsp:cNvSpPr/>
      </dsp:nvSpPr>
      <dsp:spPr>
        <a:xfrm>
          <a:off x="6805465" y="1047456"/>
          <a:ext cx="1968513" cy="1702995"/>
        </a:xfrm>
        <a:prstGeom prst="hexagon">
          <a:avLst>
            <a:gd name="adj" fmla="val 28570"/>
            <a:gd name="vf" fmla="val 115470"/>
          </a:avLst>
        </a:prstGeom>
        <a:solidFill>
          <a:schemeClr val="accent3">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21590" tIns="21590" rIns="21590" bIns="21590" numCol="1" spcCol="1270" anchor="ctr" anchorCtr="0">
          <a:noAutofit/>
        </a:bodyPr>
        <a:lstStyle/>
        <a:p>
          <a:pPr lvl="0" algn="ctr" defTabSz="755650">
            <a:lnSpc>
              <a:spcPct val="90000"/>
            </a:lnSpc>
            <a:spcBef>
              <a:spcPct val="0"/>
            </a:spcBef>
            <a:spcAft>
              <a:spcPct val="35000"/>
            </a:spcAft>
          </a:pPr>
          <a:r>
            <a:rPr lang="en-US" sz="1700" kern="1200" dirty="0" smtClean="0"/>
            <a:t>Instruction </a:t>
          </a:r>
          <a:endParaRPr lang="en-US" sz="1700" kern="1200" dirty="0"/>
        </a:p>
      </dsp:txBody>
      <dsp:txXfrm>
        <a:off x="7131690" y="1329679"/>
        <a:ext cx="1316063" cy="1138549"/>
      </dsp:txXfrm>
    </dsp:sp>
    <dsp:sp modelId="{99156A89-8DED-4AB6-AC8A-9049E9AC26C8}">
      <dsp:nvSpPr>
        <dsp:cNvPr id="0" name=""/>
        <dsp:cNvSpPr/>
      </dsp:nvSpPr>
      <dsp:spPr>
        <a:xfrm>
          <a:off x="6605987" y="4003532"/>
          <a:ext cx="906309" cy="780905"/>
        </a:xfrm>
        <a:prstGeom prst="hexagon">
          <a:avLst>
            <a:gd name="adj" fmla="val 28900"/>
            <a:gd name="vf" fmla="val 115470"/>
          </a:avLst>
        </a:prstGeom>
        <a:solidFill>
          <a:schemeClr val="accent2">
            <a:tint val="40000"/>
            <a:hueOff val="0"/>
            <a:satOff val="0"/>
            <a:lumOff val="0"/>
            <a:alphaOff val="0"/>
          </a:schemeClr>
        </a:solidFill>
        <a:ln w="6350" cap="flat" cmpd="sng" algn="ctr">
          <a:solidFill>
            <a:schemeClr val="dk1">
              <a:hueOff val="0"/>
              <a:satOff val="0"/>
              <a:lumOff val="0"/>
              <a:alphaOff val="0"/>
            </a:schemeClr>
          </a:solidFill>
          <a:prstDash val="solid"/>
          <a:miter lim="800000"/>
        </a:ln>
        <a:effectLst/>
        <a:scene3d>
          <a:camera prst="orthographicFront">
            <a:rot lat="0" lon="0" rev="0"/>
          </a:camera>
          <a:lightRig rig="contrasting" dir="t">
            <a:rot lat="0" lon="0" rev="1200000"/>
          </a:lightRig>
        </a:scene3d>
        <a:sp3d z="-300000" prstMaterial="plastic"/>
      </dsp:spPr>
      <dsp:style>
        <a:lnRef idx="1">
          <a:scrgbClr r="0" g="0" b="0"/>
        </a:lnRef>
        <a:fillRef idx="1">
          <a:scrgbClr r="0" g="0" b="0"/>
        </a:fillRef>
        <a:effectRef idx="0">
          <a:scrgbClr r="0" g="0" b="0"/>
        </a:effectRef>
        <a:fontRef idx="minor"/>
      </dsp:style>
    </dsp:sp>
    <dsp:sp modelId="{FAFE436A-9B44-43D8-9D14-9C01C9D11569}">
      <dsp:nvSpPr>
        <dsp:cNvPr id="0" name=""/>
        <dsp:cNvSpPr/>
      </dsp:nvSpPr>
      <dsp:spPr>
        <a:xfrm>
          <a:off x="6805465" y="3106633"/>
          <a:ext cx="1968513" cy="1702995"/>
        </a:xfrm>
        <a:prstGeom prst="hexagon">
          <a:avLst>
            <a:gd name="adj" fmla="val 28570"/>
            <a:gd name="vf" fmla="val 115470"/>
          </a:avLst>
        </a:prstGeom>
        <a:solidFill>
          <a:schemeClr val="accent4">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21590" tIns="21590" rIns="21590" bIns="21590" numCol="1" spcCol="1270" anchor="ctr" anchorCtr="0">
          <a:noAutofit/>
        </a:bodyPr>
        <a:lstStyle/>
        <a:p>
          <a:pPr lvl="0" algn="ctr" defTabSz="755650">
            <a:lnSpc>
              <a:spcPct val="90000"/>
            </a:lnSpc>
            <a:spcBef>
              <a:spcPct val="0"/>
            </a:spcBef>
            <a:spcAft>
              <a:spcPct val="35000"/>
            </a:spcAft>
          </a:pPr>
          <a:r>
            <a:rPr lang="en-US" sz="1700" kern="1200" dirty="0" smtClean="0"/>
            <a:t>Resume </a:t>
          </a:r>
          <a:endParaRPr lang="en-US" sz="1700" kern="1200" dirty="0"/>
        </a:p>
      </dsp:txBody>
      <dsp:txXfrm>
        <a:off x="7131690" y="3388856"/>
        <a:ext cx="1316063" cy="1138549"/>
      </dsp:txXfrm>
    </dsp:sp>
    <dsp:sp modelId="{6862588A-4409-411B-BE73-C868BFCC5C2A}">
      <dsp:nvSpPr>
        <dsp:cNvPr id="0" name=""/>
        <dsp:cNvSpPr/>
      </dsp:nvSpPr>
      <dsp:spPr>
        <a:xfrm>
          <a:off x="4783311" y="4174593"/>
          <a:ext cx="906309" cy="780905"/>
        </a:xfrm>
        <a:prstGeom prst="hexagon">
          <a:avLst>
            <a:gd name="adj" fmla="val 28900"/>
            <a:gd name="vf" fmla="val 115470"/>
          </a:avLst>
        </a:prstGeom>
        <a:solidFill>
          <a:schemeClr val="accent2">
            <a:tint val="40000"/>
            <a:hueOff val="0"/>
            <a:satOff val="0"/>
            <a:lumOff val="0"/>
            <a:alphaOff val="0"/>
          </a:schemeClr>
        </a:solidFill>
        <a:ln w="6350" cap="flat" cmpd="sng" algn="ctr">
          <a:solidFill>
            <a:schemeClr val="dk1">
              <a:hueOff val="0"/>
              <a:satOff val="0"/>
              <a:lumOff val="0"/>
              <a:alphaOff val="0"/>
            </a:schemeClr>
          </a:solidFill>
          <a:prstDash val="solid"/>
          <a:miter lim="800000"/>
        </a:ln>
        <a:effectLst/>
        <a:scene3d>
          <a:camera prst="orthographicFront">
            <a:rot lat="0" lon="0" rev="0"/>
          </a:camera>
          <a:lightRig rig="contrasting" dir="t">
            <a:rot lat="0" lon="0" rev="1200000"/>
          </a:lightRig>
        </a:scene3d>
        <a:sp3d z="-300000" prstMaterial="plastic"/>
      </dsp:spPr>
      <dsp:style>
        <a:lnRef idx="1">
          <a:scrgbClr r="0" g="0" b="0"/>
        </a:lnRef>
        <a:fillRef idx="1">
          <a:scrgbClr r="0" g="0" b="0"/>
        </a:fillRef>
        <a:effectRef idx="0">
          <a:scrgbClr r="0" g="0" b="0"/>
        </a:effectRef>
        <a:fontRef idx="minor"/>
      </dsp:style>
    </dsp:sp>
    <dsp:sp modelId="{7CD643BB-3469-4F79-8696-7C21F1BDEBE7}">
      <dsp:nvSpPr>
        <dsp:cNvPr id="0" name=""/>
        <dsp:cNvSpPr/>
      </dsp:nvSpPr>
      <dsp:spPr>
        <a:xfrm>
          <a:off x="5000110" y="4155260"/>
          <a:ext cx="1968513" cy="1702995"/>
        </a:xfrm>
        <a:prstGeom prst="hexagon">
          <a:avLst>
            <a:gd name="adj" fmla="val 28570"/>
            <a:gd name="vf" fmla="val 115470"/>
          </a:avLst>
        </a:prstGeom>
        <a:solidFill>
          <a:schemeClr val="accent5">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21590" tIns="21590" rIns="21590" bIns="21590" numCol="1" spcCol="1270" anchor="ctr" anchorCtr="0">
          <a:noAutofit/>
        </a:bodyPr>
        <a:lstStyle/>
        <a:p>
          <a:pPr lvl="0" algn="ctr" defTabSz="755650">
            <a:lnSpc>
              <a:spcPct val="90000"/>
            </a:lnSpc>
            <a:spcBef>
              <a:spcPct val="0"/>
            </a:spcBef>
            <a:spcAft>
              <a:spcPct val="35000"/>
            </a:spcAft>
          </a:pPr>
          <a:r>
            <a:rPr lang="en-US" sz="1700" kern="1200" dirty="0" smtClean="0"/>
            <a:t>Memorandum </a:t>
          </a:r>
          <a:endParaRPr lang="en-US" sz="1700" kern="1200" dirty="0"/>
        </a:p>
      </dsp:txBody>
      <dsp:txXfrm>
        <a:off x="5326335" y="4437483"/>
        <a:ext cx="1316063" cy="1138549"/>
      </dsp:txXfrm>
    </dsp:sp>
    <dsp:sp modelId="{C4AAEC44-E3C8-46D3-BDCE-813A94D53D01}">
      <dsp:nvSpPr>
        <dsp:cNvPr id="0" name=""/>
        <dsp:cNvSpPr/>
      </dsp:nvSpPr>
      <dsp:spPr>
        <a:xfrm>
          <a:off x="3708255" y="2715301"/>
          <a:ext cx="906309" cy="780905"/>
        </a:xfrm>
        <a:prstGeom prst="hexagon">
          <a:avLst>
            <a:gd name="adj" fmla="val 28900"/>
            <a:gd name="vf" fmla="val 115470"/>
          </a:avLst>
        </a:prstGeom>
        <a:solidFill>
          <a:schemeClr val="accent2">
            <a:tint val="40000"/>
            <a:hueOff val="0"/>
            <a:satOff val="0"/>
            <a:lumOff val="0"/>
            <a:alphaOff val="0"/>
          </a:schemeClr>
        </a:solidFill>
        <a:ln w="6350" cap="flat" cmpd="sng" algn="ctr">
          <a:solidFill>
            <a:schemeClr val="dk1">
              <a:hueOff val="0"/>
              <a:satOff val="0"/>
              <a:lumOff val="0"/>
              <a:alphaOff val="0"/>
            </a:schemeClr>
          </a:solidFill>
          <a:prstDash val="solid"/>
          <a:miter lim="800000"/>
        </a:ln>
        <a:effectLst/>
        <a:scene3d>
          <a:camera prst="orthographicFront">
            <a:rot lat="0" lon="0" rev="0"/>
          </a:camera>
          <a:lightRig rig="contrasting" dir="t">
            <a:rot lat="0" lon="0" rev="1200000"/>
          </a:lightRig>
        </a:scene3d>
        <a:sp3d z="-300000" prstMaterial="plastic"/>
      </dsp:spPr>
      <dsp:style>
        <a:lnRef idx="1">
          <a:scrgbClr r="0" g="0" b="0"/>
        </a:lnRef>
        <a:fillRef idx="1">
          <a:scrgbClr r="0" g="0" b="0"/>
        </a:fillRef>
        <a:effectRef idx="0">
          <a:scrgbClr r="0" g="0" b="0"/>
        </a:effectRef>
        <a:fontRef idx="minor"/>
      </dsp:style>
    </dsp:sp>
    <dsp:sp modelId="{684D06A2-713F-4A86-A27A-E72088F5F044}">
      <dsp:nvSpPr>
        <dsp:cNvPr id="0" name=""/>
        <dsp:cNvSpPr/>
      </dsp:nvSpPr>
      <dsp:spPr>
        <a:xfrm>
          <a:off x="3186373" y="3107804"/>
          <a:ext cx="1968513" cy="1702995"/>
        </a:xfrm>
        <a:prstGeom prst="hexagon">
          <a:avLst>
            <a:gd name="adj" fmla="val 28570"/>
            <a:gd name="vf" fmla="val 115470"/>
          </a:avLst>
        </a:prstGeom>
        <a:solidFill>
          <a:schemeClr val="accent6">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21590" tIns="21590" rIns="21590" bIns="21590" numCol="1" spcCol="1270" anchor="ctr" anchorCtr="0">
          <a:noAutofit/>
        </a:bodyPr>
        <a:lstStyle/>
        <a:p>
          <a:pPr lvl="0" algn="ctr" defTabSz="755650">
            <a:lnSpc>
              <a:spcPct val="90000"/>
            </a:lnSpc>
            <a:spcBef>
              <a:spcPct val="0"/>
            </a:spcBef>
            <a:spcAft>
              <a:spcPct val="35000"/>
            </a:spcAft>
          </a:pPr>
          <a:r>
            <a:rPr lang="en-US" sz="1700" kern="1200" dirty="0" smtClean="0"/>
            <a:t>Press Release </a:t>
          </a:r>
          <a:endParaRPr lang="en-US" sz="1700" kern="1200" dirty="0"/>
        </a:p>
      </dsp:txBody>
      <dsp:txXfrm>
        <a:off x="3512598" y="3390027"/>
        <a:ext cx="1316063" cy="1138549"/>
      </dsp:txXfrm>
    </dsp:sp>
    <dsp:sp modelId="{FCD343C4-0BF3-484C-9D37-03A33D288A78}">
      <dsp:nvSpPr>
        <dsp:cNvPr id="0" name=""/>
        <dsp:cNvSpPr/>
      </dsp:nvSpPr>
      <dsp:spPr>
        <a:xfrm>
          <a:off x="3186373" y="1045112"/>
          <a:ext cx="1968513" cy="1702995"/>
        </a:xfrm>
        <a:prstGeom prst="hexagon">
          <a:avLst>
            <a:gd name="adj" fmla="val 28570"/>
            <a:gd name="vf" fmla="val 115470"/>
          </a:avLst>
        </a:prstGeom>
        <a:solidFill>
          <a:schemeClr val="accent2">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21590" tIns="21590" rIns="21590" bIns="21590" numCol="1" spcCol="1270" anchor="ctr" anchorCtr="0">
          <a:noAutofit/>
        </a:bodyPr>
        <a:lstStyle/>
        <a:p>
          <a:pPr lvl="0" algn="ctr" defTabSz="755650">
            <a:lnSpc>
              <a:spcPct val="90000"/>
            </a:lnSpc>
            <a:spcBef>
              <a:spcPct val="0"/>
            </a:spcBef>
            <a:spcAft>
              <a:spcPct val="35000"/>
            </a:spcAft>
          </a:pPr>
          <a:r>
            <a:rPr lang="en-US" sz="1700" kern="1200" dirty="0" smtClean="0"/>
            <a:t> E-mail </a:t>
          </a:r>
          <a:endParaRPr lang="en-US" sz="1700" kern="1200" dirty="0"/>
        </a:p>
      </dsp:txBody>
      <dsp:txXfrm>
        <a:off x="3512598" y="1327335"/>
        <a:ext cx="1316063" cy="113854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D1EAD0E-DF6A-43E9-8239-985F06482A85}">
      <dsp:nvSpPr>
        <dsp:cNvPr id="0" name=""/>
        <dsp:cNvSpPr/>
      </dsp:nvSpPr>
      <dsp:spPr>
        <a:xfrm>
          <a:off x="1232114" y="106012"/>
          <a:ext cx="2808620" cy="1685172"/>
        </a:xfrm>
        <a:prstGeom prst="notchedRightArrow">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8110" tIns="118110" rIns="118110" bIns="118110" numCol="1" spcCol="1270" anchor="ctr" anchorCtr="0">
          <a:noAutofit/>
        </a:bodyPr>
        <a:lstStyle/>
        <a:p>
          <a:pPr lvl="0" algn="ctr" defTabSz="1377950">
            <a:lnSpc>
              <a:spcPct val="90000"/>
            </a:lnSpc>
            <a:spcBef>
              <a:spcPct val="0"/>
            </a:spcBef>
            <a:spcAft>
              <a:spcPct val="35000"/>
            </a:spcAft>
          </a:pPr>
          <a:r>
            <a:rPr lang="en-US" sz="3100" kern="1200" dirty="0" smtClean="0"/>
            <a:t>Objectives </a:t>
          </a:r>
          <a:endParaRPr lang="en-US" sz="3100" kern="1200" dirty="0"/>
        </a:p>
      </dsp:txBody>
      <dsp:txXfrm>
        <a:off x="1653407" y="527305"/>
        <a:ext cx="1966034" cy="842586"/>
      </dsp:txXfrm>
    </dsp:sp>
    <dsp:sp modelId="{E9041130-6D0A-467C-8CE1-223A4274AA25}">
      <dsp:nvSpPr>
        <dsp:cNvPr id="0" name=""/>
        <dsp:cNvSpPr/>
      </dsp:nvSpPr>
      <dsp:spPr>
        <a:xfrm>
          <a:off x="6433623" y="106012"/>
          <a:ext cx="2808620" cy="1685172"/>
        </a:xfrm>
        <a:prstGeom prst="notchedRightArrow">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8110" tIns="118110" rIns="118110" bIns="118110" numCol="1" spcCol="1270" anchor="ctr" anchorCtr="0">
          <a:noAutofit/>
        </a:bodyPr>
        <a:lstStyle/>
        <a:p>
          <a:pPr lvl="0" algn="ctr" defTabSz="1377950">
            <a:lnSpc>
              <a:spcPct val="90000"/>
            </a:lnSpc>
            <a:spcBef>
              <a:spcPct val="0"/>
            </a:spcBef>
            <a:spcAft>
              <a:spcPct val="35000"/>
            </a:spcAft>
          </a:pPr>
          <a:r>
            <a:rPr lang="en-US" sz="3100" kern="1200" dirty="0" smtClean="0"/>
            <a:t>Data </a:t>
          </a:r>
          <a:endParaRPr lang="en-US" sz="3100" kern="1200" dirty="0"/>
        </a:p>
      </dsp:txBody>
      <dsp:txXfrm>
        <a:off x="6854916" y="527305"/>
        <a:ext cx="1966034" cy="842586"/>
      </dsp:txXfrm>
    </dsp:sp>
    <dsp:sp modelId="{D24A303A-C9A1-43B5-B870-AB8B49FFEF3B}">
      <dsp:nvSpPr>
        <dsp:cNvPr id="0" name=""/>
        <dsp:cNvSpPr/>
      </dsp:nvSpPr>
      <dsp:spPr>
        <a:xfrm>
          <a:off x="9057997" y="106012"/>
          <a:ext cx="2808620" cy="1685172"/>
        </a:xfrm>
        <a:prstGeom prst="notchedRightArrow">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8110" tIns="118110" rIns="118110" bIns="118110" numCol="1" spcCol="1270" anchor="ctr" anchorCtr="0">
          <a:noAutofit/>
        </a:bodyPr>
        <a:lstStyle/>
        <a:p>
          <a:pPr lvl="0" algn="ctr" defTabSz="1377950">
            <a:lnSpc>
              <a:spcPct val="90000"/>
            </a:lnSpc>
            <a:spcBef>
              <a:spcPct val="0"/>
            </a:spcBef>
            <a:spcAft>
              <a:spcPct val="35000"/>
            </a:spcAft>
          </a:pPr>
          <a:r>
            <a:rPr lang="en-US" sz="3100" kern="1200" dirty="0" smtClean="0"/>
            <a:t>Result </a:t>
          </a:r>
          <a:endParaRPr lang="en-US" sz="3100" kern="1200" dirty="0"/>
        </a:p>
      </dsp:txBody>
      <dsp:txXfrm>
        <a:off x="9479290" y="527305"/>
        <a:ext cx="1966034" cy="842586"/>
      </dsp:txXfrm>
    </dsp:sp>
    <dsp:sp modelId="{BA2FD537-08B8-4DDA-82E1-7536BC5B76DF}">
      <dsp:nvSpPr>
        <dsp:cNvPr id="0" name=""/>
        <dsp:cNvSpPr/>
      </dsp:nvSpPr>
      <dsp:spPr>
        <a:xfrm>
          <a:off x="3905050" y="106012"/>
          <a:ext cx="2808620" cy="1685172"/>
        </a:xfrm>
        <a:prstGeom prst="notchedRightArrow">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8110" tIns="118110" rIns="118110" bIns="118110" numCol="1" spcCol="1270" anchor="ctr" anchorCtr="0">
          <a:noAutofit/>
        </a:bodyPr>
        <a:lstStyle/>
        <a:p>
          <a:pPr lvl="0" algn="ctr" defTabSz="1377950">
            <a:lnSpc>
              <a:spcPct val="90000"/>
            </a:lnSpc>
            <a:spcBef>
              <a:spcPct val="0"/>
            </a:spcBef>
            <a:spcAft>
              <a:spcPct val="35000"/>
            </a:spcAft>
          </a:pPr>
          <a:r>
            <a:rPr lang="en-US" sz="3100" kern="1200" dirty="0" smtClean="0"/>
            <a:t>Process </a:t>
          </a:r>
          <a:endParaRPr lang="en-US" sz="3100" kern="1200" dirty="0"/>
        </a:p>
      </dsp:txBody>
      <dsp:txXfrm>
        <a:off x="4326343" y="527305"/>
        <a:ext cx="1966034" cy="842586"/>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9/3/layout/DescendingProcess">
  <dgm:title val=""/>
  <dgm:desc val=""/>
  <dgm:catLst>
    <dgm:cat type="process" pri="23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clrData>
  <dgm:layoutNode name="Name0">
    <dgm:varLst>
      <dgm:chMax val="7"/>
      <dgm:chPref val="5"/>
    </dgm:varLst>
    <dgm:alg type="composite">
      <dgm:param type="ar" val="1.1"/>
    </dgm:alg>
    <dgm:shape xmlns:r="http://schemas.openxmlformats.org/officeDocument/2006/relationships" r:blip="">
      <dgm:adjLst/>
    </dgm:shape>
    <dgm:choose name="Name1">
      <dgm:if name="Name2" axis="ch" ptType="node" func="cnt" op="equ" val="1">
        <dgm:constrLst>
          <dgm:constr type="primFontSz" for="ch" ptType="node" op="equ" val="65"/>
          <dgm:constr type="w" for="ch" forName="arrowNode" refType="w" fact="0.75"/>
          <dgm:constr type="h" for="ch" forName="arrowNode" refType="h"/>
          <dgm:constr type="l" for="ch" forName="arrowNode" refType="w" fact="0.07"/>
          <dgm:constr type="t" for="ch" forName="arrowNode"/>
          <dgm:constr type="l" for="ch" forName="txNode1" refType="w" fact="0"/>
          <dgm:constr type="t" for="ch" forName="txNode1" refType="h" fact="0"/>
          <dgm:constr type="r" for="ch" forName="txNode1" refType="w" fact="0.37"/>
          <dgm:constr type="h" for="ch" forName="txNode1" refType="h" fact="0.16"/>
        </dgm:constrLst>
      </dgm:if>
      <dgm:if name="Name3" axis="ch" ptType="node" func="cnt" op="equ" val="2">
        <dgm:constrLst>
          <dgm:constr type="primFontSz" for="ch" ptType="node" op="equ" val="65"/>
          <dgm:constr type="w" for="ch" forName="arrowNode" refType="w" fact="0.75"/>
          <dgm:constr type="h" for="ch" forName="arrowNode" refType="h"/>
          <dgm:constr type="l" for="ch" forName="arrowNode" refType="w" fact="0.07"/>
          <dgm:constr type="t" for="ch" forName="arrowNode"/>
          <dgm:constr type="l" for="ch" forName="txNode1" refType="w" fact="0"/>
          <dgm:constr type="t" for="ch" forName="txNode1" refType="h" fact="0"/>
          <dgm:constr type="r" for="ch" forName="txNode1" refType="w" fact="0.37"/>
          <dgm:constr type="h" for="ch" forName="txNode1" refType="h" fact="0.16"/>
          <dgm:constr type="l" for="ch" forName="txNode2" refType="w" fact="0.5"/>
          <dgm:constr type="b" for="ch" forName="txNode2" refType="h"/>
          <dgm:constr type="r" for="ch" forName="txNode2" refType="w"/>
          <dgm:constr type="h" for="ch" forName="txNode2" refType="h" fact="0.16"/>
        </dgm:constrLst>
      </dgm:if>
      <dgm:if name="Name4" axis="ch" ptType="node" func="cnt" op="equ" val="3">
        <dgm:constrLst>
          <dgm:constr type="primFontSz" for="ch" ptType="node" op="equ" val="65"/>
          <dgm:constr type="w" for="ch" forName="arrowNode" refType="w" fact="0.75"/>
          <dgm:constr type="h" for="ch" forName="arrowNode" refType="h"/>
          <dgm:constr type="l" for="ch" forName="arrowNode" refType="w" fact="0.07"/>
          <dgm:constr type="t" for="ch" forName="arrowNode"/>
          <dgm:constr type="l" for="ch" forName="txNode1" refType="w" fact="0"/>
          <dgm:constr type="t" for="ch" forName="txNode1" refType="h" fact="0"/>
          <dgm:constr type="r" for="ch" forName="txNode1" refType="w" fact="0.37"/>
          <dgm:constr type="h" for="ch" forName="txNode1" refType="h" fact="0.16"/>
          <dgm:constr type="l" for="ch" forName="txNode2" refType="w" fact="0.56"/>
          <dgm:constr type="ctrY" for="ch" forName="txNode2" refType="h" fact="0.3992"/>
          <dgm:constr type="r" for="ch" forName="txNode2" refType="w"/>
          <dgm:constr type="h" for="ch" forName="txNode2" refType="h" fact="0.16"/>
          <dgm:constr type="l" for="ch" forName="txNode3" refType="w" fact="0.5"/>
          <dgm:constr type="b" for="ch" forName="txNode3" refType="h"/>
          <dgm:constr type="r" for="ch" forName="txNode3" refType="w"/>
          <dgm:constr type="h" for="ch" forName="txNode3" refType="h" fact="0.16"/>
          <dgm:constr type="ctrX" for="ch" forName="dotNode2" refType="w" fact="0.4782"/>
          <dgm:constr type="ctrY" for="ch" forName="dotNode2" refType="h" fact="0.3992"/>
          <dgm:constr type="h" for="ch" forName="dotNode2" refType="h" fact="0.0218"/>
          <dgm:constr type="w" for="ch" forName="dotNode2" refType="h" refFor="ch" refForName="dotNode2"/>
        </dgm:constrLst>
      </dgm:if>
      <dgm:if name="Name5" axis="ch" ptType="node" func="cnt" op="equ" val="4">
        <dgm:constrLst>
          <dgm:constr type="primFontSz" for="ch" ptType="node" op="equ" val="65"/>
          <dgm:constr type="w" for="ch" forName="arrowNode" refType="w" fact="0.75"/>
          <dgm:constr type="h" for="ch" forName="arrowNode" refType="h"/>
          <dgm:constr type="l" for="ch" forName="arrowNode" refType="w" fact="0.07"/>
          <dgm:constr type="t" for="ch" forName="arrowNode"/>
          <dgm:constr type="l" for="ch" forName="txNode1" refType="w" fact="0"/>
          <dgm:constr type="t" for="ch" forName="txNode1" refType="h" fact="0"/>
          <dgm:constr type="r" for="ch" forName="txNode1" refType="w" fact="0.37"/>
          <dgm:constr type="h" for="ch" forName="txNode1" refType="h" fact="0.16"/>
          <dgm:constr type="l" for="ch" forName="txNode2" refType="w" fact="0.49"/>
          <dgm:constr type="ctrY" for="ch" forName="txNode2" refType="h" fact="0.3153"/>
          <dgm:constr type="r" for="ch" forName="txNode2" refType="w"/>
          <dgm:constr type="h" for="ch" forName="txNode2" refType="h" fact="0.16"/>
          <dgm:constr type="l" for="ch" forName="txNode3" refType="w" fact="0"/>
          <dgm:constr type="ctrY" for="ch" forName="txNode3" refType="h" fact="0.5004"/>
          <dgm:constr type="r" for="ch" forName="txNode3" refType="w" fact="0.5"/>
          <dgm:constr type="h" for="ch" forName="txNode3" refType="h" fact="0.16"/>
          <dgm:constr type="l" for="ch" forName="txNode4" refType="w" fact="0.5"/>
          <dgm:constr type="b" for="ch" forName="txNode4" refType="h"/>
          <dgm:constr type="r" for="ch" forName="txNode4" refType="w"/>
          <dgm:constr type="h" for="ch" forName="txNode4" refType="h" fact="0.16"/>
          <dgm:constr type="ctrX" for="ch" forName="dotNode2" refType="w" fact="0.39"/>
          <dgm:constr type="ctrY" for="ch" forName="dotNode2" refType="h" fact="0.3153"/>
          <dgm:constr type="h" for="ch" forName="dotNode2" refType="h" fact="0.0218"/>
          <dgm:constr type="w" for="ch" forName="dotNode2" refType="h" refFor="ch" refForName="dotNode2"/>
          <dgm:constr type="ctrX" for="ch" forName="dotNode3" refType="w" fact="0.5626"/>
          <dgm:constr type="ctrY" for="ch" forName="dotNode3" refType="h" fact="0.5004"/>
          <dgm:constr type="h" for="ch" forName="dotNode3" refType="h" fact="0.0218"/>
          <dgm:constr type="w" for="ch" forName="dotNode3" refType="h" refFor="ch" refForName="dotNode3"/>
        </dgm:constrLst>
      </dgm:if>
      <dgm:if name="Name6" axis="ch" ptType="node" func="cnt" op="equ" val="5">
        <dgm:constrLst>
          <dgm:constr type="primFontSz" for="ch" ptType="node" op="equ" val="65"/>
          <dgm:constr type="w" for="ch" forName="arrowNode" refType="w" fact="0.75"/>
          <dgm:constr type="h" for="ch" forName="arrowNode" refType="h"/>
          <dgm:constr type="l" for="ch" forName="arrowNode" refType="w" fact="0.07"/>
          <dgm:constr type="t" for="ch" forName="arrowNode"/>
          <dgm:constr type="l" for="ch" forName="txNode1" refType="w" fact="0"/>
          <dgm:constr type="t" for="ch" forName="txNode1" refType="h" fact="0"/>
          <dgm:constr type="r" for="ch" forName="txNode1" refType="w" fact="0.37"/>
          <dgm:constr type="h" for="ch" forName="txNode1" refType="h" fact="0.16"/>
          <dgm:constr type="l" for="ch" forName="txNode2" refType="w" fact="0.46"/>
          <dgm:constr type="ctrY" for="ch" forName="txNode2" refType="h" fact="0.2885"/>
          <dgm:constr type="r" for="ch" forName="txNode2" refType="w"/>
          <dgm:constr type="h" for="ch" forName="txNode2" refType="h" fact="0.16"/>
          <dgm:constr type="l" for="ch" forName="txNode3" refType="w" fact="0"/>
          <dgm:constr type="ctrY" for="ch" forName="txNode3" refType="h" fact="0.4089"/>
          <dgm:constr type="r" for="ch" forName="txNode3" refType="w" fact="0.43"/>
          <dgm:constr type="h" for="ch" forName="txNode3" refType="h" fact="0.16"/>
          <dgm:constr type="l" for="ch" forName="txNode4" refType="w" fact="0.67"/>
          <dgm:constr type="ctrY" for="ch" forName="txNode4" refType="h" fact="0.5497"/>
          <dgm:constr type="r" for="ch" forName="txNode4" refType="w"/>
          <dgm:constr type="h" for="ch" forName="txNode4" refType="h" fact="0.16"/>
          <dgm:constr type="l" for="ch" forName="txNode5" refType="w" fact="0.5"/>
          <dgm:constr type="b" for="ch" forName="txNode5" refType="h"/>
          <dgm:constr type="r" for="ch" forName="txNode5" refType="w"/>
          <dgm:constr type="h" for="ch" forName="txNode5" refType="h" fact="0.16"/>
          <dgm:constr type="ctrX" for="ch" forName="dotNode2" refType="w" fact="0.3565"/>
          <dgm:constr type="ctrY" for="ch" forName="dotNode2" refType="h" fact="0.2885"/>
          <dgm:constr type="h" for="ch" forName="dotNode2" refType="h" fact="0.0218"/>
          <dgm:constr type="w" for="ch" forName="dotNode2" refType="h" refFor="ch" refForName="dotNode2"/>
          <dgm:constr type="ctrX" for="ch" forName="dotNode3" refType="w" fact="0.4922"/>
          <dgm:constr type="ctrY" for="ch" forName="dotNode3" refType="h" fact="0.4089"/>
          <dgm:constr type="h" for="ch" forName="dotNode3" refType="h" fact="0.0218"/>
          <dgm:constr type="w" for="ch" forName="dotNode3" refType="h" refFor="ch" refForName="dotNode3"/>
          <dgm:constr type="ctrX" for="ch" forName="dotNode4" refType="w" fact="0.5939"/>
          <dgm:constr type="ctrY" for="ch" forName="dotNode4" refType="h" fact="0.5497"/>
          <dgm:constr type="h" for="ch" forName="dotNode4" refType="h" fact="0.0218"/>
          <dgm:constr type="w" for="ch" forName="dotNode4" refType="h" refFor="ch" refForName="dotNode4"/>
        </dgm:constrLst>
      </dgm:if>
      <dgm:if name="Name7" axis="ch" ptType="node" func="cnt" op="equ" val="6">
        <dgm:constrLst>
          <dgm:constr type="primFontSz" for="ch" ptType="node" op="equ" val="65"/>
          <dgm:constr type="w" for="ch" forName="arrowNode" refType="w" fact="0.75"/>
          <dgm:constr type="h" for="ch" forName="arrowNode" refType="h"/>
          <dgm:constr type="l" for="ch" forName="arrowNode" refType="w" fact="0.07"/>
          <dgm:constr type="t" for="ch" forName="arrowNode"/>
          <dgm:constr type="l" for="ch" forName="txNode1" refType="w" fact="0"/>
          <dgm:constr type="t" for="ch" forName="txNode1" refType="h" fact="0"/>
          <dgm:constr type="r" for="ch" forName="txNode1" refType="w" fact="0.37"/>
          <dgm:constr type="h" for="ch" forName="txNode1" refType="h" fact="0.16"/>
          <dgm:constr type="l" for="ch" forName="txNode2" refType="w" fact="0.45"/>
          <dgm:constr type="ctrY" for="ch" forName="txNode2" refType="h" fact="0.2693"/>
          <dgm:constr type="r" for="ch" forName="txNode2" refType="w"/>
          <dgm:constr type="h" for="ch" forName="txNode2" refType="h" fact="0.16"/>
          <dgm:constr type="l" for="ch" forName="txNode3" refType="w" fact="0"/>
          <dgm:constr type="ctrY" for="ch" forName="txNode3" refType="h" fact="0.3638"/>
          <dgm:constr type="r" for="ch" forName="txNode3" refType="w" fact="0.37"/>
          <dgm:constr type="h" for="ch" forName="txNode3" refType="h" fact="0.16"/>
          <dgm:constr type="l" for="ch" forName="txNode4" refType="w" fact="0.63"/>
          <dgm:constr type="ctrY" for="ch" forName="txNode4" refType="h" fact="0.4744"/>
          <dgm:constr type="r" for="ch" forName="txNode4" refType="w"/>
          <dgm:constr type="h" for="ch" forName="txNode4" refType="h" fact="0.16"/>
          <dgm:constr type="l" for="ch" forName="txNode5" refType="w" fact="0"/>
          <dgm:constr type="ctrY" for="ch" forName="txNode5" refType="h" fact="0.5961"/>
          <dgm:constr type="r" for="ch" forName="txNode5" refType="w" fact="0.55"/>
          <dgm:constr type="h" for="ch" forName="txNode5" refType="h" fact="0.16"/>
          <dgm:constr type="l" for="ch" forName="txNode6" refType="w" fact="0.5"/>
          <dgm:constr type="b" for="ch" forName="txNode6" refType="h"/>
          <dgm:constr type="r" for="ch" forName="txNode6" refType="w"/>
          <dgm:constr type="h" for="ch" forName="txNode6" refType="h" fact="0.16"/>
          <dgm:constr type="ctrX" for="ch" forName="dotNode2" refType="w" fact="0.33"/>
          <dgm:constr type="ctrY" for="ch" forName="dotNode2" refType="h" fact="0.2693"/>
          <dgm:constr type="h" for="ch" forName="dotNode2" refType="h" fact="0.0218"/>
          <dgm:constr type="w" for="ch" forName="dotNode2" refType="h" refFor="ch" refForName="dotNode2"/>
          <dgm:constr type="ctrX" for="ch" forName="dotNode3" refType="w" fact="0.4419"/>
          <dgm:constr type="ctrY" for="ch" forName="dotNode3" refType="h" fact="0.3638"/>
          <dgm:constr type="h" for="ch" forName="dotNode3" refType="h" fact="0.0218"/>
          <dgm:constr type="w" for="ch" forName="dotNode3" refType="h" refFor="ch" refForName="dotNode3"/>
          <dgm:constr type="ctrX" for="ch" forName="dotNode4" refType="w" fact="0.5425"/>
          <dgm:constr type="ctrY" for="ch" forName="dotNode4" refType="h" fact="0.4744"/>
          <dgm:constr type="h" for="ch" forName="dotNode4" refType="h" fact="0.0218"/>
          <dgm:constr type="w" for="ch" forName="dotNode4" refType="h" refFor="ch" refForName="dotNode4"/>
          <dgm:constr type="ctrX" for="ch" forName="dotNode5" refType="w" fact="0.6153"/>
          <dgm:constr type="ctrY" for="ch" forName="dotNode5" refType="h" fact="0.5961"/>
          <dgm:constr type="h" for="ch" forName="dotNode5" refType="h" fact="0.0218"/>
          <dgm:constr type="w" for="ch" forName="dotNode5" refType="h" refFor="ch" refForName="dotNode5"/>
        </dgm:constrLst>
      </dgm:if>
      <dgm:else name="Name8">
        <dgm:constrLst>
          <dgm:constr type="primFontSz" for="ch" ptType="node" op="equ" val="65"/>
          <dgm:constr type="w" for="ch" forName="arrowNode" refType="w" fact="0.75"/>
          <dgm:constr type="h" for="ch" forName="arrowNode" refType="h"/>
          <dgm:constr type="l" for="ch" forName="arrowNode" refType="w" fact="0.07"/>
          <dgm:constr type="t" for="ch" forName="arrowNode"/>
          <dgm:constr type="l" for="ch" forName="txNode1" refType="w" fact="0"/>
          <dgm:constr type="t" for="ch" forName="txNode1" refType="h" fact="0"/>
          <dgm:constr type="r" for="ch" forName="txNode1" refType="w" fact="0.37"/>
          <dgm:constr type="h" for="ch" forName="txNode1" refType="h" fact="0.16"/>
          <dgm:constr type="l" for="ch" forName="txNode2" refType="w" fact="0.44"/>
          <dgm:constr type="ctrY" for="ch" forName="txNode2" refType="h" fact="0.2693"/>
          <dgm:constr type="r" for="ch" forName="txNode2" refType="w"/>
          <dgm:constr type="h" for="ch" forName="txNode2" refType="h" fact="0.16"/>
          <dgm:constr type="l" for="ch" forName="txNode3" refType="w" fact="0"/>
          <dgm:constr type="ctrY" for="ch" forName="txNode3" refType="h" fact="0.3424"/>
          <dgm:constr type="r" for="ch" forName="txNode3" refType="w" fact="0.33"/>
          <dgm:constr type="h" for="ch" forName="txNode3" refType="h" fact="0.16"/>
          <dgm:constr type="l" for="ch" forName="txNode4" refType="w" fact="0.61"/>
          <dgm:constr type="ctrY" for="ch" forName="txNode4" refType="h" fact="0.4276"/>
          <dgm:constr type="r" for="ch" forName="txNode4" refType="w"/>
          <dgm:constr type="h" for="ch" forName="txNode4" refType="h" fact="0.16"/>
          <dgm:constr type="l" for="ch" forName="txNode5" refType="w" fact="0"/>
          <dgm:constr type="ctrY" for="ch" forName="txNode5" refType="h" fact="0.5218"/>
          <dgm:constr type="r" for="ch" forName="txNode5" refType="w" fact="0.5"/>
          <dgm:constr type="h" for="ch" forName="txNode5" refType="h" fact="0.16"/>
          <dgm:constr type="l" for="ch" forName="txNode6" refType="w" fact="0.71"/>
          <dgm:constr type="ctrY" for="ch" forName="txNode6" refType="h" fact="0.6179"/>
          <dgm:constr type="r" for="ch" forName="txNode6" refType="w"/>
          <dgm:constr type="h" for="ch" forName="txNode6" refType="h" fact="0.16"/>
          <dgm:constr type="l" for="ch" forName="txNode7" refType="w" fact="0.5"/>
          <dgm:constr type="b" for="ch" forName="txNode7" refType="h"/>
          <dgm:constr type="r" for="ch" forName="txNode7" refType="w"/>
          <dgm:constr type="h" for="ch" forName="txNode7" refType="h" fact="0.16"/>
          <dgm:constr type="ctrX" for="ch" forName="dotNode2" refType="w" fact="0.33"/>
          <dgm:constr type="ctrY" for="ch" forName="dotNode2" refType="h" fact="0.2693"/>
          <dgm:constr type="h" for="ch" forName="dotNode2" refType="h" fact="0.0218"/>
          <dgm:constr type="w" for="ch" forName="dotNode2" refType="h" refFor="ch" refForName="dotNode2"/>
          <dgm:constr type="ctrX" for="ch" forName="dotNode3" refType="w" fact="0.425"/>
          <dgm:constr type="ctrY" for="ch" forName="dotNode3" refType="h" fact="0.3424"/>
          <dgm:constr type="h" for="ch" forName="dotNode3" refType="h" fact="0.0218"/>
          <dgm:constr type="w" for="ch" forName="dotNode3" refType="h" refFor="ch" refForName="dotNode3"/>
          <dgm:constr type="ctrX" for="ch" forName="dotNode4" refType="w" fact="0.505"/>
          <dgm:constr type="ctrY" for="ch" forName="dotNode4" refType="h" fact="0.4276"/>
          <dgm:constr type="h" for="ch" forName="dotNode4" refType="h" fact="0.0218"/>
          <dgm:constr type="w" for="ch" forName="dotNode4" refType="h" refFor="ch" refForName="dotNode4"/>
          <dgm:constr type="ctrX" for="ch" forName="dotNode5" refType="w" fact="0.5742"/>
          <dgm:constr type="ctrY" for="ch" forName="dotNode5" refType="h" fact="0.5218"/>
          <dgm:constr type="h" for="ch" forName="dotNode5" refType="h" fact="0.0218"/>
          <dgm:constr type="w" for="ch" forName="dotNode5" refType="h" refFor="ch" refForName="dotNode5"/>
          <dgm:constr type="ctrX" for="ch" forName="dotNode6" refType="w" fact="0.63"/>
          <dgm:constr type="ctrY" for="ch" forName="dotNode6" refType="h" fact="0.6179"/>
          <dgm:constr type="h" for="ch" forName="dotNode6" refType="h" fact="0.0218"/>
          <dgm:constr type="w" for="ch" forName="dotNode6" refType="h" refFor="ch" refForName="dotNode6"/>
        </dgm:constrLst>
      </dgm:else>
    </dgm:choose>
    <dgm:forEach name="Name9" axis="self" ptType="parTrans">
      <dgm:forEach name="Name10" axis="self" ptType="sibTrans" st="2">
        <dgm:forEach name="dotRepeat" axis="self">
          <dgm:layoutNode name="dotRepeatNode" styleLbl="fgShp">
            <dgm:alg type="sp"/>
            <dgm:shape xmlns:r="http://schemas.openxmlformats.org/officeDocument/2006/relationships" type="ellipse" r:blip="">
              <dgm:adjLst/>
            </dgm:shape>
            <dgm:presOf axis="self"/>
          </dgm:layoutNode>
        </dgm:forEach>
      </dgm:forEach>
    </dgm:forEach>
    <dgm:choose name="Name11">
      <dgm:if name="Name12" axis="ch" ptType="node" func="cnt" op="gte" val="1">
        <dgm:layoutNode name="arrowNode" styleLbl="node1">
          <dgm:alg type="sp"/>
          <dgm:shape xmlns:r="http://schemas.openxmlformats.org/officeDocument/2006/relationships" rot="73.2729" type="swooshArrow" r:blip="">
            <dgm:adjLst>
              <dgm:adj idx="1" val="0.1631"/>
              <dgm:adj idx="2" val="0.3137"/>
            </dgm:adjLst>
          </dgm:shape>
          <dgm:presOf/>
        </dgm:layoutNode>
      </dgm:if>
      <dgm:else name="Name13"/>
    </dgm:choose>
    <dgm:forEach name="Name14" axis="ch" ptType="node" cnt="1">
      <dgm:layoutNode name="txNode1" styleLbl="revTx">
        <dgm:varLst>
          <dgm:bulletEnabled val="1"/>
        </dgm:varLst>
        <dgm:alg type="tx">
          <dgm:param type="txAnchorVert" val="b"/>
        </dgm:alg>
        <dgm:shape xmlns:r="http://schemas.openxmlformats.org/officeDocument/2006/relationships" type="rect" r:blip="" zOrderOff="10">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15" axis="ch" ptType="node" st="2" cnt="1">
      <dgm:layoutNode name="txNode2" styleLbl="revTx">
        <dgm:varLst>
          <dgm:bulletEnabled val="1"/>
        </dgm:varLst>
        <dgm:choose name="Name16">
          <dgm:if name="Name17" axis="self" ptType="node" func="revPos" op="equ" val="1">
            <dgm:alg type="tx">
              <dgm:param type="txAnchorVert" val="t"/>
            </dgm:alg>
          </dgm:if>
          <dgm:if name="Name18" axis="self" ptType="node" func="posOdd" op="equ" val="1">
            <dgm:alg type="tx">
              <dgm:param type="parTxLTRAlign" val="r"/>
              <dgm:param type="parTxRTLAlign" val="r"/>
            </dgm:alg>
          </dgm:if>
          <dgm:else name="Name19">
            <dgm:alg type="tx">
              <dgm:param type="parTxLTRAlign" val="l"/>
              <dgm:param type="parTxRTLAlign" val="l"/>
            </dgm:alg>
          </dgm:else>
        </dgm:choose>
        <dgm:shape xmlns:r="http://schemas.openxmlformats.org/officeDocument/2006/relationships" type="rect" r:blip="" zOrderOff="10">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20">
        <dgm:if name="Name21" axis="par ch" ptType="all node" func="cnt" op="neq" val="2">
          <dgm:forEach name="Name22" axis="follow" ptType="sibTrans" cnt="1">
            <dgm:layoutNode name="dotNode2">
              <dgm:alg type="sp"/>
              <dgm:shape xmlns:r="http://schemas.openxmlformats.org/officeDocument/2006/relationships" r:blip="">
                <dgm:adjLst/>
              </dgm:shape>
              <dgm:presOf/>
              <dgm:forEach name="Name23" ref="dotRepeat"/>
            </dgm:layoutNode>
          </dgm:forEach>
        </dgm:if>
        <dgm:else name="Name24"/>
      </dgm:choose>
    </dgm:forEach>
    <dgm:forEach name="Name25" axis="ch" ptType="node" st="3" cnt="1">
      <dgm:layoutNode name="txNode3" styleLbl="revTx">
        <dgm:varLst>
          <dgm:bulletEnabled val="1"/>
        </dgm:varLst>
        <dgm:choose name="Name26">
          <dgm:if name="Name27" axis="self" ptType="node" func="revPos" op="equ" val="1">
            <dgm:alg type="tx">
              <dgm:param type="txAnchorVert" val="t"/>
            </dgm:alg>
          </dgm:if>
          <dgm:if name="Name28" axis="self" ptType="node" func="posOdd" op="equ" val="1">
            <dgm:alg type="tx">
              <dgm:param type="parTxLTRAlign" val="r"/>
              <dgm:param type="parTxRTLAlign" val="r"/>
            </dgm:alg>
          </dgm:if>
          <dgm:else name="Name29">
            <dgm:alg type="tx">
              <dgm:param type="parTxLTRAlign" val="l"/>
              <dgm:param type="parTxRTLAlign" val="l"/>
            </dgm:alg>
          </dgm:else>
        </dgm:choose>
        <dgm:shape xmlns:r="http://schemas.openxmlformats.org/officeDocument/2006/relationships" type="rect" r:blip="" zOrderOff="10">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30">
        <dgm:if name="Name31" axis="par ch" ptType="all node" func="cnt" op="neq" val="3">
          <dgm:forEach name="Name32" axis="follow" ptType="sibTrans" cnt="1">
            <dgm:layoutNode name="dotNode3">
              <dgm:alg type="sp"/>
              <dgm:shape xmlns:r="http://schemas.openxmlformats.org/officeDocument/2006/relationships" r:blip="">
                <dgm:adjLst/>
              </dgm:shape>
              <dgm:presOf/>
              <dgm:forEach name="Name33" ref="dotRepeat"/>
            </dgm:layoutNode>
          </dgm:forEach>
        </dgm:if>
        <dgm:else name="Name34"/>
      </dgm:choose>
    </dgm:forEach>
    <dgm:forEach name="Name35" axis="ch" ptType="node" st="4" cnt="1">
      <dgm:layoutNode name="txNode4" styleLbl="revTx">
        <dgm:varLst>
          <dgm:bulletEnabled val="1"/>
        </dgm:varLst>
        <dgm:choose name="Name36">
          <dgm:if name="Name37" axis="self" ptType="node" func="revPos" op="equ" val="1">
            <dgm:alg type="tx">
              <dgm:param type="txAnchorVert" val="t"/>
            </dgm:alg>
          </dgm:if>
          <dgm:if name="Name38" axis="self" ptType="node" func="posOdd" op="equ" val="1">
            <dgm:alg type="tx">
              <dgm:param type="parTxLTRAlign" val="r"/>
              <dgm:param type="parTxRTLAlign" val="r"/>
            </dgm:alg>
          </dgm:if>
          <dgm:else name="Name39">
            <dgm:alg type="tx">
              <dgm:param type="parTxLTRAlign" val="l"/>
              <dgm:param type="parTxRTLAlign" val="l"/>
            </dgm:alg>
          </dgm:else>
        </dgm:choose>
        <dgm:shape xmlns:r="http://schemas.openxmlformats.org/officeDocument/2006/relationships" type="rect" r:blip="" zOrderOff="10">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40">
        <dgm:if name="Name41" axis="par ch" ptType="all node" func="cnt" op="neq" val="4">
          <dgm:forEach name="Name42" axis="follow" ptType="sibTrans" cnt="1">
            <dgm:layoutNode name="dotNode4">
              <dgm:alg type="sp"/>
              <dgm:shape xmlns:r="http://schemas.openxmlformats.org/officeDocument/2006/relationships" r:blip="">
                <dgm:adjLst/>
              </dgm:shape>
              <dgm:presOf/>
              <dgm:forEach name="Name43" ref="dotRepeat"/>
            </dgm:layoutNode>
          </dgm:forEach>
        </dgm:if>
        <dgm:else name="Name44"/>
      </dgm:choose>
    </dgm:forEach>
    <dgm:forEach name="Name45" axis="ch" ptType="node" st="5" cnt="1">
      <dgm:layoutNode name="txNode5" styleLbl="revTx">
        <dgm:varLst>
          <dgm:bulletEnabled val="1"/>
        </dgm:varLst>
        <dgm:choose name="Name46">
          <dgm:if name="Name47" axis="self" ptType="node" func="revPos" op="equ" val="1">
            <dgm:alg type="tx">
              <dgm:param type="txAnchorVert" val="t"/>
            </dgm:alg>
          </dgm:if>
          <dgm:if name="Name48" axis="self" ptType="node" func="posOdd" op="equ" val="1">
            <dgm:alg type="tx">
              <dgm:param type="parTxLTRAlign" val="r"/>
              <dgm:param type="parTxRTLAlign" val="r"/>
            </dgm:alg>
          </dgm:if>
          <dgm:else name="Name49">
            <dgm:alg type="tx">
              <dgm:param type="parTxLTRAlign" val="l"/>
              <dgm:param type="parTxRTLAlign" val="l"/>
            </dgm:alg>
          </dgm:else>
        </dgm:choose>
        <dgm:shape xmlns:r="http://schemas.openxmlformats.org/officeDocument/2006/relationships" type="rect" r:blip="" zOrderOff="10">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50">
        <dgm:if name="Name51" axis="par ch" ptType="all node" func="cnt" op="neq" val="5">
          <dgm:forEach name="Name52" axis="follow" ptType="sibTrans" cnt="1">
            <dgm:layoutNode name="dotNode5">
              <dgm:alg type="sp"/>
              <dgm:shape xmlns:r="http://schemas.openxmlformats.org/officeDocument/2006/relationships" r:blip="">
                <dgm:adjLst/>
              </dgm:shape>
              <dgm:presOf/>
              <dgm:forEach name="Name53" ref="dotRepeat"/>
            </dgm:layoutNode>
          </dgm:forEach>
        </dgm:if>
        <dgm:else name="Name54"/>
      </dgm:choose>
    </dgm:forEach>
    <dgm:forEach name="Name55" axis="ch" ptType="node" st="6" cnt="1">
      <dgm:layoutNode name="txNode6" styleLbl="revTx">
        <dgm:varLst>
          <dgm:bulletEnabled val="1"/>
        </dgm:varLst>
        <dgm:choose name="Name56">
          <dgm:if name="Name57" axis="self" ptType="node" func="revPos" op="equ" val="1">
            <dgm:alg type="tx">
              <dgm:param type="txAnchorVert" val="t"/>
            </dgm:alg>
          </dgm:if>
          <dgm:if name="Name58" axis="self" ptType="node" func="posOdd" op="equ" val="1">
            <dgm:alg type="tx">
              <dgm:param type="parTxLTRAlign" val="r"/>
              <dgm:param type="parTxRTLAlign" val="r"/>
            </dgm:alg>
          </dgm:if>
          <dgm:else name="Name59">
            <dgm:alg type="tx">
              <dgm:param type="parTxLTRAlign" val="l"/>
              <dgm:param type="parTxRTLAlign" val="l"/>
            </dgm:alg>
          </dgm:else>
        </dgm:choose>
        <dgm:shape xmlns:r="http://schemas.openxmlformats.org/officeDocument/2006/relationships" type="rect" r:blip="" zOrderOff="10">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60">
        <dgm:if name="Name61" axis="par ch" ptType="all node" func="cnt" op="neq" val="6">
          <dgm:forEach name="Name62" axis="follow" ptType="sibTrans" cnt="1">
            <dgm:layoutNode name="dotNode6">
              <dgm:alg type="sp"/>
              <dgm:shape xmlns:r="http://schemas.openxmlformats.org/officeDocument/2006/relationships" r:blip="">
                <dgm:adjLst/>
              </dgm:shape>
              <dgm:presOf/>
              <dgm:forEach name="Name63" ref="dotRepeat"/>
            </dgm:layoutNode>
          </dgm:forEach>
        </dgm:if>
        <dgm:else name="Name64"/>
      </dgm:choose>
    </dgm:forEach>
    <dgm:forEach name="Name65" axis="ch" ptType="node" st="7" cnt="1">
      <dgm:layoutNode name="txNode7" styleLbl="revTx">
        <dgm:varLst>
          <dgm:bulletEnabled val="1"/>
        </dgm:varLst>
        <dgm:alg type="tx">
          <dgm:param type="txAnchorVert" val="t"/>
        </dgm:alg>
        <dgm:shape xmlns:r="http://schemas.openxmlformats.org/officeDocument/2006/relationships" type="rect" r:blip="" zOrderOff="10">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4.xml><?xml version="1.0" encoding="utf-8"?>
<dgm:layoutDef xmlns:dgm="http://schemas.openxmlformats.org/drawingml/2006/diagram" xmlns:a="http://schemas.openxmlformats.org/drawingml/2006/main" uniqueId="urn:microsoft.com/office/officeart/2011/layout/HexagonRadial">
  <dgm:title val="Hexagon Radial"/>
  <dgm:desc val="Use to show a sequential process that relates to a central idea or theme. Limited to six Level 2 shapes. Works best with small amounts of text. Unused text does not appear, but remains available if you switch layouts."/>
  <dgm:catLst>
    <dgm:cat type="cycle" pri="8500"/>
    <dgm:cat type="officeonline" pri="9000"/>
  </dgm:catLst>
  <dgm:sampData>
    <dgm:dataModel>
      <dgm:ptLst>
        <dgm:pt modelId="0" type="doc"/>
        <dgm:pt modelId="10">
          <dgm:prSet phldr="1"/>
        </dgm:pt>
        <dgm:pt modelId="11">
          <dgm:prSet phldr="1"/>
        </dgm:pt>
        <dgm:pt modelId="12">
          <dgm:prSet phldr="1"/>
        </dgm:pt>
        <dgm:pt modelId="13">
          <dgm:prSet phldr="1"/>
        </dgm:pt>
        <dgm:pt modelId="14">
          <dgm:prSet phldr="1"/>
        </dgm:pt>
        <dgm:pt modelId="15">
          <dgm:prSet phldr="1"/>
        </dgm:pt>
        <dgm:pt modelId="16">
          <dgm:prSet phldr="1"/>
        </dgm:pt>
      </dgm:ptLst>
      <dgm:cxnLst>
        <dgm:cxn modelId="40" srcId="0" destId="10" srcOrd="0" destOrd="0"/>
        <dgm:cxn modelId="50" srcId="10" destId="11" srcOrd="0" destOrd="0"/>
        <dgm:cxn modelId="60" srcId="10" destId="12" srcOrd="0" destOrd="0"/>
        <dgm:cxn modelId="70" srcId="10" destId="13" srcOrd="0" destOrd="0"/>
        <dgm:cxn modelId="80" srcId="10" destId="14" srcOrd="0" destOrd="0"/>
        <dgm:cxn modelId="90" srcId="10" destId="15" srcOrd="0" destOrd="0"/>
        <dgm:cxn modelId="100" srcId="10" destId="16" srcOrd="0" destOrd="0"/>
      </dgm:cxnLst>
      <dgm:bg/>
      <dgm:whole/>
    </dgm:dataModel>
  </dgm:sampData>
  <dgm:styleData>
    <dgm:dataModel>
      <dgm:ptLst>
        <dgm:pt modelId="0" type="doc"/>
        <dgm:pt modelId="10">
          <dgm:prSet phldr="1"/>
        </dgm:pt>
        <dgm:pt modelId="11">
          <dgm:prSet phldr="1"/>
        </dgm:pt>
        <dgm:pt modelId="12">
          <dgm:prSet phldr="1"/>
        </dgm:pt>
        <dgm:pt modelId="13">
          <dgm:prSet phldr="1"/>
        </dgm:pt>
      </dgm:ptLst>
      <dgm:cxnLst>
        <dgm:cxn modelId="40" srcId="0" destId="10" srcOrd="0" destOrd="0"/>
        <dgm:cxn modelId="50" srcId="10" destId="11" srcOrd="0" destOrd="0"/>
        <dgm:cxn modelId="60" srcId="10" destId="12" srcOrd="0" destOrd="0"/>
        <dgm:cxn modelId="70" srcId="10" destId="13" srcOrd="0" destOrd="0"/>
      </dgm:cxnLst>
      <dgm:bg/>
      <dgm:whole/>
    </dgm:dataModel>
  </dgm:styleData>
  <dgm:clrData>
    <dgm:dataModel>
      <dgm:ptLst>
        <dgm:pt modelId="0" type="doc"/>
        <dgm:pt modelId="10">
          <dgm:prSet phldr="1"/>
        </dgm:pt>
        <dgm:pt modelId="11">
          <dgm:prSet phldr="1"/>
        </dgm:pt>
        <dgm:pt modelId="12">
          <dgm:prSet phldr="1"/>
        </dgm:pt>
        <dgm:pt modelId="13">
          <dgm:prSet phldr="1"/>
        </dgm:pt>
        <dgm:pt modelId="14">
          <dgm:prSet phldr="1"/>
        </dgm:pt>
        <dgm:pt modelId="15">
          <dgm:prSet phldr="1"/>
        </dgm:pt>
        <dgm:pt modelId="16">
          <dgm:prSet phldr="1"/>
        </dgm:pt>
      </dgm:ptLst>
      <dgm:cxnLst>
        <dgm:cxn modelId="40" srcId="0" destId="10" srcOrd="0" destOrd="0"/>
        <dgm:cxn modelId="50" srcId="10" destId="11" srcOrd="0" destOrd="0"/>
        <dgm:cxn modelId="60" srcId="10" destId="12" srcOrd="0" destOrd="0"/>
        <dgm:cxn modelId="70" srcId="10" destId="13" srcOrd="0" destOrd="0"/>
        <dgm:cxn modelId="80" srcId="10" destId="14" srcOrd="0" destOrd="0"/>
        <dgm:cxn modelId="90" srcId="10" destId="15" srcOrd="0" destOrd="0"/>
        <dgm:cxn modelId="100" srcId="10" destId="16" srcOrd="0" destOrd="0"/>
      </dgm:cxnLst>
      <dgm:bg/>
      <dgm:whole/>
    </dgm:dataModel>
  </dgm:clrData>
  <dgm:layoutNode name="Name0">
    <dgm:varLst>
      <dgm:chMax val="1"/>
      <dgm:chPref val="1"/>
      <dgm:dir/>
      <dgm:animOne val="branch"/>
      <dgm:animLvl val="lvl"/>
    </dgm:varLst>
    <dgm:shape xmlns:r="http://schemas.openxmlformats.org/officeDocument/2006/relationships" r:blip="">
      <dgm:adjLst/>
    </dgm:shape>
    <dgm:choose name="Name1">
      <dgm:if name="Name2" func="var" arg="dir" op="equ" val="norm">
        <dgm:choose name="Name3">
          <dgm:if name="Name4" axis="ch ch" ptType="node node" st="1 1" cnt="1 0" func="cnt" op="equ" val="0">
            <dgm:alg type="composite">
              <dgm:param type="ar" val="1.1561"/>
            </dgm:alg>
            <dgm:constrLst>
              <dgm:constr type="primFontSz" for="des" forName="Parent" val="65"/>
              <dgm:constr type="l" for="ch" forName="Parent" refType="w" fact="0"/>
              <dgm:constr type="t" for="ch" forName="Parent" refType="h" fact="0"/>
              <dgm:constr type="w" for="ch" forName="Parent" refType="w"/>
              <dgm:constr type="h" for="ch" forName="Parent" refType="h"/>
            </dgm:constrLst>
          </dgm:if>
          <dgm:if name="Name5" axis="ch ch" ptType="node node" st="1 1" cnt="1 0" func="cnt" op="lte" val="1">
            <dgm:alg type="composite">
              <dgm:param type="ar" val="1.368"/>
            </dgm:alg>
            <dgm:constrLst>
              <dgm:constr type="primFontSz" for="des" forName="Parent" val="65"/>
              <dgm:constr type="primFontSz" for="des" forName="Child1" val="65"/>
              <dgm:constr type="primFontSz" for="des" forName="Child1" refType="primFontSz" refFor="des" refForName="Parent" op="lte"/>
              <dgm:constr type="l" for="ch" forName="Accent1" refType="w" fact="0.1685"/>
              <dgm:constr type="t" for="ch" forName="Accent1" refType="h" fact="0.2946"/>
              <dgm:constr type="w" for="ch" forName="Accent1" refType="w" fact="0.462"/>
              <dgm:constr type="h" for="ch" forName="Accent1" refType="h" fact="0.5472"/>
              <dgm:constr type="l" for="ch" forName="Parent" refType="w" fact="0"/>
              <dgm:constr type="t" for="ch" forName="Parent" refType="h" fact="0.2885"/>
              <dgm:constr type="w" for="ch" forName="Parent" refType="w" fact="0.6013"/>
              <dgm:constr type="h" for="ch" forName="Parent" refType="h" fact="0.7115"/>
              <dgm:constr type="l" for="ch" forName="Child1" refType="w" fact="0.5073"/>
              <dgm:constr type="t" for="ch" forName="Child1" refType="h" fact="0"/>
              <dgm:constr type="w" for="ch" forName="Child1" refType="w" fact="0.4927"/>
              <dgm:constr type="h" for="ch" forName="Child1" refType="h" fact="0.5831"/>
            </dgm:constrLst>
          </dgm:if>
          <dgm:if name="Name6" axis="ch ch" ptType="node node" st="1 1" cnt="1 0" func="cnt" op="equ" val="2">
            <dgm:alg type="composite">
              <dgm:param type="ar" val="1.0619"/>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l" for="ch" forName="Accent2" refType="w" fact="0.6413"/>
              <dgm:constr type="t" for="ch" forName="Accent2" refType="h" fact="0.3477"/>
              <dgm:constr type="w" for="ch" forName="Accent2" refType="w" fact="0.2269"/>
              <dgm:constr type="h" for="ch" forName="Accent2" refType="h" fact="0.2076"/>
              <dgm:constr type="l" for="ch" forName="Accent1" refType="w" fact="0"/>
              <dgm:constr type="t" for="ch" forName="Accent1" refType="h" fact="0"/>
              <dgm:constr type="w" for="ch" forName="Accent1" refType="w" fact="0"/>
              <dgm:constr type="h" for="ch" forName="Accent1" refType="h" fact="0"/>
              <dgm:constr type="l" for="ch" forName="Parent" refType="w" fact="0"/>
              <dgm:constr type="t" for="ch" forName="Parent" refType="h" fact="0.2239"/>
              <dgm:constr type="w" for="ch" forName="Parent" refType="w" fact="0.6013"/>
              <dgm:constr type="h" for="ch" forName="Parent" refType="h" fact="0.5523"/>
              <dgm:constr type="l" for="ch" forName="Child1" refType="w" fact="0.5073"/>
              <dgm:constr type="t" for="ch" forName="Child1" refType="h" fact="0"/>
              <dgm:constr type="w" for="ch" forName="Child1" refType="w" fact="0.4927"/>
              <dgm:constr type="h" for="ch" forName="Child1" refType="h" fact="0.4527"/>
              <dgm:constr type="l" for="ch" forName="Child2" refType="w" fact="0.5073"/>
              <dgm:constr type="t" for="ch" forName="Child2" refType="h" fact="0.5473"/>
              <dgm:constr type="w" for="ch" forName="Child2" refType="w" fact="0.4927"/>
              <dgm:constr type="h" for="ch" forName="Child2" refType="h" fact="0.4527"/>
            </dgm:constrLst>
          </dgm:if>
          <dgm:if name="Name7" axis="ch ch" ptType="node node" st="1 1" cnt="1 0" func="cnt" op="equ" val="3">
            <dgm:alg type="composite">
              <dgm:param type="ar" val="0.8305"/>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l" for="ch" forName="Accent3" refType="w" fact="0.4573"/>
              <dgm:constr type="t" for="ch" forName="Accent3" refType="h" fact="0.6145"/>
              <dgm:constr type="w" for="ch" forName="Accent3" refType="w" fact="0.2269"/>
              <dgm:constr type="h" for="ch" forName="Accent3" refType="h" fact="0.1623"/>
              <dgm:constr type="l" for="ch" forName="Accent2" refType="w" fact="0.6413"/>
              <dgm:constr type="t" for="ch" forName="Accent2" refType="h" fact="0.2719"/>
              <dgm:constr type="w" for="ch" forName="Accent2" refType="w" fact="0.2269"/>
              <dgm:constr type="h" for="ch" forName="Accent2" refType="h" fact="0.1623"/>
              <dgm:constr type="l" for="ch" forName="Accent1" refType="w" fact="0"/>
              <dgm:constr type="t" for="ch" forName="Accent1" refType="h" fact="0"/>
              <dgm:constr type="w" for="ch" forName="Accent1" refType="w" fact="0"/>
              <dgm:constr type="h" for="ch" forName="Accent1" refType="h" fact="0"/>
              <dgm:constr type="l" for="ch" forName="Child3" refType="w" fact="0.0554"/>
              <dgm:constr type="t" for="ch" forName="Child3" refType="h" fact="0.646"/>
              <dgm:constr type="w" for="ch" forName="Child3" refType="w" fact="0.4927"/>
              <dgm:constr type="h" for="ch" forName="Child3" refType="h" fact="0.354"/>
              <dgm:constr type="l" for="ch" forName="Parent" refType="w" fact="0"/>
              <dgm:constr type="t" for="ch" forName="Parent" refType="h" fact="0.1751"/>
              <dgm:constr type="w" for="ch" forName="Parent" refType="w" fact="0.6013"/>
              <dgm:constr type="h" for="ch" forName="Parent" refType="h" fact="0.4319"/>
              <dgm:constr type="l" for="ch" forName="Child1" refType="w" fact="0.5073"/>
              <dgm:constr type="t" for="ch" forName="Child1" refType="h" fact="0"/>
              <dgm:constr type="w" for="ch" forName="Child1" refType="w" fact="0.4927"/>
              <dgm:constr type="h" for="ch" forName="Child1" refType="h" fact="0.354"/>
              <dgm:constr type="l" for="ch" forName="Child2" refType="w" fact="0.5073"/>
              <dgm:constr type="t" for="ch" forName="Child2" refType="h" fact="0.428"/>
              <dgm:constr type="w" for="ch" forName="Child2" refType="w" fact="0.4927"/>
              <dgm:constr type="h" for="ch" forName="Child2" refType="h" fact="0.354"/>
            </dgm:constrLst>
          </dgm:if>
          <dgm:if name="Name8" axis="ch ch" ptType="node node" st="1 1" cnt="1 0" func="cnt" op="equ" val="4">
            <dgm:alg type="composite">
              <dgm:param type="ar" val="0.682"/>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4" refType="w" fact="0.4573"/>
              <dgm:constr type="t" for="ch" forName="Accent4" refType="h" fact="0.6834"/>
              <dgm:constr type="w" for="ch" forName="Accent4" refType="w" fact="0.2269"/>
              <dgm:constr type="h" for="ch" forName="Accent4" refType="h" fact="0.1333"/>
              <dgm:constr type="l" for="ch" forName="Accent3" refType="w" fact="0.6413"/>
              <dgm:constr type="t" for="ch" forName="Accent3" refType="h" fact="0.4021"/>
              <dgm:constr type="w" for="ch" forName="Accent3" refType="w" fact="0.2269"/>
              <dgm:constr type="h" for="ch" forName="Accent3" refType="h" fact="0.1333"/>
              <dgm:constr type="l" for="ch" forName="Accent2" refType="w" fact="0.3765"/>
              <dgm:constr type="t" for="ch" forName="Accent2" refType="h" fact="0.1529"/>
              <dgm:constr type="w" for="ch" forName="Accent2" refType="w" fact="0.2269"/>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0554"/>
              <dgm:constr type="t" for="ch" forName="Child4" refType="h" fact="0.7093"/>
              <dgm:constr type="w" for="ch" forName="Child4" refType="w" fact="0.4927"/>
              <dgm:constr type="h" for="ch" forName="Child4" refType="h" fact="0.2907"/>
              <dgm:constr type="l" for="ch" forName="Parent" refType="w" fact="0"/>
              <dgm:constr type="t" for="ch" forName="Parent" refType="h" fact="0.3226"/>
              <dgm:constr type="w" for="ch" forName="Parent" refType="w" fact="0.6013"/>
              <dgm:constr type="h" for="ch" forName="Parent" refType="h" fact="0.3547"/>
              <dgm:constr type="l" for="ch" forName="Child2" refType="w" fact="0.5073"/>
              <dgm:constr type="t" for="ch" forName="Child2" refType="h" fact="0.1788"/>
              <dgm:constr type="w" for="ch" forName="Child2" refType="w" fact="0.4927"/>
              <dgm:constr type="h" for="ch" forName="Child2" refType="h" fact="0.2907"/>
              <dgm:constr type="l" for="ch" forName="Child3" refType="w" fact="0.5073"/>
              <dgm:constr type="t" for="ch" forName="Child3" refType="h" fact="0.5303"/>
              <dgm:constr type="w" for="ch" forName="Child3" refType="w" fact="0.4927"/>
              <dgm:constr type="h" for="ch" forName="Child3" refType="h" fact="0.2907"/>
              <dgm:constr type="l" for="ch" forName="Child1" refType="w" fact="0.0554"/>
              <dgm:constr type="t" for="ch" forName="Child1" refType="h" fact="0"/>
              <dgm:constr type="w" for="ch" forName="Child1" refType="w" fact="0.4927"/>
              <dgm:constr type="h" for="ch" forName="Child1" refType="h" fact="0.2907"/>
            </dgm:constrLst>
          </dgm:if>
          <dgm:if name="Name9" axis="ch ch" ptType="node node" st="1 1" cnt="1 0" func="cnt" op="equ" val="5">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5" refType="w" fact="0.2858"/>
              <dgm:constr type="t" for="ch" forName="Accent5" refType="h" fact="0.7126"/>
              <dgm:constr type="w" for="ch" forName="Accent5" refType="w" fact="0.1622"/>
              <dgm:constr type="h" for="ch" forName="Accent5" refType="h" fact="0.1333"/>
              <dgm:constr type="l" for="ch" forName="Accent4" refType="w" fact="0.612"/>
              <dgm:constr type="t" for="ch" forName="Accent4" refType="h" fact="0.6834"/>
              <dgm:constr type="w" for="ch" forName="Accent4" refType="w" fact="0.1622"/>
              <dgm:constr type="h" for="ch" forName="Accent4" refType="h" fact="0.1333"/>
              <dgm:constr type="l" for="ch" forName="Accent3" refType="w" fact="0.7435"/>
              <dgm:constr type="t" for="ch" forName="Accent3" refType="h" fact="0.4021"/>
              <dgm:constr type="w" for="ch" forName="Accent3" refType="w" fact="0.1622"/>
              <dgm:constr type="h" for="ch" forName="Accent3" refType="h" fact="0.1333"/>
              <dgm:constr type="l" for="ch" forName="Accent2" refType="w" fact="0.5542"/>
              <dgm:constr type="t" for="ch" forName="Accent2" refType="h" fact="0.1529"/>
              <dgm:constr type="w" for="ch" forName="Accent2" refType="w" fact="0.1622"/>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3246"/>
              <dgm:constr type="t" for="ch" forName="Child4" refType="h" fact="0.7093"/>
              <dgm:constr type="w" for="ch" forName="Child4" refType="w" fact="0.3523"/>
              <dgm:constr type="h" for="ch" forName="Child4" refType="h" fact="0.2907"/>
              <dgm:constr type="l" for="ch" forName="Parent" refType="w" fact="0.285"/>
              <dgm:constr type="t" for="ch" forName="Parent" refType="h" fact="0.3226"/>
              <dgm:constr type="w" for="ch" forName="Parent" refType="w" fact="0.4299"/>
              <dgm:constr type="h" for="ch" forName="Parent" refType="h" fact="0.3547"/>
              <dgm:constr type="l" for="ch" forName="Child2" refType="w" fact="0.6477"/>
              <dgm:constr type="t" for="ch" forName="Child2" refType="h" fact="0.1788"/>
              <dgm:constr type="w" for="ch" forName="Child2" refType="w" fact="0.3523"/>
              <dgm:constr type="h" for="ch" forName="Child2" refType="h" fact="0.2907"/>
              <dgm:constr type="l" for="ch" forName="Child3" refType="w" fact="0.6477"/>
              <dgm:constr type="t" for="ch" forName="Child3" refType="h" fact="0.5303"/>
              <dgm:constr type="w" for="ch" forName="Child3" refType="w" fact="0.3523"/>
              <dgm:constr type="h" for="ch" forName="Child3" refType="h" fact="0.2907"/>
              <dgm:constr type="l" for="ch" forName="Child5" refType="w" fact="0"/>
              <dgm:constr type="t" for="ch" forName="Child5" refType="h" fact="0.5305"/>
              <dgm:constr type="w" for="ch" forName="Child5" refType="w" fact="0.3523"/>
              <dgm:constr type="h" for="ch" forName="Child5" refType="h" fact="0.2907"/>
              <dgm:constr type="l" for="ch" forName="Child1" refType="w" fact="0.3246"/>
              <dgm:constr type="t" for="ch" forName="Child1" refType="h" fact="0"/>
              <dgm:constr type="w" for="ch" forName="Child1" refType="w" fact="0.3523"/>
              <dgm:constr type="h" for="ch" forName="Child1" refType="h" fact="0.2907"/>
            </dgm:constrLst>
          </dgm:if>
          <dgm:else name="Name10">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6" refType="primFontSz" refFor="des" refForName="Parent" op="lte"/>
              <dgm:constr type="primFontSz" for="des" forName="Child7"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ptType="node" op="equ" val="65"/>
              <dgm:constr type="l" for="ch" forName="Accent6" refType="w" fact="0.0934"/>
              <dgm:constr type="t" for="ch" forName="Accent6" refType="h" fact="0.4635"/>
              <dgm:constr type="w" for="ch" forName="Accent6" refType="w" fact="0.1622"/>
              <dgm:constr type="h" for="ch" forName="Accent6" refType="h" fact="0.1333"/>
              <dgm:constr type="l" for="ch" forName="Accent5" refType="w" fact="0.2858"/>
              <dgm:constr type="t" for="ch" forName="Accent5" refType="h" fact="0.7126"/>
              <dgm:constr type="w" for="ch" forName="Accent5" refType="w" fact="0.1622"/>
              <dgm:constr type="h" for="ch" forName="Accent5" refType="h" fact="0.1333"/>
              <dgm:constr type="l" for="ch" forName="Accent4" refType="w" fact="0.612"/>
              <dgm:constr type="t" for="ch" forName="Accent4" refType="h" fact="0.6834"/>
              <dgm:constr type="w" for="ch" forName="Accent4" refType="w" fact="0.1622"/>
              <dgm:constr type="h" for="ch" forName="Accent4" refType="h" fact="0.1333"/>
              <dgm:constr type="l" for="ch" forName="Accent3" refType="w" fact="0.7435"/>
              <dgm:constr type="t" for="ch" forName="Accent3" refType="h" fact="0.4021"/>
              <dgm:constr type="w" for="ch" forName="Accent3" refType="w" fact="0.1622"/>
              <dgm:constr type="h" for="ch" forName="Accent3" refType="h" fact="0.1333"/>
              <dgm:constr type="l" for="ch" forName="Accent2" refType="w" fact="0.5542"/>
              <dgm:constr type="t" for="ch" forName="Accent2" refType="h" fact="0.1529"/>
              <dgm:constr type="w" for="ch" forName="Accent2" refType="w" fact="0.1622"/>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3246"/>
              <dgm:constr type="t" for="ch" forName="Child4" refType="h" fact="0.7093"/>
              <dgm:constr type="w" for="ch" forName="Child4" refType="w" fact="0.3523"/>
              <dgm:constr type="h" for="ch" forName="Child4" refType="h" fact="0.2907"/>
              <dgm:constr type="l" for="ch" forName="Parent" refType="w" fact="0.285"/>
              <dgm:constr type="t" for="ch" forName="Parent" refType="h" fact="0.3226"/>
              <dgm:constr type="w" for="ch" forName="Parent" refType="w" fact="0.4299"/>
              <dgm:constr type="h" for="ch" forName="Parent" refType="h" fact="0.3547"/>
              <dgm:constr type="l" for="ch" forName="Child2" refType="w" fact="0.6477"/>
              <dgm:constr type="t" for="ch" forName="Child2" refType="h" fact="0.1788"/>
              <dgm:constr type="w" for="ch" forName="Child2" refType="w" fact="0.3523"/>
              <dgm:constr type="h" for="ch" forName="Child2" refType="h" fact="0.2907"/>
              <dgm:constr type="l" for="ch" forName="Child3" refType="w" fact="0.6477"/>
              <dgm:constr type="t" for="ch" forName="Child3" refType="h" fact="0.5303"/>
              <dgm:constr type="w" for="ch" forName="Child3" refType="w" fact="0.3523"/>
              <dgm:constr type="h" for="ch" forName="Child3" refType="h" fact="0.2907"/>
              <dgm:constr type="l" for="ch" forName="Child5" refType="w" fact="0"/>
              <dgm:constr type="t" for="ch" forName="Child5" refType="h" fact="0.5305"/>
              <dgm:constr type="w" for="ch" forName="Child5" refType="w" fact="0.3523"/>
              <dgm:constr type="h" for="ch" forName="Child5" refType="h" fact="0.2907"/>
              <dgm:constr type="l" for="ch" forName="Child6" refType="w" fact="0"/>
              <dgm:constr type="t" for="ch" forName="Child6" refType="h" fact="0.1784"/>
              <dgm:constr type="w" for="ch" forName="Child6" refType="w" fact="0.3523"/>
              <dgm:constr type="h" for="ch" forName="Child6" refType="h" fact="0.2907"/>
              <dgm:constr type="l" for="ch" forName="Child1" refType="w" fact="0.3246"/>
              <dgm:constr type="t" for="ch" forName="Child1" refType="h" fact="0"/>
              <dgm:constr type="w" for="ch" forName="Child1" refType="w" fact="0.3523"/>
              <dgm:constr type="h" for="ch" forName="Child1" refType="h" fact="0.2907"/>
            </dgm:constrLst>
          </dgm:else>
        </dgm:choose>
      </dgm:if>
      <dgm:else name="Name11">
        <dgm:choose name="Name12">
          <dgm:if name="Name13" axis="ch ch" ptType="node node" st="1 1" cnt="1 0" func="cnt" op="equ" val="0">
            <dgm:alg type="composite">
              <dgm:param type="ar" val="1.1561"/>
            </dgm:alg>
            <dgm:constrLst>
              <dgm:constr type="primFontSz" for="des" forName="Parent" val="65"/>
              <dgm:constr type="l" for="ch" forName="Parent" refType="w" fact="0"/>
              <dgm:constr type="t" for="ch" forName="Parent" refType="h" fact="0"/>
              <dgm:constr type="w" for="ch" forName="Parent" refType="w"/>
              <dgm:constr type="h" for="ch" forName="Parent" refType="h"/>
            </dgm:constrLst>
          </dgm:if>
          <dgm:if name="Name14" axis="ch ch" ptType="node node" st="1 1" cnt="1 0" func="cnt" op="lte" val="1">
            <dgm:alg type="composite">
              <dgm:param type="ar" val="1.368"/>
            </dgm:alg>
            <dgm:constrLst>
              <dgm:constr type="primFontSz" for="des" forName="Parent" val="65"/>
              <dgm:constr type="primFontSz" for="des" forName="Child1" val="65"/>
              <dgm:constr type="primFontSz" for="des" forName="Child1" refType="primFontSz" refFor="des" refForName="Parent" op="lte"/>
              <dgm:constr type="r" for="ch" forName="Accent1" refType="w" fact="0.8315"/>
              <dgm:constr type="t" for="ch" forName="Accent1" refType="h" fact="0.2946"/>
              <dgm:constr type="w" for="ch" forName="Accent1" refType="w" fact="0.462"/>
              <dgm:constr type="h" for="ch" forName="Accent1" refType="h" fact="0.5472"/>
              <dgm:constr type="r" for="ch" forName="Parent" refType="w"/>
              <dgm:constr type="t" for="ch" forName="Parent" refType="h" fact="0.2885"/>
              <dgm:constr type="w" for="ch" forName="Parent" refType="w" fact="0.6013"/>
              <dgm:constr type="h" for="ch" forName="Parent" refType="h" fact="0.7115"/>
              <dgm:constr type="r" for="ch" forName="Child1" refType="w" fact="0.4927"/>
              <dgm:constr type="t" for="ch" forName="Child1" refType="h" fact="0"/>
              <dgm:constr type="w" for="ch" forName="Child1" refType="w" fact="0.4927"/>
              <dgm:constr type="h" for="ch" forName="Child1" refType="h" fact="0.5831"/>
            </dgm:constrLst>
          </dgm:if>
          <dgm:if name="Name15" axis="ch ch" ptType="node node" st="1 1" cnt="1 0" func="cnt" op="equ" val="2">
            <dgm:alg type="composite">
              <dgm:param type="ar" val="1.0619"/>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r" for="ch" forName="Accent2" refType="w" fact="0.3587"/>
              <dgm:constr type="t" for="ch" forName="Accent2" refType="h" fact="0.3477"/>
              <dgm:constr type="w" for="ch" forName="Accent2" refType="w" fact="0.2269"/>
              <dgm:constr type="h" for="ch" forName="Accent2" refType="h" fact="0.2076"/>
              <dgm:constr type="r" for="ch" forName="Accent1" refType="w" fact="0"/>
              <dgm:constr type="t" for="ch" forName="Accent1" refType="h" fact="0"/>
              <dgm:constr type="w" for="ch" forName="Accent1" refType="w" fact="0"/>
              <dgm:constr type="h" for="ch" forName="Accent1" refType="h" fact="0"/>
              <dgm:constr type="r" for="ch" forName="Parent" refType="w"/>
              <dgm:constr type="t" for="ch" forName="Parent" refType="h" fact="0.2239"/>
              <dgm:constr type="w" for="ch" forName="Parent" refType="w" fact="0.6013"/>
              <dgm:constr type="h" for="ch" forName="Parent" refType="h" fact="0.5523"/>
              <dgm:constr type="r" for="ch" forName="Child1" refType="w" fact="0.4927"/>
              <dgm:constr type="t" for="ch" forName="Child1" refType="h" fact="0"/>
              <dgm:constr type="w" for="ch" forName="Child1" refType="w" fact="0.4927"/>
              <dgm:constr type="h" for="ch" forName="Child1" refType="h" fact="0.4527"/>
              <dgm:constr type="r" for="ch" forName="Child2" refType="w" fact="0.5073"/>
              <dgm:constr type="t" for="ch" forName="Child2" refType="h" fact="0.5473"/>
              <dgm:constr type="w" for="ch" forName="Child2" refType="w" fact="0.4927"/>
              <dgm:constr type="h" for="ch" forName="Child2" refType="h" fact="0.4527"/>
            </dgm:constrLst>
          </dgm:if>
          <dgm:if name="Name16" axis="ch ch" ptType="node node" st="1 1" cnt="1 0" func="cnt" op="equ" val="3">
            <dgm:alg type="composite">
              <dgm:param type="ar" val="0.8305"/>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r" for="ch" forName="Accent3" refType="w" fact="0.5427"/>
              <dgm:constr type="t" for="ch" forName="Accent3" refType="h" fact="0.6145"/>
              <dgm:constr type="w" for="ch" forName="Accent3" refType="w" fact="0.2269"/>
              <dgm:constr type="h" for="ch" forName="Accent3" refType="h" fact="0.1623"/>
              <dgm:constr type="r" for="ch" forName="Accent2" refType="w" fact="0.3587"/>
              <dgm:constr type="t" for="ch" forName="Accent2" refType="h" fact="0.2719"/>
              <dgm:constr type="w" for="ch" forName="Accent2" refType="w" fact="0.2269"/>
              <dgm:constr type="h" for="ch" forName="Accent2" refType="h" fact="0.1623"/>
              <dgm:constr type="r" for="ch" forName="Accent1" refType="w" fact="0"/>
              <dgm:constr type="t" for="ch" forName="Accent1" refType="h" fact="0"/>
              <dgm:constr type="w" for="ch" forName="Accent1" refType="w" fact="0"/>
              <dgm:constr type="h" for="ch" forName="Accent1" refType="h" fact="0"/>
              <dgm:constr type="r" for="ch" forName="Child3" refType="w" fact="0.9446"/>
              <dgm:constr type="t" for="ch" forName="Child3" refType="h" fact="0.646"/>
              <dgm:constr type="w" for="ch" forName="Child3" refType="w" fact="0.4927"/>
              <dgm:constr type="h" for="ch" forName="Child3" refType="h" fact="0.354"/>
              <dgm:constr type="r" for="ch" forName="Parent" refType="w"/>
              <dgm:constr type="t" for="ch" forName="Parent" refType="h" fact="0.1751"/>
              <dgm:constr type="w" for="ch" forName="Parent" refType="w" fact="0.6013"/>
              <dgm:constr type="h" for="ch" forName="Parent" refType="h" fact="0.4319"/>
              <dgm:constr type="r" for="ch" forName="Child1" refType="w" fact="0.4927"/>
              <dgm:constr type="t" for="ch" forName="Child1" refType="h" fact="0"/>
              <dgm:constr type="w" for="ch" forName="Child1" refType="w" fact="0.4927"/>
              <dgm:constr type="h" for="ch" forName="Child1" refType="h" fact="0.354"/>
              <dgm:constr type="r" for="ch" forName="Child2" refType="w" fact="0.4927"/>
              <dgm:constr type="t" for="ch" forName="Child2" refType="h" fact="0.428"/>
              <dgm:constr type="w" for="ch" forName="Child2" refType="w" fact="0.4927"/>
              <dgm:constr type="h" for="ch" forName="Child2" refType="h" fact="0.354"/>
            </dgm:constrLst>
          </dgm:if>
          <dgm:if name="Name17" axis="ch ch" ptType="node node" st="1 1" cnt="1 0" func="cnt" op="equ" val="4">
            <dgm:alg type="composite">
              <dgm:param type="ar" val="0.682"/>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Accent4" refType="w" fact="0.5427"/>
              <dgm:constr type="t" for="ch" forName="Accent4" refType="h" fact="0.6834"/>
              <dgm:constr type="w" for="ch" forName="Accent4" refType="w" fact="0.2269"/>
              <dgm:constr type="h" for="ch" forName="Accent4" refType="h" fact="0.1333"/>
              <dgm:constr type="r" for="ch" forName="Accent3" refType="w" fact="0.3587"/>
              <dgm:constr type="t" for="ch" forName="Accent3" refType="h" fact="0.4021"/>
              <dgm:constr type="w" for="ch" forName="Accent3" refType="w" fact="0.2269"/>
              <dgm:constr type="h" for="ch" forName="Accent3" refType="h" fact="0.1333"/>
              <dgm:constr type="r" for="ch" forName="Accent2" refType="w" fact="0.6235"/>
              <dgm:constr type="t" for="ch" forName="Accent2" refType="h" fact="0.1529"/>
              <dgm:constr type="w" for="ch" forName="Accent2" refType="w" fact="0.2269"/>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9446"/>
              <dgm:constr type="t" for="ch" forName="Child4" refType="h" fact="0.7093"/>
              <dgm:constr type="w" for="ch" forName="Child4" refType="w" fact="0.4927"/>
              <dgm:constr type="h" for="ch" forName="Child4" refType="h" fact="0.2907"/>
              <dgm:constr type="r" for="ch" forName="Parent" refType="w"/>
              <dgm:constr type="t" for="ch" forName="Parent" refType="h" fact="0.3226"/>
              <dgm:constr type="w" for="ch" forName="Parent" refType="w" fact="0.6013"/>
              <dgm:constr type="h" for="ch" forName="Parent" refType="h" fact="0.3547"/>
              <dgm:constr type="r" for="ch" forName="Child2" refType="w" fact="0.4927"/>
              <dgm:constr type="t" for="ch" forName="Child2" refType="h" fact="0.1788"/>
              <dgm:constr type="w" for="ch" forName="Child2" refType="w" fact="0.4927"/>
              <dgm:constr type="h" for="ch" forName="Child2" refType="h" fact="0.2907"/>
              <dgm:constr type="r" for="ch" forName="Child3" refType="w" fact="0.4927"/>
              <dgm:constr type="t" for="ch" forName="Child3" refType="h" fact="0.5303"/>
              <dgm:constr type="w" for="ch" forName="Child3" refType="w" fact="0.4927"/>
              <dgm:constr type="h" for="ch" forName="Child3" refType="h" fact="0.2907"/>
              <dgm:constr type="r" for="ch" forName="Child1" refType="w" fact="0.9446"/>
              <dgm:constr type="t" for="ch" forName="Child1" refType="h" fact="0"/>
              <dgm:constr type="w" for="ch" forName="Child1" refType="w" fact="0.4927"/>
              <dgm:constr type="h" for="ch" forName="Child1" refType="h" fact="0.2907"/>
            </dgm:constrLst>
          </dgm:if>
          <dgm:if name="Name18" axis="ch ch" ptType="node node" st="1 1" cnt="1 0" func="cnt" op="equ" val="5">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Accent5" refType="w" fact="0.7142"/>
              <dgm:constr type="t" for="ch" forName="Accent5" refType="h" fact="0.7126"/>
              <dgm:constr type="w" for="ch" forName="Accent5" refType="w" fact="0.1622"/>
              <dgm:constr type="h" for="ch" forName="Accent5" refType="h" fact="0.1333"/>
              <dgm:constr type="r" for="ch" forName="Accent4" refType="w" fact="0.388"/>
              <dgm:constr type="t" for="ch" forName="Accent4" refType="h" fact="0.6834"/>
              <dgm:constr type="w" for="ch" forName="Accent4" refType="w" fact="0.1622"/>
              <dgm:constr type="h" for="ch" forName="Accent4" refType="h" fact="0.1333"/>
              <dgm:constr type="r" for="ch" forName="Accent3" refType="w" fact="0.2565"/>
              <dgm:constr type="t" for="ch" forName="Accent3" refType="h" fact="0.4021"/>
              <dgm:constr type="w" for="ch" forName="Accent3" refType="w" fact="0.1622"/>
              <dgm:constr type="h" for="ch" forName="Accent3" refType="h" fact="0.1333"/>
              <dgm:constr type="r" for="ch" forName="Accent2" refType="w" fact="0.4458"/>
              <dgm:constr type="t" for="ch" forName="Accent2" refType="h" fact="0.1529"/>
              <dgm:constr type="w" for="ch" forName="Accent2" refType="w" fact="0.1622"/>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6754"/>
              <dgm:constr type="t" for="ch" forName="Child4" refType="h" fact="0.7093"/>
              <dgm:constr type="w" for="ch" forName="Child4" refType="w" fact="0.3523"/>
              <dgm:constr type="h" for="ch" forName="Child4" refType="h" fact="0.2907"/>
              <dgm:constr type="r" for="ch" forName="Parent" refType="w" fact="0.715"/>
              <dgm:constr type="t" for="ch" forName="Parent" refType="h" fact="0.3226"/>
              <dgm:constr type="w" for="ch" forName="Parent" refType="w" fact="0.4299"/>
              <dgm:constr type="h" for="ch" forName="Parent" refType="h" fact="0.3547"/>
              <dgm:constr type="r" for="ch" forName="Child2" refType="w" fact="0.3523"/>
              <dgm:constr type="t" for="ch" forName="Child2" refType="h" fact="0.1788"/>
              <dgm:constr type="w" for="ch" forName="Child2" refType="w" fact="0.3523"/>
              <dgm:constr type="h" for="ch" forName="Child2" refType="h" fact="0.2907"/>
              <dgm:constr type="r" for="ch" forName="Child3" refType="w" fact="0.3523"/>
              <dgm:constr type="t" for="ch" forName="Child3" refType="h" fact="0.5303"/>
              <dgm:constr type="w" for="ch" forName="Child3" refType="w" fact="0.3523"/>
              <dgm:constr type="h" for="ch" forName="Child3" refType="h" fact="0.2907"/>
              <dgm:constr type="r" for="ch" forName="Child5" refType="w"/>
              <dgm:constr type="t" for="ch" forName="Child5" refType="h" fact="0.5305"/>
              <dgm:constr type="w" for="ch" forName="Child5" refType="w" fact="0.3523"/>
              <dgm:constr type="h" for="ch" forName="Child5" refType="h" fact="0.2907"/>
              <dgm:constr type="r" for="ch" forName="Child1" refType="w" fact="0.6754"/>
              <dgm:constr type="t" for="ch" forName="Child1" refType="h" fact="0"/>
              <dgm:constr type="w" for="ch" forName="Child1" refType="w" fact="0.3523"/>
              <dgm:constr type="h" for="ch" forName="Child1" refType="h" fact="0.2907"/>
            </dgm:constrLst>
          </dgm:if>
          <dgm:else name="Name19">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6" refType="primFontSz" refFor="des" refForName="Parent" op="lte"/>
              <dgm:constr type="primFontSz" for="des" forName="Child7"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ptType="node" op="equ" val="65"/>
              <dgm:constr type="r" for="ch" forName="Accent6" refType="w" fact="0.9066"/>
              <dgm:constr type="t" for="ch" forName="Accent6" refType="h" fact="0.4635"/>
              <dgm:constr type="w" for="ch" forName="Accent6" refType="w" fact="0.1622"/>
              <dgm:constr type="h" for="ch" forName="Accent6" refType="h" fact="0.1333"/>
              <dgm:constr type="r" for="ch" forName="Accent5" refType="w" fact="0.7142"/>
              <dgm:constr type="t" for="ch" forName="Accent5" refType="h" fact="0.7126"/>
              <dgm:constr type="w" for="ch" forName="Accent5" refType="w" fact="0.1622"/>
              <dgm:constr type="h" for="ch" forName="Accent5" refType="h" fact="0.1333"/>
              <dgm:constr type="r" for="ch" forName="Accent4" refType="w" fact="0.388"/>
              <dgm:constr type="t" for="ch" forName="Accent4" refType="h" fact="0.6834"/>
              <dgm:constr type="w" for="ch" forName="Accent4" refType="w" fact="0.1622"/>
              <dgm:constr type="h" for="ch" forName="Accent4" refType="h" fact="0.1333"/>
              <dgm:constr type="r" for="ch" forName="Accent3" refType="w" fact="0.2565"/>
              <dgm:constr type="t" for="ch" forName="Accent3" refType="h" fact="0.4021"/>
              <dgm:constr type="w" for="ch" forName="Accent3" refType="w" fact="0.1622"/>
              <dgm:constr type="h" for="ch" forName="Accent3" refType="h" fact="0.1333"/>
              <dgm:constr type="r" for="ch" forName="Accent2" refType="w" fact="0.4458"/>
              <dgm:constr type="t" for="ch" forName="Accent2" refType="h" fact="0.1529"/>
              <dgm:constr type="w" for="ch" forName="Accent2" refType="w" fact="0.1622"/>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6754"/>
              <dgm:constr type="t" for="ch" forName="Child4" refType="h" fact="0.7093"/>
              <dgm:constr type="w" for="ch" forName="Child4" refType="w" fact="0.3523"/>
              <dgm:constr type="h" for="ch" forName="Child4" refType="h" fact="0.2907"/>
              <dgm:constr type="r" for="ch" forName="Parent" refType="w" fact="0.715"/>
              <dgm:constr type="t" for="ch" forName="Parent" refType="h" fact="0.3226"/>
              <dgm:constr type="w" for="ch" forName="Parent" refType="w" fact="0.4299"/>
              <dgm:constr type="h" for="ch" forName="Parent" refType="h" fact="0.3547"/>
              <dgm:constr type="r" for="ch" forName="Child2" refType="w" fact="0.3523"/>
              <dgm:constr type="t" for="ch" forName="Child2" refType="h" fact="0.1788"/>
              <dgm:constr type="w" for="ch" forName="Child2" refType="w" fact="0.3523"/>
              <dgm:constr type="h" for="ch" forName="Child2" refType="h" fact="0.2907"/>
              <dgm:constr type="r" for="ch" forName="Child3" refType="w" fact="0.3523"/>
              <dgm:constr type="t" for="ch" forName="Child3" refType="h" fact="0.5303"/>
              <dgm:constr type="w" for="ch" forName="Child3" refType="w" fact="0.3523"/>
              <dgm:constr type="h" for="ch" forName="Child3" refType="h" fact="0.2907"/>
              <dgm:constr type="r" for="ch" forName="Child5" refType="w"/>
              <dgm:constr type="t" for="ch" forName="Child5" refType="h" fact="0.5305"/>
              <dgm:constr type="w" for="ch" forName="Child5" refType="w" fact="0.3523"/>
              <dgm:constr type="h" for="ch" forName="Child5" refType="h" fact="0.2907"/>
              <dgm:constr type="r" for="ch" forName="Child6" refType="w"/>
              <dgm:constr type="t" for="ch" forName="Child6" refType="h" fact="0.1784"/>
              <dgm:constr type="w" for="ch" forName="Child6" refType="w" fact="0.3523"/>
              <dgm:constr type="h" for="ch" forName="Child6" refType="h" fact="0.2907"/>
              <dgm:constr type="r" for="ch" forName="Child1" refType="w" fact="0.6754"/>
              <dgm:constr type="t" for="ch" forName="Child1" refType="h" fact="0"/>
              <dgm:constr type="w" for="ch" forName="Child1" refType="w" fact="0.3523"/>
              <dgm:constr type="h" for="ch" forName="Child1" refType="h" fact="0.2907"/>
            </dgm:constrLst>
          </dgm:else>
        </dgm:choose>
      </dgm:else>
    </dgm:choose>
    <dgm:forEach name="wrapper" axis="self" ptType="parTrans">
      <dgm:forEach name="accentRepeat" axis="self">
        <dgm:layoutNode name="Accent" styleLbl="bgShp">
          <dgm:alg type="sp"/>
          <dgm:shape xmlns:r="http://schemas.openxmlformats.org/officeDocument/2006/relationships" type="hexagon" r:blip="" zOrderOff="-2">
            <dgm:adjLst>
              <dgm:adj idx="1" val="0.289"/>
              <dgm:adj idx="2" val="1.1547"/>
            </dgm:adjLst>
          </dgm:shape>
          <dgm:presOf/>
        </dgm:layoutNode>
      </dgm:forEach>
    </dgm:forEach>
    <dgm:forEach name="Name20" axis="ch" ptType="node" cnt="1">
      <dgm:layoutNode name="Parent" styleLbl="node0">
        <dgm:varLst>
          <dgm:chMax val="6"/>
          <dgm:chPref val="6"/>
        </dgm:varLst>
        <dgm:alg type="tx"/>
        <dgm:shape xmlns:r="http://schemas.openxmlformats.org/officeDocument/2006/relationships" type="hexagon" r:blip="">
          <dgm:adjLst>
            <dgm:adj idx="1" val="0.2857"/>
            <dgm:adj idx="2" val="1.1547"/>
          </dgm:adjLst>
        </dgm:shape>
        <dgm:presOf axis="self"/>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1" axis="ch ch" ptType="node node" st="1 1" cnt="1 1">
      <dgm:layoutNode name="Accent1">
        <dgm:alg type="sp"/>
        <dgm:shape xmlns:r="http://schemas.openxmlformats.org/officeDocument/2006/relationships" r:blip="" zOrderOff="-2">
          <dgm:adjLst/>
        </dgm:shape>
        <dgm:presOf/>
        <dgm:constrLst/>
        <dgm:forEach name="Name22" ref="accentRepeat"/>
      </dgm:layoutNode>
      <dgm:layoutNode name="Child1"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3" axis="ch ch" ptType="node node" st="1 2" cnt="1 1">
      <dgm:layoutNode name="Accent2">
        <dgm:alg type="sp"/>
        <dgm:shape xmlns:r="http://schemas.openxmlformats.org/officeDocument/2006/relationships" r:blip="" zOrderOff="-2">
          <dgm:adjLst/>
        </dgm:shape>
        <dgm:presOf/>
        <dgm:constrLst/>
        <dgm:forEach name="Name24" ref="accentRepeat"/>
      </dgm:layoutNode>
      <dgm:layoutNode name="Child2"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5" axis="ch ch" ptType="node node" st="1 3" cnt="1 1">
      <dgm:layoutNode name="Accent3">
        <dgm:alg type="sp"/>
        <dgm:shape xmlns:r="http://schemas.openxmlformats.org/officeDocument/2006/relationships" r:blip="" zOrderOff="-2">
          <dgm:adjLst/>
        </dgm:shape>
        <dgm:presOf/>
        <dgm:constrLst/>
        <dgm:forEach name="Name26" ref="accentRepeat"/>
      </dgm:layoutNode>
      <dgm:layoutNode name="Child3"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7" axis="ch ch" ptType="node node" st="1 4" cnt="1 1">
      <dgm:layoutNode name="Accent4">
        <dgm:alg type="sp"/>
        <dgm:shape xmlns:r="http://schemas.openxmlformats.org/officeDocument/2006/relationships" r:blip="">
          <dgm:adjLst/>
        </dgm:shape>
        <dgm:presOf/>
        <dgm:constrLst/>
        <dgm:forEach name="Name28" ref="accentRepeat"/>
      </dgm:layoutNode>
      <dgm:layoutNode name="Child4"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9" axis="ch ch" ptType="node node" st="1 5" cnt="1 1">
      <dgm:layoutNode name="Accent5">
        <dgm:alg type="sp"/>
        <dgm:shape xmlns:r="http://schemas.openxmlformats.org/officeDocument/2006/relationships" r:blip="">
          <dgm:adjLst/>
        </dgm:shape>
        <dgm:presOf/>
        <dgm:constrLst/>
        <dgm:forEach name="Name30" ref="accentRepeat"/>
      </dgm:layoutNode>
      <dgm:layoutNode name="Child5"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31" axis="ch ch" ptType="node node" st="1 6" cnt="1 1">
      <dgm:layoutNode name="Accent6">
        <dgm:alg type="sp"/>
        <dgm:shape xmlns:r="http://schemas.openxmlformats.org/officeDocument/2006/relationships" r:blip="">
          <dgm:adjLst/>
        </dgm:shape>
        <dgm:presOf/>
        <dgm:constrLst/>
        <dgm:forEach name="Name32" ref="accentRepeat"/>
      </dgm:layoutNode>
      <dgm:layoutNode name="Child6"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layout5.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8375CF40-82D8-40A7-8D1E-291D5923B0B9}" type="datetimeFigureOut">
              <a:rPr lang="en-US" smtClean="0"/>
              <a:t>9/9/2025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0800F9-3994-41B2-8EE6-279EDBFF25D8}" type="slidenum">
              <a:rPr lang="en-US" smtClean="0"/>
              <a:t>‹#›</a:t>
            </a:fld>
            <a:endParaRPr lang="en-US"/>
          </a:p>
        </p:txBody>
      </p:sp>
    </p:spTree>
    <p:extLst>
      <p:ext uri="{BB962C8B-B14F-4D97-AF65-F5344CB8AC3E}">
        <p14:creationId xmlns:p14="http://schemas.microsoft.com/office/powerpoint/2010/main" val="2080306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375CF40-82D8-40A7-8D1E-291D5923B0B9}" type="datetimeFigureOut">
              <a:rPr lang="en-US" smtClean="0"/>
              <a:t>9/9/2025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0800F9-3994-41B2-8EE6-279EDBFF25D8}" type="slidenum">
              <a:rPr lang="en-US" smtClean="0"/>
              <a:t>‹#›</a:t>
            </a:fld>
            <a:endParaRPr lang="en-US"/>
          </a:p>
        </p:txBody>
      </p:sp>
    </p:spTree>
    <p:extLst>
      <p:ext uri="{BB962C8B-B14F-4D97-AF65-F5344CB8AC3E}">
        <p14:creationId xmlns:p14="http://schemas.microsoft.com/office/powerpoint/2010/main" val="2525832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8375CF40-82D8-40A7-8D1E-291D5923B0B9}" type="datetimeFigureOut">
              <a:rPr lang="en-US" smtClean="0"/>
              <a:t>9/9/2025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0800F9-3994-41B2-8EE6-279EDBFF25D8}" type="slidenum">
              <a:rPr lang="en-US" smtClean="0"/>
              <a:t>‹#›</a:t>
            </a:fld>
            <a:endParaRPr lang="en-US"/>
          </a:p>
        </p:txBody>
      </p:sp>
    </p:spTree>
    <p:extLst>
      <p:ext uri="{BB962C8B-B14F-4D97-AF65-F5344CB8AC3E}">
        <p14:creationId xmlns:p14="http://schemas.microsoft.com/office/powerpoint/2010/main" val="29585210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8375CF40-82D8-40A7-8D1E-291D5923B0B9}" type="datetimeFigureOut">
              <a:rPr lang="en-US" smtClean="0"/>
              <a:t>9/9/2025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50800F9-3994-41B2-8EE6-279EDBFF25D8}" type="slidenum">
              <a:rPr lang="en-US" smtClean="0"/>
              <a:t>‹#›</a:t>
            </a:fld>
            <a:endParaRPr lang="en-US"/>
          </a:p>
        </p:txBody>
      </p:sp>
    </p:spTree>
    <p:extLst>
      <p:ext uri="{BB962C8B-B14F-4D97-AF65-F5344CB8AC3E}">
        <p14:creationId xmlns:p14="http://schemas.microsoft.com/office/powerpoint/2010/main" val="38576297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8375CF40-82D8-40A7-8D1E-291D5923B0B9}" type="datetimeFigureOut">
              <a:rPr lang="en-US" smtClean="0"/>
              <a:t>9/9/2025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50800F9-3994-41B2-8EE6-279EDBFF25D8}" type="slidenum">
              <a:rPr lang="en-US" smtClean="0"/>
              <a:t>‹#›</a:t>
            </a:fld>
            <a:endParaRPr lang="en-US"/>
          </a:p>
        </p:txBody>
      </p:sp>
    </p:spTree>
    <p:extLst>
      <p:ext uri="{BB962C8B-B14F-4D97-AF65-F5344CB8AC3E}">
        <p14:creationId xmlns:p14="http://schemas.microsoft.com/office/powerpoint/2010/main" val="29836141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375CF40-82D8-40A7-8D1E-291D5923B0B9}" type="datetimeFigureOut">
              <a:rPr lang="en-US" smtClean="0"/>
              <a:t>9/9/2025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50800F9-3994-41B2-8EE6-279EDBFF25D8}" type="slidenum">
              <a:rPr lang="en-US" smtClean="0"/>
              <a:t>‹#›</a:t>
            </a:fld>
            <a:endParaRPr lang="en-US"/>
          </a:p>
        </p:txBody>
      </p:sp>
    </p:spTree>
    <p:extLst>
      <p:ext uri="{BB962C8B-B14F-4D97-AF65-F5344CB8AC3E}">
        <p14:creationId xmlns:p14="http://schemas.microsoft.com/office/powerpoint/2010/main" val="35024298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375CF40-82D8-40A7-8D1E-291D5923B0B9}" type="datetimeFigureOut">
              <a:rPr lang="en-US" smtClean="0"/>
              <a:t>9/9/2025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50800F9-3994-41B2-8EE6-279EDBFF25D8}" type="slidenum">
              <a:rPr lang="en-US" smtClean="0"/>
              <a:t>‹#›</a:t>
            </a:fld>
            <a:endParaRPr lang="en-US"/>
          </a:p>
        </p:txBody>
      </p:sp>
    </p:spTree>
    <p:extLst>
      <p:ext uri="{BB962C8B-B14F-4D97-AF65-F5344CB8AC3E}">
        <p14:creationId xmlns:p14="http://schemas.microsoft.com/office/powerpoint/2010/main" val="4489932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8375CF40-82D8-40A7-8D1E-291D5923B0B9}" type="datetimeFigureOut">
              <a:rPr lang="en-US" smtClean="0"/>
              <a:t>9/9/2025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50800F9-3994-41B2-8EE6-279EDBFF25D8}" type="slidenum">
              <a:rPr lang="en-US" smtClean="0"/>
              <a:t>‹#›</a:t>
            </a:fld>
            <a:endParaRPr lang="en-US"/>
          </a:p>
        </p:txBody>
      </p:sp>
    </p:spTree>
    <p:extLst>
      <p:ext uri="{BB962C8B-B14F-4D97-AF65-F5344CB8AC3E}">
        <p14:creationId xmlns:p14="http://schemas.microsoft.com/office/powerpoint/2010/main" val="37546295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8375CF40-82D8-40A7-8D1E-291D5923B0B9}" type="datetimeFigureOut">
              <a:rPr lang="en-US" smtClean="0"/>
              <a:t>9/9/2025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50800F9-3994-41B2-8EE6-279EDBFF25D8}" type="slidenum">
              <a:rPr lang="en-US" smtClean="0"/>
              <a:t>‹#›</a:t>
            </a:fld>
            <a:endParaRPr lang="en-US"/>
          </a:p>
        </p:txBody>
      </p:sp>
    </p:spTree>
    <p:extLst>
      <p:ext uri="{BB962C8B-B14F-4D97-AF65-F5344CB8AC3E}">
        <p14:creationId xmlns:p14="http://schemas.microsoft.com/office/powerpoint/2010/main" val="13504858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375CF40-82D8-40A7-8D1E-291D5923B0B9}" type="datetimeFigureOut">
              <a:rPr lang="en-US" smtClean="0"/>
              <a:t>9/9/2025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0800F9-3994-41B2-8EE6-279EDBFF25D8}" type="slidenum">
              <a:rPr lang="en-US" smtClean="0"/>
              <a:t>‹#›</a:t>
            </a:fld>
            <a:endParaRPr lang="en-US"/>
          </a:p>
        </p:txBody>
      </p:sp>
    </p:spTree>
    <p:extLst>
      <p:ext uri="{BB962C8B-B14F-4D97-AF65-F5344CB8AC3E}">
        <p14:creationId xmlns:p14="http://schemas.microsoft.com/office/powerpoint/2010/main" val="33868403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375CF40-82D8-40A7-8D1E-291D5923B0B9}" type="datetimeFigureOut">
              <a:rPr lang="en-US" smtClean="0"/>
              <a:t>9/9/2025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0800F9-3994-41B2-8EE6-279EDBFF25D8}" type="slidenum">
              <a:rPr lang="en-US" smtClean="0"/>
              <a:t>‹#›</a:t>
            </a:fld>
            <a:endParaRPr lang="en-US"/>
          </a:p>
        </p:txBody>
      </p:sp>
    </p:spTree>
    <p:extLst>
      <p:ext uri="{BB962C8B-B14F-4D97-AF65-F5344CB8AC3E}">
        <p14:creationId xmlns:p14="http://schemas.microsoft.com/office/powerpoint/2010/main" val="26847481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375CF40-82D8-40A7-8D1E-291D5923B0B9}" type="datetimeFigureOut">
              <a:rPr lang="en-US" smtClean="0"/>
              <a:t>9/9/2025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50800F9-3994-41B2-8EE6-279EDBFF25D8}" type="slidenum">
              <a:rPr lang="en-US" smtClean="0"/>
              <a:t>‹#›</a:t>
            </a:fld>
            <a:endParaRPr lang="en-US"/>
          </a:p>
        </p:txBody>
      </p:sp>
    </p:spTree>
    <p:extLst>
      <p:ext uri="{BB962C8B-B14F-4D97-AF65-F5344CB8AC3E}">
        <p14:creationId xmlns:p14="http://schemas.microsoft.com/office/powerpoint/2010/main" val="34386935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2.jpeg"/><Relationship Id="rId1" Type="http://schemas.openxmlformats.org/officeDocument/2006/relationships/slideLayout" Target="../slideLayouts/slideLayout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6.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6.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p:cNvPicPr>
            <a:picLocks noChangeAspect="1"/>
          </p:cNvPicPr>
          <p:nvPr/>
        </p:nvPicPr>
        <p:blipFill>
          <a:blip r:embed="rId2" cstate="print">
            <a:extLst>
              <a:ext uri="{28A0092B-C50C-407E-A947-70E740481C1C}">
                <a14:useLocalDpi xmlns:a14="http://schemas.microsoft.com/office/drawing/2010/main" val="0"/>
              </a:ext>
            </a:extLst>
          </a:blip>
          <a:srcRect l="-1800"/>
          <a:stretch>
            <a:fillRect/>
          </a:stretch>
        </p:blipFill>
        <p:spPr>
          <a:xfrm>
            <a:off x="-219455" y="0"/>
            <a:ext cx="12411455" cy="6858000"/>
          </a:xfrm>
          <a:custGeom>
            <a:avLst/>
            <a:gdLst/>
            <a:ahLst/>
            <a:cxnLst/>
            <a:rect l="l" t="t" r="r" b="b"/>
            <a:pathLst>
              <a:path w="12411455" h="6858000">
                <a:moveTo>
                  <a:pt x="6315455" y="5352288"/>
                </a:moveTo>
                <a:lnTo>
                  <a:pt x="6361174" y="5352288"/>
                </a:lnTo>
                <a:lnTo>
                  <a:pt x="6361174" y="5949696"/>
                </a:lnTo>
                <a:lnTo>
                  <a:pt x="6315455" y="5949696"/>
                </a:lnTo>
                <a:close/>
                <a:moveTo>
                  <a:pt x="7465027" y="4467555"/>
                </a:moveTo>
                <a:cubicBezTo>
                  <a:pt x="7483528" y="4467555"/>
                  <a:pt x="7498709" y="4468267"/>
                  <a:pt x="7510568" y="4469690"/>
                </a:cubicBezTo>
                <a:cubicBezTo>
                  <a:pt x="7522428" y="4471113"/>
                  <a:pt x="7531916" y="4473011"/>
                  <a:pt x="7539032" y="4475383"/>
                </a:cubicBezTo>
                <a:cubicBezTo>
                  <a:pt x="7546148" y="4477755"/>
                  <a:pt x="7551247" y="4480838"/>
                  <a:pt x="7554331" y="4484633"/>
                </a:cubicBezTo>
                <a:cubicBezTo>
                  <a:pt x="7557414" y="4488428"/>
                  <a:pt x="7558956" y="4492698"/>
                  <a:pt x="7558956" y="4497442"/>
                </a:cubicBezTo>
                <a:lnTo>
                  <a:pt x="7558956" y="5238201"/>
                </a:lnTo>
                <a:lnTo>
                  <a:pt x="7848571" y="5238201"/>
                </a:lnTo>
                <a:cubicBezTo>
                  <a:pt x="7853315" y="5238201"/>
                  <a:pt x="7857466" y="5239506"/>
                  <a:pt x="7861024" y="5242115"/>
                </a:cubicBezTo>
                <a:cubicBezTo>
                  <a:pt x="7864582" y="5244724"/>
                  <a:pt x="7867547" y="5248994"/>
                  <a:pt x="7869919" y="5254923"/>
                </a:cubicBezTo>
                <a:cubicBezTo>
                  <a:pt x="7872291" y="5260853"/>
                  <a:pt x="7874070" y="5268681"/>
                  <a:pt x="7875256" y="5278406"/>
                </a:cubicBezTo>
                <a:cubicBezTo>
                  <a:pt x="7876442" y="5288131"/>
                  <a:pt x="7877034" y="5300109"/>
                  <a:pt x="7877034" y="5314341"/>
                </a:cubicBezTo>
                <a:cubicBezTo>
                  <a:pt x="7877034" y="5328572"/>
                  <a:pt x="7876442" y="5340551"/>
                  <a:pt x="7875256" y="5350276"/>
                </a:cubicBezTo>
                <a:cubicBezTo>
                  <a:pt x="7874070" y="5360001"/>
                  <a:pt x="7872291" y="5368065"/>
                  <a:pt x="7869919" y="5374470"/>
                </a:cubicBezTo>
                <a:cubicBezTo>
                  <a:pt x="7867547" y="5380874"/>
                  <a:pt x="7864582" y="5385499"/>
                  <a:pt x="7861024" y="5388346"/>
                </a:cubicBezTo>
                <a:cubicBezTo>
                  <a:pt x="7857466" y="5391192"/>
                  <a:pt x="7853315" y="5392615"/>
                  <a:pt x="7848571" y="5392615"/>
                </a:cubicBezTo>
                <a:lnTo>
                  <a:pt x="7426602" y="5392615"/>
                </a:lnTo>
                <a:cubicBezTo>
                  <a:pt x="7410947" y="5392615"/>
                  <a:pt x="7397782" y="5387990"/>
                  <a:pt x="7387109" y="5378739"/>
                </a:cubicBezTo>
                <a:cubicBezTo>
                  <a:pt x="7376435" y="5369489"/>
                  <a:pt x="7371098" y="5354427"/>
                  <a:pt x="7371098" y="5333553"/>
                </a:cubicBezTo>
                <a:lnTo>
                  <a:pt x="7371098" y="4497442"/>
                </a:lnTo>
                <a:cubicBezTo>
                  <a:pt x="7371098" y="4492698"/>
                  <a:pt x="7372640" y="4488428"/>
                  <a:pt x="7375723" y="4484633"/>
                </a:cubicBezTo>
                <a:cubicBezTo>
                  <a:pt x="7378807" y="4480838"/>
                  <a:pt x="7383906" y="4477755"/>
                  <a:pt x="7391022" y="4475383"/>
                </a:cubicBezTo>
                <a:cubicBezTo>
                  <a:pt x="7398138" y="4473011"/>
                  <a:pt x="7407745" y="4471113"/>
                  <a:pt x="7419841" y="4469690"/>
                </a:cubicBezTo>
                <a:cubicBezTo>
                  <a:pt x="7431938" y="4468267"/>
                  <a:pt x="7447000" y="4467555"/>
                  <a:pt x="7465027" y="4467555"/>
                </a:cubicBezTo>
                <a:close/>
                <a:moveTo>
                  <a:pt x="6845902" y="4467555"/>
                </a:moveTo>
                <a:cubicBezTo>
                  <a:pt x="6864403" y="4467555"/>
                  <a:pt x="6879584" y="4468267"/>
                  <a:pt x="6891443" y="4469690"/>
                </a:cubicBezTo>
                <a:cubicBezTo>
                  <a:pt x="6903303" y="4471113"/>
                  <a:pt x="6912791" y="4473011"/>
                  <a:pt x="6919907" y="4475383"/>
                </a:cubicBezTo>
                <a:cubicBezTo>
                  <a:pt x="6927023" y="4477755"/>
                  <a:pt x="6932122" y="4480838"/>
                  <a:pt x="6935206" y="4484633"/>
                </a:cubicBezTo>
                <a:cubicBezTo>
                  <a:pt x="6938289" y="4488428"/>
                  <a:pt x="6939831" y="4492698"/>
                  <a:pt x="6939831" y="4497442"/>
                </a:cubicBezTo>
                <a:lnTo>
                  <a:pt x="6939831" y="5238201"/>
                </a:lnTo>
                <a:lnTo>
                  <a:pt x="7229446" y="5238201"/>
                </a:lnTo>
                <a:cubicBezTo>
                  <a:pt x="7234190" y="5238201"/>
                  <a:pt x="7238341" y="5239506"/>
                  <a:pt x="7241899" y="5242115"/>
                </a:cubicBezTo>
                <a:cubicBezTo>
                  <a:pt x="7245457" y="5244724"/>
                  <a:pt x="7248422" y="5248994"/>
                  <a:pt x="7250794" y="5254923"/>
                </a:cubicBezTo>
                <a:cubicBezTo>
                  <a:pt x="7253166" y="5260853"/>
                  <a:pt x="7254945" y="5268681"/>
                  <a:pt x="7256131" y="5278406"/>
                </a:cubicBezTo>
                <a:cubicBezTo>
                  <a:pt x="7257317" y="5288131"/>
                  <a:pt x="7257909" y="5300109"/>
                  <a:pt x="7257909" y="5314341"/>
                </a:cubicBezTo>
                <a:cubicBezTo>
                  <a:pt x="7257909" y="5328572"/>
                  <a:pt x="7257317" y="5340551"/>
                  <a:pt x="7256131" y="5350276"/>
                </a:cubicBezTo>
                <a:cubicBezTo>
                  <a:pt x="7254945" y="5360001"/>
                  <a:pt x="7253166" y="5368065"/>
                  <a:pt x="7250794" y="5374470"/>
                </a:cubicBezTo>
                <a:cubicBezTo>
                  <a:pt x="7248422" y="5380874"/>
                  <a:pt x="7245457" y="5385499"/>
                  <a:pt x="7241899" y="5388346"/>
                </a:cubicBezTo>
                <a:cubicBezTo>
                  <a:pt x="7238341" y="5391192"/>
                  <a:pt x="7234190" y="5392615"/>
                  <a:pt x="7229446" y="5392615"/>
                </a:cubicBezTo>
                <a:lnTo>
                  <a:pt x="6807477" y="5392615"/>
                </a:lnTo>
                <a:cubicBezTo>
                  <a:pt x="6791822" y="5392615"/>
                  <a:pt x="6778657" y="5387990"/>
                  <a:pt x="6767984" y="5378739"/>
                </a:cubicBezTo>
                <a:cubicBezTo>
                  <a:pt x="6757310" y="5369489"/>
                  <a:pt x="6751973" y="5354427"/>
                  <a:pt x="6751973" y="5333553"/>
                </a:cubicBezTo>
                <a:lnTo>
                  <a:pt x="6751973" y="4497442"/>
                </a:lnTo>
                <a:cubicBezTo>
                  <a:pt x="6751973" y="4492698"/>
                  <a:pt x="6753515" y="4488428"/>
                  <a:pt x="6756598" y="4484633"/>
                </a:cubicBezTo>
                <a:cubicBezTo>
                  <a:pt x="6759681" y="4480838"/>
                  <a:pt x="6764781" y="4477755"/>
                  <a:pt x="6771897" y="4475383"/>
                </a:cubicBezTo>
                <a:cubicBezTo>
                  <a:pt x="6779013" y="4473011"/>
                  <a:pt x="6788620" y="4471113"/>
                  <a:pt x="6800716" y="4469690"/>
                </a:cubicBezTo>
                <a:cubicBezTo>
                  <a:pt x="6812813" y="4468267"/>
                  <a:pt x="6827875" y="4467555"/>
                  <a:pt x="6845902" y="4467555"/>
                </a:cubicBezTo>
                <a:close/>
                <a:moveTo>
                  <a:pt x="6455377" y="4467555"/>
                </a:moveTo>
                <a:cubicBezTo>
                  <a:pt x="6473878" y="4467555"/>
                  <a:pt x="6489059" y="4468267"/>
                  <a:pt x="6500918" y="4469690"/>
                </a:cubicBezTo>
                <a:cubicBezTo>
                  <a:pt x="6512778" y="4471113"/>
                  <a:pt x="6522266" y="4473011"/>
                  <a:pt x="6529382" y="4475383"/>
                </a:cubicBezTo>
                <a:cubicBezTo>
                  <a:pt x="6536498" y="4477755"/>
                  <a:pt x="6541597" y="4480838"/>
                  <a:pt x="6544681" y="4484633"/>
                </a:cubicBezTo>
                <a:cubicBezTo>
                  <a:pt x="6547764" y="4488428"/>
                  <a:pt x="6549306" y="4492698"/>
                  <a:pt x="6549306" y="4497442"/>
                </a:cubicBezTo>
                <a:lnTo>
                  <a:pt x="6549306" y="5366998"/>
                </a:lnTo>
                <a:cubicBezTo>
                  <a:pt x="6549306" y="5371742"/>
                  <a:pt x="6547764" y="5376011"/>
                  <a:pt x="6544681" y="5379806"/>
                </a:cubicBezTo>
                <a:cubicBezTo>
                  <a:pt x="6541597" y="5383602"/>
                  <a:pt x="6536498" y="5386685"/>
                  <a:pt x="6529382" y="5389057"/>
                </a:cubicBezTo>
                <a:cubicBezTo>
                  <a:pt x="6522266" y="5391429"/>
                  <a:pt x="6512778" y="5393327"/>
                  <a:pt x="6500918" y="5394750"/>
                </a:cubicBezTo>
                <a:cubicBezTo>
                  <a:pt x="6489059" y="5396173"/>
                  <a:pt x="6473878" y="5396885"/>
                  <a:pt x="6455377" y="5396885"/>
                </a:cubicBezTo>
                <a:cubicBezTo>
                  <a:pt x="6437350" y="5396885"/>
                  <a:pt x="6422288" y="5396173"/>
                  <a:pt x="6410191" y="5394750"/>
                </a:cubicBezTo>
                <a:cubicBezTo>
                  <a:pt x="6398095" y="5393327"/>
                  <a:pt x="6388488" y="5391429"/>
                  <a:pt x="6381372" y="5389057"/>
                </a:cubicBezTo>
                <a:cubicBezTo>
                  <a:pt x="6374256" y="5386685"/>
                  <a:pt x="6369157" y="5383602"/>
                  <a:pt x="6366073" y="5379806"/>
                </a:cubicBezTo>
                <a:cubicBezTo>
                  <a:pt x="6362990" y="5376011"/>
                  <a:pt x="6361448" y="5371742"/>
                  <a:pt x="6361448" y="5366998"/>
                </a:cubicBezTo>
                <a:lnTo>
                  <a:pt x="6361448" y="4497442"/>
                </a:lnTo>
                <a:cubicBezTo>
                  <a:pt x="6361448" y="4492698"/>
                  <a:pt x="6362990" y="4488428"/>
                  <a:pt x="6366073" y="4484633"/>
                </a:cubicBezTo>
                <a:cubicBezTo>
                  <a:pt x="6369157" y="4480838"/>
                  <a:pt x="6374375" y="4477755"/>
                  <a:pt x="6381728" y="4475383"/>
                </a:cubicBezTo>
                <a:cubicBezTo>
                  <a:pt x="6389081" y="4473011"/>
                  <a:pt x="6398688" y="4471113"/>
                  <a:pt x="6410547" y="4469690"/>
                </a:cubicBezTo>
                <a:cubicBezTo>
                  <a:pt x="6422407" y="4468267"/>
                  <a:pt x="6437350" y="4467555"/>
                  <a:pt x="6455377" y="4467555"/>
                </a:cubicBezTo>
                <a:close/>
                <a:moveTo>
                  <a:pt x="5655278" y="4467555"/>
                </a:moveTo>
                <a:cubicBezTo>
                  <a:pt x="5673779" y="4467555"/>
                  <a:pt x="5688959" y="4468267"/>
                  <a:pt x="5700818" y="4469690"/>
                </a:cubicBezTo>
                <a:cubicBezTo>
                  <a:pt x="5712678" y="4471113"/>
                  <a:pt x="5722166" y="4473011"/>
                  <a:pt x="5729282" y="4475383"/>
                </a:cubicBezTo>
                <a:cubicBezTo>
                  <a:pt x="5736398" y="4477755"/>
                  <a:pt x="5741379" y="4480838"/>
                  <a:pt x="5744225" y="4484633"/>
                </a:cubicBezTo>
                <a:cubicBezTo>
                  <a:pt x="5747072" y="4488428"/>
                  <a:pt x="5748495" y="4492935"/>
                  <a:pt x="5748495" y="4498153"/>
                </a:cubicBezTo>
                <a:lnTo>
                  <a:pt x="5748495" y="4890236"/>
                </a:lnTo>
                <a:lnTo>
                  <a:pt x="6018185" y="4498865"/>
                </a:lnTo>
                <a:cubicBezTo>
                  <a:pt x="6021506" y="4492698"/>
                  <a:pt x="6025538" y="4487598"/>
                  <a:pt x="6030282" y="4483566"/>
                </a:cubicBezTo>
                <a:cubicBezTo>
                  <a:pt x="6035026" y="4479534"/>
                  <a:pt x="6041193" y="4476332"/>
                  <a:pt x="6048783" y="4473960"/>
                </a:cubicBezTo>
                <a:cubicBezTo>
                  <a:pt x="6056374" y="4471588"/>
                  <a:pt x="6066099" y="4469927"/>
                  <a:pt x="6077958" y="4468979"/>
                </a:cubicBezTo>
                <a:cubicBezTo>
                  <a:pt x="6089819" y="4468030"/>
                  <a:pt x="6104998" y="4467555"/>
                  <a:pt x="6123500" y="4467555"/>
                </a:cubicBezTo>
                <a:cubicBezTo>
                  <a:pt x="6142475" y="4467555"/>
                  <a:pt x="6158130" y="4468267"/>
                  <a:pt x="6170464" y="4469690"/>
                </a:cubicBezTo>
                <a:cubicBezTo>
                  <a:pt x="6182798" y="4471113"/>
                  <a:pt x="6192642" y="4473129"/>
                  <a:pt x="6199995" y="4475739"/>
                </a:cubicBezTo>
                <a:cubicBezTo>
                  <a:pt x="6207348" y="4478348"/>
                  <a:pt x="6212448" y="4481550"/>
                  <a:pt x="6215294" y="4485345"/>
                </a:cubicBezTo>
                <a:cubicBezTo>
                  <a:pt x="6218140" y="4489140"/>
                  <a:pt x="6219564" y="4493410"/>
                  <a:pt x="6219564" y="4498153"/>
                </a:cubicBezTo>
                <a:cubicBezTo>
                  <a:pt x="6219564" y="4506218"/>
                  <a:pt x="6217429" y="4514520"/>
                  <a:pt x="6213159" y="4523059"/>
                </a:cubicBezTo>
                <a:cubicBezTo>
                  <a:pt x="6208890" y="4531598"/>
                  <a:pt x="6200825" y="4545118"/>
                  <a:pt x="6188965" y="4563619"/>
                </a:cubicBezTo>
                <a:lnTo>
                  <a:pt x="5936353" y="4894506"/>
                </a:lnTo>
                <a:lnTo>
                  <a:pt x="6211736" y="5310783"/>
                </a:lnTo>
                <a:cubicBezTo>
                  <a:pt x="6222173" y="5330233"/>
                  <a:pt x="6228458" y="5343160"/>
                  <a:pt x="6230593" y="5349564"/>
                </a:cubicBezTo>
                <a:cubicBezTo>
                  <a:pt x="6232728" y="5355968"/>
                  <a:pt x="6233795" y="5361068"/>
                  <a:pt x="6233795" y="5364863"/>
                </a:cubicBezTo>
                <a:cubicBezTo>
                  <a:pt x="6233795" y="5370082"/>
                  <a:pt x="6232491" y="5374707"/>
                  <a:pt x="6229882" y="5378739"/>
                </a:cubicBezTo>
                <a:cubicBezTo>
                  <a:pt x="6227272" y="5382771"/>
                  <a:pt x="6222291" y="5386092"/>
                  <a:pt x="6214938" y="5388701"/>
                </a:cubicBezTo>
                <a:cubicBezTo>
                  <a:pt x="6207585" y="5391310"/>
                  <a:pt x="6197504" y="5393327"/>
                  <a:pt x="6184696" y="5394750"/>
                </a:cubicBezTo>
                <a:cubicBezTo>
                  <a:pt x="6171887" y="5396173"/>
                  <a:pt x="6155758" y="5396885"/>
                  <a:pt x="6136308" y="5396885"/>
                </a:cubicBezTo>
                <a:cubicBezTo>
                  <a:pt x="6105473" y="5396885"/>
                  <a:pt x="6083296" y="5395699"/>
                  <a:pt x="6069775" y="5393327"/>
                </a:cubicBezTo>
                <a:cubicBezTo>
                  <a:pt x="6056255" y="5390955"/>
                  <a:pt x="6046530" y="5387397"/>
                  <a:pt x="6040600" y="5382653"/>
                </a:cubicBezTo>
                <a:cubicBezTo>
                  <a:pt x="6034670" y="5377909"/>
                  <a:pt x="6030045" y="5372216"/>
                  <a:pt x="6026725" y="5365575"/>
                </a:cubicBezTo>
                <a:lnTo>
                  <a:pt x="5748495" y="4928662"/>
                </a:lnTo>
                <a:lnTo>
                  <a:pt x="5748495" y="5365575"/>
                </a:lnTo>
                <a:cubicBezTo>
                  <a:pt x="5748495" y="5370793"/>
                  <a:pt x="5747072" y="5375300"/>
                  <a:pt x="5744225" y="5379095"/>
                </a:cubicBezTo>
                <a:cubicBezTo>
                  <a:pt x="5741379" y="5382890"/>
                  <a:pt x="5736398" y="5386092"/>
                  <a:pt x="5729282" y="5388701"/>
                </a:cubicBezTo>
                <a:cubicBezTo>
                  <a:pt x="5722166" y="5391310"/>
                  <a:pt x="5712678" y="5393327"/>
                  <a:pt x="5700818" y="5394750"/>
                </a:cubicBezTo>
                <a:cubicBezTo>
                  <a:pt x="5688959" y="5396173"/>
                  <a:pt x="5673779" y="5396885"/>
                  <a:pt x="5655278" y="5396885"/>
                </a:cubicBezTo>
                <a:cubicBezTo>
                  <a:pt x="5637250" y="5396885"/>
                  <a:pt x="5622188" y="5396173"/>
                  <a:pt x="5610091" y="5394750"/>
                </a:cubicBezTo>
                <a:cubicBezTo>
                  <a:pt x="5597994" y="5393327"/>
                  <a:pt x="5588388" y="5391310"/>
                  <a:pt x="5581272" y="5388701"/>
                </a:cubicBezTo>
                <a:cubicBezTo>
                  <a:pt x="5574156" y="5386092"/>
                  <a:pt x="5569056" y="5382890"/>
                  <a:pt x="5565973" y="5379095"/>
                </a:cubicBezTo>
                <a:cubicBezTo>
                  <a:pt x="5562889" y="5375300"/>
                  <a:pt x="5561348" y="5370793"/>
                  <a:pt x="5561348" y="5365575"/>
                </a:cubicBezTo>
                <a:lnTo>
                  <a:pt x="5561348" y="4498153"/>
                </a:lnTo>
                <a:cubicBezTo>
                  <a:pt x="5561348" y="4492935"/>
                  <a:pt x="5562889" y="4488428"/>
                  <a:pt x="5565973" y="4484633"/>
                </a:cubicBezTo>
                <a:cubicBezTo>
                  <a:pt x="5569056" y="4480838"/>
                  <a:pt x="5574156" y="4477755"/>
                  <a:pt x="5581272" y="4475383"/>
                </a:cubicBezTo>
                <a:cubicBezTo>
                  <a:pt x="5588388" y="4473011"/>
                  <a:pt x="5597994" y="4471113"/>
                  <a:pt x="5610091" y="4469690"/>
                </a:cubicBezTo>
                <a:cubicBezTo>
                  <a:pt x="5622188" y="4468267"/>
                  <a:pt x="5637250" y="4467555"/>
                  <a:pt x="5655278" y="4467555"/>
                </a:cubicBezTo>
                <a:close/>
                <a:moveTo>
                  <a:pt x="5144527" y="4455458"/>
                </a:moveTo>
                <a:cubicBezTo>
                  <a:pt x="5166349" y="4455458"/>
                  <a:pt x="5188170" y="4457119"/>
                  <a:pt x="5209992" y="4460439"/>
                </a:cubicBezTo>
                <a:cubicBezTo>
                  <a:pt x="5231814" y="4463760"/>
                  <a:pt x="5252213" y="4468267"/>
                  <a:pt x="5271189" y="4473960"/>
                </a:cubicBezTo>
                <a:cubicBezTo>
                  <a:pt x="5290164" y="4479652"/>
                  <a:pt x="5307005" y="4486057"/>
                  <a:pt x="5321711" y="4493172"/>
                </a:cubicBezTo>
                <a:cubicBezTo>
                  <a:pt x="5336417" y="4500288"/>
                  <a:pt x="5346142" y="4506218"/>
                  <a:pt x="5350886" y="4510962"/>
                </a:cubicBezTo>
                <a:cubicBezTo>
                  <a:pt x="5355630" y="4515706"/>
                  <a:pt x="5358832" y="4519738"/>
                  <a:pt x="5360492" y="4523059"/>
                </a:cubicBezTo>
                <a:cubicBezTo>
                  <a:pt x="5362153" y="4526380"/>
                  <a:pt x="5363576" y="4530768"/>
                  <a:pt x="5364762" y="4536223"/>
                </a:cubicBezTo>
                <a:cubicBezTo>
                  <a:pt x="5365948" y="4541679"/>
                  <a:pt x="5366779" y="4548557"/>
                  <a:pt x="5367253" y="4556859"/>
                </a:cubicBezTo>
                <a:cubicBezTo>
                  <a:pt x="5367727" y="4565161"/>
                  <a:pt x="5367964" y="4575479"/>
                  <a:pt x="5367964" y="4587813"/>
                </a:cubicBezTo>
                <a:cubicBezTo>
                  <a:pt x="5367964" y="4601570"/>
                  <a:pt x="5367608" y="4613193"/>
                  <a:pt x="5366897" y="4622681"/>
                </a:cubicBezTo>
                <a:cubicBezTo>
                  <a:pt x="5366185" y="4632169"/>
                  <a:pt x="5364999" y="4639996"/>
                  <a:pt x="5363339" y="4646163"/>
                </a:cubicBezTo>
                <a:cubicBezTo>
                  <a:pt x="5361678" y="4652330"/>
                  <a:pt x="5359306" y="4656837"/>
                  <a:pt x="5356223" y="4659683"/>
                </a:cubicBezTo>
                <a:cubicBezTo>
                  <a:pt x="5353139" y="4662529"/>
                  <a:pt x="5348989" y="4663953"/>
                  <a:pt x="5343771" y="4663953"/>
                </a:cubicBezTo>
                <a:cubicBezTo>
                  <a:pt x="5338552" y="4663953"/>
                  <a:pt x="5330250" y="4660632"/>
                  <a:pt x="5318865" y="4653990"/>
                </a:cubicBezTo>
                <a:cubicBezTo>
                  <a:pt x="5307479" y="4647349"/>
                  <a:pt x="5293485" y="4640115"/>
                  <a:pt x="5276882" y="4632287"/>
                </a:cubicBezTo>
                <a:cubicBezTo>
                  <a:pt x="5260278" y="4624460"/>
                  <a:pt x="5241065" y="4617344"/>
                  <a:pt x="5219243" y="4610940"/>
                </a:cubicBezTo>
                <a:cubicBezTo>
                  <a:pt x="5197422" y="4604535"/>
                  <a:pt x="5173464" y="4601333"/>
                  <a:pt x="5147373" y="4601333"/>
                </a:cubicBezTo>
                <a:cubicBezTo>
                  <a:pt x="5126975" y="4601333"/>
                  <a:pt x="5109186" y="4603824"/>
                  <a:pt x="5094004" y="4608805"/>
                </a:cubicBezTo>
                <a:cubicBezTo>
                  <a:pt x="5078824" y="4613786"/>
                  <a:pt x="5066134" y="4620665"/>
                  <a:pt x="5055935" y="4629441"/>
                </a:cubicBezTo>
                <a:cubicBezTo>
                  <a:pt x="5045735" y="4638217"/>
                  <a:pt x="5038145" y="4648772"/>
                  <a:pt x="5033164" y="4661106"/>
                </a:cubicBezTo>
                <a:cubicBezTo>
                  <a:pt x="5028183" y="4673440"/>
                  <a:pt x="5025692" y="4686486"/>
                  <a:pt x="5025692" y="4700243"/>
                </a:cubicBezTo>
                <a:cubicBezTo>
                  <a:pt x="5025692" y="4720642"/>
                  <a:pt x="5031266" y="4738313"/>
                  <a:pt x="5042414" y="4753256"/>
                </a:cubicBezTo>
                <a:cubicBezTo>
                  <a:pt x="5053563" y="4768200"/>
                  <a:pt x="5068506" y="4781483"/>
                  <a:pt x="5087244" y="4793105"/>
                </a:cubicBezTo>
                <a:cubicBezTo>
                  <a:pt x="5105983" y="4804728"/>
                  <a:pt x="5127211" y="4815639"/>
                  <a:pt x="5150931" y="4825838"/>
                </a:cubicBezTo>
                <a:cubicBezTo>
                  <a:pt x="5174651" y="4836037"/>
                  <a:pt x="5198844" y="4846830"/>
                  <a:pt x="5223512" y="4858215"/>
                </a:cubicBezTo>
                <a:cubicBezTo>
                  <a:pt x="5248181" y="4869600"/>
                  <a:pt x="5272375" y="4882528"/>
                  <a:pt x="5296094" y="4896996"/>
                </a:cubicBezTo>
                <a:cubicBezTo>
                  <a:pt x="5319814" y="4911466"/>
                  <a:pt x="5340924" y="4928781"/>
                  <a:pt x="5359425" y="4948942"/>
                </a:cubicBezTo>
                <a:cubicBezTo>
                  <a:pt x="5377926" y="4969104"/>
                  <a:pt x="5392870" y="4992823"/>
                  <a:pt x="5404255" y="5020101"/>
                </a:cubicBezTo>
                <a:cubicBezTo>
                  <a:pt x="5415640" y="5047378"/>
                  <a:pt x="5421333" y="5079518"/>
                  <a:pt x="5421333" y="5116520"/>
                </a:cubicBezTo>
                <a:cubicBezTo>
                  <a:pt x="5421333" y="5164908"/>
                  <a:pt x="5412320" y="5207366"/>
                  <a:pt x="5394293" y="5243894"/>
                </a:cubicBezTo>
                <a:cubicBezTo>
                  <a:pt x="5376266" y="5280422"/>
                  <a:pt x="5351835" y="5310901"/>
                  <a:pt x="5321000" y="5335332"/>
                </a:cubicBezTo>
                <a:cubicBezTo>
                  <a:pt x="5290164" y="5359764"/>
                  <a:pt x="5254111" y="5378146"/>
                  <a:pt x="5212839" y="5390480"/>
                </a:cubicBezTo>
                <a:cubicBezTo>
                  <a:pt x="5171567" y="5402814"/>
                  <a:pt x="5127449" y="5408981"/>
                  <a:pt x="5080484" y="5408981"/>
                </a:cubicBezTo>
                <a:cubicBezTo>
                  <a:pt x="5048701" y="5408981"/>
                  <a:pt x="5019169" y="5406372"/>
                  <a:pt x="4991892" y="5401154"/>
                </a:cubicBezTo>
                <a:cubicBezTo>
                  <a:pt x="4964614" y="5395936"/>
                  <a:pt x="4940539" y="5389650"/>
                  <a:pt x="4919667" y="5382297"/>
                </a:cubicBezTo>
                <a:cubicBezTo>
                  <a:pt x="4898793" y="5374944"/>
                  <a:pt x="4881359" y="5367235"/>
                  <a:pt x="4867364" y="5359171"/>
                </a:cubicBezTo>
                <a:cubicBezTo>
                  <a:pt x="4853370" y="5351106"/>
                  <a:pt x="4843289" y="5343990"/>
                  <a:pt x="4837122" y="5337823"/>
                </a:cubicBezTo>
                <a:cubicBezTo>
                  <a:pt x="4830955" y="5331656"/>
                  <a:pt x="4826567" y="5322761"/>
                  <a:pt x="4823958" y="5311139"/>
                </a:cubicBezTo>
                <a:cubicBezTo>
                  <a:pt x="4821349" y="5299516"/>
                  <a:pt x="4820044" y="5282794"/>
                  <a:pt x="4820044" y="5260972"/>
                </a:cubicBezTo>
                <a:cubicBezTo>
                  <a:pt x="4820044" y="5246266"/>
                  <a:pt x="4820518" y="5233932"/>
                  <a:pt x="4821468" y="5223969"/>
                </a:cubicBezTo>
                <a:cubicBezTo>
                  <a:pt x="4822416" y="5214007"/>
                  <a:pt x="4823958" y="5205943"/>
                  <a:pt x="4826093" y="5199776"/>
                </a:cubicBezTo>
                <a:cubicBezTo>
                  <a:pt x="4828228" y="5193609"/>
                  <a:pt x="4831073" y="5189220"/>
                  <a:pt x="4834631" y="5186611"/>
                </a:cubicBezTo>
                <a:cubicBezTo>
                  <a:pt x="4838190" y="5184002"/>
                  <a:pt x="4842340" y="5182698"/>
                  <a:pt x="4847085" y="5182698"/>
                </a:cubicBezTo>
                <a:cubicBezTo>
                  <a:pt x="4853726" y="5182698"/>
                  <a:pt x="4863096" y="5186611"/>
                  <a:pt x="4875192" y="5194439"/>
                </a:cubicBezTo>
                <a:cubicBezTo>
                  <a:pt x="4887289" y="5202266"/>
                  <a:pt x="4902825" y="5210924"/>
                  <a:pt x="4921801" y="5220412"/>
                </a:cubicBezTo>
                <a:cubicBezTo>
                  <a:pt x="4940777" y="5229899"/>
                  <a:pt x="4963428" y="5238557"/>
                  <a:pt x="4989757" y="5246384"/>
                </a:cubicBezTo>
                <a:cubicBezTo>
                  <a:pt x="5016086" y="5254212"/>
                  <a:pt x="5046565" y="5258126"/>
                  <a:pt x="5081196" y="5258126"/>
                </a:cubicBezTo>
                <a:cubicBezTo>
                  <a:pt x="5103966" y="5258126"/>
                  <a:pt x="5124365" y="5255398"/>
                  <a:pt x="5142392" y="5249942"/>
                </a:cubicBezTo>
                <a:cubicBezTo>
                  <a:pt x="5160419" y="5244487"/>
                  <a:pt x="5175718" y="5236778"/>
                  <a:pt x="5188289" y="5226816"/>
                </a:cubicBezTo>
                <a:cubicBezTo>
                  <a:pt x="5200860" y="5216854"/>
                  <a:pt x="5210467" y="5204520"/>
                  <a:pt x="5217108" y="5189813"/>
                </a:cubicBezTo>
                <a:cubicBezTo>
                  <a:pt x="5223750" y="5175107"/>
                  <a:pt x="5227071" y="5158741"/>
                  <a:pt x="5227071" y="5140714"/>
                </a:cubicBezTo>
                <a:cubicBezTo>
                  <a:pt x="5227071" y="5119841"/>
                  <a:pt x="5221378" y="5101933"/>
                  <a:pt x="5209992" y="5086989"/>
                </a:cubicBezTo>
                <a:cubicBezTo>
                  <a:pt x="5198607" y="5072046"/>
                  <a:pt x="5183782" y="5058763"/>
                  <a:pt x="5165518" y="5047141"/>
                </a:cubicBezTo>
                <a:cubicBezTo>
                  <a:pt x="5147254" y="5035518"/>
                  <a:pt x="5126500" y="5024607"/>
                  <a:pt x="5103255" y="5014408"/>
                </a:cubicBezTo>
                <a:cubicBezTo>
                  <a:pt x="5080010" y="5004208"/>
                  <a:pt x="5056053" y="4993416"/>
                  <a:pt x="5031385" y="4982031"/>
                </a:cubicBezTo>
                <a:cubicBezTo>
                  <a:pt x="5006716" y="4970645"/>
                  <a:pt x="4982760" y="4957718"/>
                  <a:pt x="4959515" y="4943249"/>
                </a:cubicBezTo>
                <a:cubicBezTo>
                  <a:pt x="4936270" y="4928781"/>
                  <a:pt x="4915516" y="4911466"/>
                  <a:pt x="4897251" y="4891304"/>
                </a:cubicBezTo>
                <a:cubicBezTo>
                  <a:pt x="4878987" y="4871142"/>
                  <a:pt x="4864162" y="4847304"/>
                  <a:pt x="4852777" y="4819790"/>
                </a:cubicBezTo>
                <a:cubicBezTo>
                  <a:pt x="4841391" y="4792275"/>
                  <a:pt x="4835699" y="4759305"/>
                  <a:pt x="4835699" y="4720879"/>
                </a:cubicBezTo>
                <a:cubicBezTo>
                  <a:pt x="4835699" y="4676761"/>
                  <a:pt x="4843882" y="4637980"/>
                  <a:pt x="4860248" y="4604535"/>
                </a:cubicBezTo>
                <a:cubicBezTo>
                  <a:pt x="4876615" y="4571091"/>
                  <a:pt x="4898675" y="4543339"/>
                  <a:pt x="4926427" y="4521280"/>
                </a:cubicBezTo>
                <a:cubicBezTo>
                  <a:pt x="4954178" y="4499221"/>
                  <a:pt x="4986911" y="4482736"/>
                  <a:pt x="5024625" y="4471825"/>
                </a:cubicBezTo>
                <a:cubicBezTo>
                  <a:pt x="5062339" y="4460914"/>
                  <a:pt x="5102306" y="4455458"/>
                  <a:pt x="5144527" y="4455458"/>
                </a:cubicBezTo>
                <a:close/>
                <a:moveTo>
                  <a:pt x="2805270" y="2863677"/>
                </a:moveTo>
                <a:lnTo>
                  <a:pt x="2805270" y="3176062"/>
                </a:lnTo>
                <a:lnTo>
                  <a:pt x="2889237" y="3176062"/>
                </a:lnTo>
                <a:cubicBezTo>
                  <a:pt x="2919123" y="3176062"/>
                  <a:pt x="2944147" y="3172030"/>
                  <a:pt x="2964309" y="3163965"/>
                </a:cubicBezTo>
                <a:cubicBezTo>
                  <a:pt x="2984471" y="3155901"/>
                  <a:pt x="3000955" y="3144634"/>
                  <a:pt x="3013764" y="3130165"/>
                </a:cubicBezTo>
                <a:cubicBezTo>
                  <a:pt x="3026573" y="3115696"/>
                  <a:pt x="3036298" y="3098381"/>
                  <a:pt x="3042939" y="3078219"/>
                </a:cubicBezTo>
                <a:cubicBezTo>
                  <a:pt x="3049581" y="3058058"/>
                  <a:pt x="3052901" y="3036117"/>
                  <a:pt x="3052901" y="3012398"/>
                </a:cubicBezTo>
                <a:cubicBezTo>
                  <a:pt x="3052901" y="2980139"/>
                  <a:pt x="3047209" y="2953574"/>
                  <a:pt x="3035823" y="2932701"/>
                </a:cubicBezTo>
                <a:cubicBezTo>
                  <a:pt x="3024438" y="2911827"/>
                  <a:pt x="3010444" y="2896409"/>
                  <a:pt x="2993840" y="2886447"/>
                </a:cubicBezTo>
                <a:cubicBezTo>
                  <a:pt x="2977236" y="2876485"/>
                  <a:pt x="2959803" y="2870199"/>
                  <a:pt x="2941539" y="2867591"/>
                </a:cubicBezTo>
                <a:cubicBezTo>
                  <a:pt x="2923275" y="2864981"/>
                  <a:pt x="2904417" y="2863677"/>
                  <a:pt x="2884967" y="2863677"/>
                </a:cubicBezTo>
                <a:close/>
                <a:moveTo>
                  <a:pt x="7758269" y="2862253"/>
                </a:moveTo>
                <a:lnTo>
                  <a:pt x="7758269" y="3123405"/>
                </a:lnTo>
                <a:lnTo>
                  <a:pt x="7853621" y="3123405"/>
                </a:lnTo>
                <a:cubicBezTo>
                  <a:pt x="7880188" y="3123405"/>
                  <a:pt x="7903432" y="3120203"/>
                  <a:pt x="7923357" y="3113799"/>
                </a:cubicBezTo>
                <a:cubicBezTo>
                  <a:pt x="7943281" y="3107394"/>
                  <a:pt x="7959885" y="3098381"/>
                  <a:pt x="7973168" y="3086758"/>
                </a:cubicBezTo>
                <a:cubicBezTo>
                  <a:pt x="7986451" y="3075136"/>
                  <a:pt x="7996413" y="3061260"/>
                  <a:pt x="8003054" y="3045131"/>
                </a:cubicBezTo>
                <a:cubicBezTo>
                  <a:pt x="8009696" y="3029002"/>
                  <a:pt x="8013016" y="3010975"/>
                  <a:pt x="8013016" y="2991050"/>
                </a:cubicBezTo>
                <a:cubicBezTo>
                  <a:pt x="8013016" y="2960690"/>
                  <a:pt x="8006138" y="2935072"/>
                  <a:pt x="7992380" y="2914199"/>
                </a:cubicBezTo>
                <a:cubicBezTo>
                  <a:pt x="7978624" y="2893326"/>
                  <a:pt x="7956090" y="2878620"/>
                  <a:pt x="7924780" y="2870081"/>
                </a:cubicBezTo>
                <a:cubicBezTo>
                  <a:pt x="7915293" y="2867709"/>
                  <a:pt x="7904500" y="2865811"/>
                  <a:pt x="7892403" y="2864388"/>
                </a:cubicBezTo>
                <a:cubicBezTo>
                  <a:pt x="7880306" y="2862965"/>
                  <a:pt x="7863584" y="2862253"/>
                  <a:pt x="7842236" y="2862253"/>
                </a:cubicBezTo>
                <a:close/>
                <a:moveTo>
                  <a:pt x="4557870" y="2862253"/>
                </a:moveTo>
                <a:lnTo>
                  <a:pt x="4557870" y="3123405"/>
                </a:lnTo>
                <a:lnTo>
                  <a:pt x="4653222" y="3123405"/>
                </a:lnTo>
                <a:cubicBezTo>
                  <a:pt x="4679787" y="3123405"/>
                  <a:pt x="4703033" y="3120203"/>
                  <a:pt x="4722958" y="3113799"/>
                </a:cubicBezTo>
                <a:cubicBezTo>
                  <a:pt x="4742881" y="3107394"/>
                  <a:pt x="4759485" y="3098381"/>
                  <a:pt x="4772769" y="3086758"/>
                </a:cubicBezTo>
                <a:cubicBezTo>
                  <a:pt x="4786052" y="3075136"/>
                  <a:pt x="4796014" y="3061260"/>
                  <a:pt x="4802655" y="3045131"/>
                </a:cubicBezTo>
                <a:cubicBezTo>
                  <a:pt x="4809296" y="3029002"/>
                  <a:pt x="4812616" y="3010975"/>
                  <a:pt x="4812616" y="2991050"/>
                </a:cubicBezTo>
                <a:cubicBezTo>
                  <a:pt x="4812616" y="2960690"/>
                  <a:pt x="4805738" y="2935072"/>
                  <a:pt x="4791981" y="2914199"/>
                </a:cubicBezTo>
                <a:cubicBezTo>
                  <a:pt x="4778224" y="2893326"/>
                  <a:pt x="4755690" y="2878620"/>
                  <a:pt x="4724380" y="2870081"/>
                </a:cubicBezTo>
                <a:cubicBezTo>
                  <a:pt x="4714892" y="2867709"/>
                  <a:pt x="4704100" y="2865811"/>
                  <a:pt x="4692003" y="2864388"/>
                </a:cubicBezTo>
                <a:cubicBezTo>
                  <a:pt x="4679906" y="2862965"/>
                  <a:pt x="4663184" y="2862253"/>
                  <a:pt x="4641837" y="2862253"/>
                </a:cubicBezTo>
                <a:close/>
                <a:moveTo>
                  <a:pt x="1271745" y="2862253"/>
                </a:moveTo>
                <a:lnTo>
                  <a:pt x="1271745" y="3123405"/>
                </a:lnTo>
                <a:lnTo>
                  <a:pt x="1367097" y="3123405"/>
                </a:lnTo>
                <a:cubicBezTo>
                  <a:pt x="1393663" y="3123405"/>
                  <a:pt x="1416908" y="3120203"/>
                  <a:pt x="1436833" y="3113799"/>
                </a:cubicBezTo>
                <a:cubicBezTo>
                  <a:pt x="1456757" y="3107394"/>
                  <a:pt x="1473360" y="3098381"/>
                  <a:pt x="1486643" y="3086758"/>
                </a:cubicBezTo>
                <a:cubicBezTo>
                  <a:pt x="1499926" y="3075136"/>
                  <a:pt x="1509889" y="3061260"/>
                  <a:pt x="1516530" y="3045131"/>
                </a:cubicBezTo>
                <a:cubicBezTo>
                  <a:pt x="1523171" y="3029002"/>
                  <a:pt x="1526492" y="3010975"/>
                  <a:pt x="1526492" y="2991050"/>
                </a:cubicBezTo>
                <a:cubicBezTo>
                  <a:pt x="1526492" y="2960690"/>
                  <a:pt x="1519613" y="2935072"/>
                  <a:pt x="1505856" y="2914199"/>
                </a:cubicBezTo>
                <a:cubicBezTo>
                  <a:pt x="1492099" y="2893326"/>
                  <a:pt x="1469565" y="2878620"/>
                  <a:pt x="1438256" y="2870081"/>
                </a:cubicBezTo>
                <a:cubicBezTo>
                  <a:pt x="1428768" y="2867709"/>
                  <a:pt x="1417975" y="2865811"/>
                  <a:pt x="1405878" y="2864388"/>
                </a:cubicBezTo>
                <a:cubicBezTo>
                  <a:pt x="1393782" y="2862965"/>
                  <a:pt x="1377059" y="2862253"/>
                  <a:pt x="1355712" y="2862253"/>
                </a:cubicBezTo>
                <a:close/>
                <a:moveTo>
                  <a:pt x="3784578" y="2856561"/>
                </a:moveTo>
                <a:cubicBezTo>
                  <a:pt x="3738562" y="2856561"/>
                  <a:pt x="3700136" y="2865218"/>
                  <a:pt x="3669301" y="2882534"/>
                </a:cubicBezTo>
                <a:cubicBezTo>
                  <a:pt x="3638466" y="2899849"/>
                  <a:pt x="3613560" y="2922975"/>
                  <a:pt x="3594585" y="2951913"/>
                </a:cubicBezTo>
                <a:cubicBezTo>
                  <a:pt x="3575609" y="2980851"/>
                  <a:pt x="3562208" y="3014651"/>
                  <a:pt x="3554380" y="3053314"/>
                </a:cubicBezTo>
                <a:cubicBezTo>
                  <a:pt x="3546553" y="3091977"/>
                  <a:pt x="3542639" y="3132893"/>
                  <a:pt x="3542639" y="3176062"/>
                </a:cubicBezTo>
                <a:cubicBezTo>
                  <a:pt x="3542639" y="3226347"/>
                  <a:pt x="3546434" y="3271533"/>
                  <a:pt x="3554024" y="3311619"/>
                </a:cubicBezTo>
                <a:cubicBezTo>
                  <a:pt x="3561615" y="3351705"/>
                  <a:pt x="3574423" y="3385980"/>
                  <a:pt x="3592450" y="3414443"/>
                </a:cubicBezTo>
                <a:cubicBezTo>
                  <a:pt x="3610477" y="3442906"/>
                  <a:pt x="3634671" y="3464610"/>
                  <a:pt x="3665031" y="3479553"/>
                </a:cubicBezTo>
                <a:cubicBezTo>
                  <a:pt x="3695392" y="3494496"/>
                  <a:pt x="3733581" y="3501968"/>
                  <a:pt x="3779597" y="3501968"/>
                </a:cubicBezTo>
                <a:cubicBezTo>
                  <a:pt x="3825612" y="3501968"/>
                  <a:pt x="3864038" y="3493429"/>
                  <a:pt x="3894874" y="3476351"/>
                </a:cubicBezTo>
                <a:cubicBezTo>
                  <a:pt x="3925709" y="3459273"/>
                  <a:pt x="3950614" y="3436028"/>
                  <a:pt x="3969589" y="3406616"/>
                </a:cubicBezTo>
                <a:cubicBezTo>
                  <a:pt x="3988565" y="3377204"/>
                  <a:pt x="4001966" y="3342929"/>
                  <a:pt x="4009794" y="3303792"/>
                </a:cubicBezTo>
                <a:cubicBezTo>
                  <a:pt x="4017621" y="3264654"/>
                  <a:pt x="4021535" y="3223027"/>
                  <a:pt x="4021535" y="3178909"/>
                </a:cubicBezTo>
                <a:cubicBezTo>
                  <a:pt x="4021535" y="3130521"/>
                  <a:pt x="4017740" y="3086521"/>
                  <a:pt x="4010150" y="3046910"/>
                </a:cubicBezTo>
                <a:cubicBezTo>
                  <a:pt x="4002560" y="3007298"/>
                  <a:pt x="3989633" y="2973379"/>
                  <a:pt x="3971369" y="2945153"/>
                </a:cubicBezTo>
                <a:cubicBezTo>
                  <a:pt x="3953105" y="2916927"/>
                  <a:pt x="3928792" y="2895105"/>
                  <a:pt x="3898431" y="2879688"/>
                </a:cubicBezTo>
                <a:cubicBezTo>
                  <a:pt x="3868070" y="2864270"/>
                  <a:pt x="3830119" y="2856561"/>
                  <a:pt x="3784578" y="2856561"/>
                </a:cubicBezTo>
                <a:close/>
                <a:moveTo>
                  <a:pt x="8716755" y="2719225"/>
                </a:moveTo>
                <a:lnTo>
                  <a:pt x="9365720" y="2719225"/>
                </a:lnTo>
                <a:cubicBezTo>
                  <a:pt x="9369990" y="2719225"/>
                  <a:pt x="9373903" y="2720530"/>
                  <a:pt x="9377461" y="2723139"/>
                </a:cubicBezTo>
                <a:cubicBezTo>
                  <a:pt x="9381019" y="2725748"/>
                  <a:pt x="9383984" y="2730017"/>
                  <a:pt x="9386356" y="2735947"/>
                </a:cubicBezTo>
                <a:cubicBezTo>
                  <a:pt x="9388728" y="2741877"/>
                  <a:pt x="9390507" y="2749823"/>
                  <a:pt x="9391693" y="2759785"/>
                </a:cubicBezTo>
                <a:cubicBezTo>
                  <a:pt x="9392879" y="2769748"/>
                  <a:pt x="9393472" y="2781844"/>
                  <a:pt x="9393472" y="2796076"/>
                </a:cubicBezTo>
                <a:cubicBezTo>
                  <a:pt x="9393472" y="2809833"/>
                  <a:pt x="9392879" y="2821575"/>
                  <a:pt x="9391693" y="2831299"/>
                </a:cubicBezTo>
                <a:cubicBezTo>
                  <a:pt x="9390507" y="2841024"/>
                  <a:pt x="9388728" y="2848852"/>
                  <a:pt x="9386356" y="2854782"/>
                </a:cubicBezTo>
                <a:cubicBezTo>
                  <a:pt x="9383984" y="2860712"/>
                  <a:pt x="9381019" y="2865100"/>
                  <a:pt x="9377461" y="2867946"/>
                </a:cubicBezTo>
                <a:cubicBezTo>
                  <a:pt x="9373903" y="2870793"/>
                  <a:pt x="9369990" y="2872216"/>
                  <a:pt x="9365720" y="2872216"/>
                </a:cubicBezTo>
                <a:lnTo>
                  <a:pt x="9135167" y="2872216"/>
                </a:lnTo>
                <a:lnTo>
                  <a:pt x="9135167" y="3614398"/>
                </a:lnTo>
                <a:cubicBezTo>
                  <a:pt x="9135167" y="3619142"/>
                  <a:pt x="9133625" y="3623412"/>
                  <a:pt x="9130541" y="3627207"/>
                </a:cubicBezTo>
                <a:cubicBezTo>
                  <a:pt x="9127458" y="3631002"/>
                  <a:pt x="9122358" y="3634085"/>
                  <a:pt x="9115243" y="3636457"/>
                </a:cubicBezTo>
                <a:cubicBezTo>
                  <a:pt x="9108127" y="3638829"/>
                  <a:pt x="9098520" y="3640727"/>
                  <a:pt x="9086423" y="3642150"/>
                </a:cubicBezTo>
                <a:cubicBezTo>
                  <a:pt x="9074327" y="3643573"/>
                  <a:pt x="9059265" y="3644285"/>
                  <a:pt x="9041237" y="3644285"/>
                </a:cubicBezTo>
                <a:cubicBezTo>
                  <a:pt x="9023211" y="3644285"/>
                  <a:pt x="9008149" y="3643573"/>
                  <a:pt x="8996052" y="3642150"/>
                </a:cubicBezTo>
                <a:cubicBezTo>
                  <a:pt x="8983955" y="3640727"/>
                  <a:pt x="8974349" y="3638829"/>
                  <a:pt x="8967233" y="3636457"/>
                </a:cubicBezTo>
                <a:cubicBezTo>
                  <a:pt x="8960117" y="3634085"/>
                  <a:pt x="8955017" y="3631002"/>
                  <a:pt x="8951934" y="3627207"/>
                </a:cubicBezTo>
                <a:cubicBezTo>
                  <a:pt x="8948850" y="3623412"/>
                  <a:pt x="8947309" y="3619142"/>
                  <a:pt x="8947309" y="3614398"/>
                </a:cubicBezTo>
                <a:lnTo>
                  <a:pt x="8947309" y="2872216"/>
                </a:lnTo>
                <a:lnTo>
                  <a:pt x="8716755" y="2872216"/>
                </a:lnTo>
                <a:cubicBezTo>
                  <a:pt x="8712011" y="2872216"/>
                  <a:pt x="8707979" y="2870793"/>
                  <a:pt x="8704658" y="2867946"/>
                </a:cubicBezTo>
                <a:cubicBezTo>
                  <a:pt x="8701337" y="2865100"/>
                  <a:pt x="8698491" y="2860712"/>
                  <a:pt x="8696119" y="2854782"/>
                </a:cubicBezTo>
                <a:cubicBezTo>
                  <a:pt x="8693747" y="2848852"/>
                  <a:pt x="8691968" y="2841024"/>
                  <a:pt x="8690782" y="2831299"/>
                </a:cubicBezTo>
                <a:cubicBezTo>
                  <a:pt x="8689597" y="2821575"/>
                  <a:pt x="8689003" y="2809833"/>
                  <a:pt x="8689003" y="2796076"/>
                </a:cubicBezTo>
                <a:cubicBezTo>
                  <a:pt x="8689003" y="2781844"/>
                  <a:pt x="8689597" y="2769748"/>
                  <a:pt x="8690782" y="2759785"/>
                </a:cubicBezTo>
                <a:cubicBezTo>
                  <a:pt x="8691968" y="2749823"/>
                  <a:pt x="8693747" y="2741877"/>
                  <a:pt x="8696119" y="2735947"/>
                </a:cubicBezTo>
                <a:cubicBezTo>
                  <a:pt x="8698491" y="2730017"/>
                  <a:pt x="8701337" y="2725748"/>
                  <a:pt x="8704658" y="2723139"/>
                </a:cubicBezTo>
                <a:cubicBezTo>
                  <a:pt x="8707979" y="2720530"/>
                  <a:pt x="8712011" y="2719225"/>
                  <a:pt x="8716755" y="2719225"/>
                </a:cubicBezTo>
                <a:close/>
                <a:moveTo>
                  <a:pt x="7626626" y="2719225"/>
                </a:moveTo>
                <a:lnTo>
                  <a:pt x="7865007" y="2719225"/>
                </a:lnTo>
                <a:cubicBezTo>
                  <a:pt x="7889201" y="2719225"/>
                  <a:pt x="7909125" y="2719699"/>
                  <a:pt x="7924780" y="2720648"/>
                </a:cubicBezTo>
                <a:cubicBezTo>
                  <a:pt x="7940435" y="2721597"/>
                  <a:pt x="7954666" y="2722783"/>
                  <a:pt x="7967475" y="2724206"/>
                </a:cubicBezTo>
                <a:cubicBezTo>
                  <a:pt x="8004477" y="2729424"/>
                  <a:pt x="8037804" y="2738438"/>
                  <a:pt x="8067453" y="2751246"/>
                </a:cubicBezTo>
                <a:cubicBezTo>
                  <a:pt x="8097102" y="2764055"/>
                  <a:pt x="8122245" y="2780777"/>
                  <a:pt x="8142880" y="2801413"/>
                </a:cubicBezTo>
                <a:cubicBezTo>
                  <a:pt x="8163516" y="2822049"/>
                  <a:pt x="8179290" y="2846480"/>
                  <a:pt x="8190201" y="2874706"/>
                </a:cubicBezTo>
                <a:cubicBezTo>
                  <a:pt x="8201112" y="2902932"/>
                  <a:pt x="8206567" y="2935309"/>
                  <a:pt x="8206567" y="2971838"/>
                </a:cubicBezTo>
                <a:cubicBezTo>
                  <a:pt x="8206567" y="3002673"/>
                  <a:pt x="8202654" y="3030780"/>
                  <a:pt x="8194826" y="3056160"/>
                </a:cubicBezTo>
                <a:cubicBezTo>
                  <a:pt x="8186999" y="3081540"/>
                  <a:pt x="8175495" y="3104192"/>
                  <a:pt x="8160314" y="3124117"/>
                </a:cubicBezTo>
                <a:cubicBezTo>
                  <a:pt x="8145134" y="3144041"/>
                  <a:pt x="8126396" y="3161356"/>
                  <a:pt x="8104099" y="3176062"/>
                </a:cubicBezTo>
                <a:cubicBezTo>
                  <a:pt x="8081803" y="3190768"/>
                  <a:pt x="8056423" y="3202628"/>
                  <a:pt x="8027960" y="3211641"/>
                </a:cubicBezTo>
                <a:cubicBezTo>
                  <a:pt x="8041717" y="3218283"/>
                  <a:pt x="8054644" y="3226347"/>
                  <a:pt x="8066741" y="3235835"/>
                </a:cubicBezTo>
                <a:cubicBezTo>
                  <a:pt x="8078838" y="3245323"/>
                  <a:pt x="8090223" y="3256827"/>
                  <a:pt x="8100897" y="3270348"/>
                </a:cubicBezTo>
                <a:cubicBezTo>
                  <a:pt x="8111571" y="3283867"/>
                  <a:pt x="8121652" y="3299285"/>
                  <a:pt x="8131139" y="3316600"/>
                </a:cubicBezTo>
                <a:cubicBezTo>
                  <a:pt x="8140628" y="3333915"/>
                  <a:pt x="8149878" y="3353484"/>
                  <a:pt x="8158891" y="3375306"/>
                </a:cubicBezTo>
                <a:lnTo>
                  <a:pt x="8236454" y="3556760"/>
                </a:lnTo>
                <a:cubicBezTo>
                  <a:pt x="8243570" y="3574787"/>
                  <a:pt x="8248314" y="3587951"/>
                  <a:pt x="8250686" y="3596253"/>
                </a:cubicBezTo>
                <a:cubicBezTo>
                  <a:pt x="8253058" y="3604555"/>
                  <a:pt x="8254243" y="3611077"/>
                  <a:pt x="8254243" y="3615821"/>
                </a:cubicBezTo>
                <a:cubicBezTo>
                  <a:pt x="8254243" y="3621040"/>
                  <a:pt x="8253295" y="3625428"/>
                  <a:pt x="8251397" y="3628986"/>
                </a:cubicBezTo>
                <a:cubicBezTo>
                  <a:pt x="8249500" y="3632544"/>
                  <a:pt x="8244993" y="3635509"/>
                  <a:pt x="8237877" y="3637880"/>
                </a:cubicBezTo>
                <a:cubicBezTo>
                  <a:pt x="8230761" y="3640252"/>
                  <a:pt x="8220325" y="3641913"/>
                  <a:pt x="8206567" y="3642862"/>
                </a:cubicBezTo>
                <a:cubicBezTo>
                  <a:pt x="8192811" y="3643810"/>
                  <a:pt x="8174072" y="3644285"/>
                  <a:pt x="8150352" y="3644285"/>
                </a:cubicBezTo>
                <a:cubicBezTo>
                  <a:pt x="8130428" y="3644285"/>
                  <a:pt x="8114536" y="3643810"/>
                  <a:pt x="8102676" y="3642862"/>
                </a:cubicBezTo>
                <a:cubicBezTo>
                  <a:pt x="8090817" y="3641913"/>
                  <a:pt x="8081448" y="3640134"/>
                  <a:pt x="8074568" y="3637525"/>
                </a:cubicBezTo>
                <a:cubicBezTo>
                  <a:pt x="8067690" y="3634916"/>
                  <a:pt x="8062827" y="3631595"/>
                  <a:pt x="8059981" y="3627562"/>
                </a:cubicBezTo>
                <a:cubicBezTo>
                  <a:pt x="8057135" y="3623530"/>
                  <a:pt x="8054763" y="3618668"/>
                  <a:pt x="8052865" y="3612975"/>
                </a:cubicBezTo>
                <a:lnTo>
                  <a:pt x="7970321" y="3407328"/>
                </a:lnTo>
                <a:cubicBezTo>
                  <a:pt x="7960359" y="3384082"/>
                  <a:pt x="7950635" y="3363447"/>
                  <a:pt x="7941146" y="3345420"/>
                </a:cubicBezTo>
                <a:cubicBezTo>
                  <a:pt x="7931659" y="3327393"/>
                  <a:pt x="7921104" y="3312331"/>
                  <a:pt x="7909481" y="3300234"/>
                </a:cubicBezTo>
                <a:cubicBezTo>
                  <a:pt x="7897859" y="3288137"/>
                  <a:pt x="7884457" y="3279005"/>
                  <a:pt x="7869276" y="3272838"/>
                </a:cubicBezTo>
                <a:cubicBezTo>
                  <a:pt x="7854096" y="3266671"/>
                  <a:pt x="7836543" y="3263587"/>
                  <a:pt x="7816619" y="3263587"/>
                </a:cubicBezTo>
                <a:lnTo>
                  <a:pt x="7758269" y="3263587"/>
                </a:lnTo>
                <a:lnTo>
                  <a:pt x="7758269" y="3614398"/>
                </a:lnTo>
                <a:cubicBezTo>
                  <a:pt x="7758269" y="3619142"/>
                  <a:pt x="7756728" y="3623412"/>
                  <a:pt x="7753644" y="3627207"/>
                </a:cubicBezTo>
                <a:cubicBezTo>
                  <a:pt x="7750561" y="3631002"/>
                  <a:pt x="7745461" y="3634085"/>
                  <a:pt x="7738345" y="3636457"/>
                </a:cubicBezTo>
                <a:cubicBezTo>
                  <a:pt x="7731229" y="3638829"/>
                  <a:pt x="7721742" y="3640727"/>
                  <a:pt x="7709881" y="3642150"/>
                </a:cubicBezTo>
                <a:cubicBezTo>
                  <a:pt x="7698022" y="3643573"/>
                  <a:pt x="7682841" y="3644285"/>
                  <a:pt x="7664340" y="3644285"/>
                </a:cubicBezTo>
                <a:cubicBezTo>
                  <a:pt x="7646314" y="3644285"/>
                  <a:pt x="7631251" y="3643573"/>
                  <a:pt x="7619154" y="3642150"/>
                </a:cubicBezTo>
                <a:cubicBezTo>
                  <a:pt x="7607057" y="3640727"/>
                  <a:pt x="7597451" y="3638829"/>
                  <a:pt x="7590335" y="3636457"/>
                </a:cubicBezTo>
                <a:cubicBezTo>
                  <a:pt x="7583219" y="3634085"/>
                  <a:pt x="7578238" y="3631002"/>
                  <a:pt x="7575392" y="3627207"/>
                </a:cubicBezTo>
                <a:cubicBezTo>
                  <a:pt x="7572546" y="3623412"/>
                  <a:pt x="7571122" y="3619142"/>
                  <a:pt x="7571122" y="3614398"/>
                </a:cubicBezTo>
                <a:lnTo>
                  <a:pt x="7571122" y="2778286"/>
                </a:lnTo>
                <a:cubicBezTo>
                  <a:pt x="7571122" y="2757413"/>
                  <a:pt x="7576459" y="2742352"/>
                  <a:pt x="7587133" y="2733101"/>
                </a:cubicBezTo>
                <a:cubicBezTo>
                  <a:pt x="7597807" y="2723850"/>
                  <a:pt x="7610971" y="2719225"/>
                  <a:pt x="7626626" y="2719225"/>
                </a:cubicBezTo>
                <a:close/>
                <a:moveTo>
                  <a:pt x="5116306" y="2719225"/>
                </a:moveTo>
                <a:lnTo>
                  <a:pt x="5765270" y="2719225"/>
                </a:lnTo>
                <a:cubicBezTo>
                  <a:pt x="5769540" y="2719225"/>
                  <a:pt x="5773454" y="2720530"/>
                  <a:pt x="5777012" y="2723139"/>
                </a:cubicBezTo>
                <a:cubicBezTo>
                  <a:pt x="5780570" y="2725748"/>
                  <a:pt x="5783535" y="2730017"/>
                  <a:pt x="5785906" y="2735947"/>
                </a:cubicBezTo>
                <a:cubicBezTo>
                  <a:pt x="5788278" y="2741877"/>
                  <a:pt x="5790057" y="2749823"/>
                  <a:pt x="5791244" y="2759785"/>
                </a:cubicBezTo>
                <a:cubicBezTo>
                  <a:pt x="5792429" y="2769748"/>
                  <a:pt x="5793023" y="2781844"/>
                  <a:pt x="5793023" y="2796076"/>
                </a:cubicBezTo>
                <a:cubicBezTo>
                  <a:pt x="5793023" y="2809833"/>
                  <a:pt x="5792429" y="2821575"/>
                  <a:pt x="5791244" y="2831299"/>
                </a:cubicBezTo>
                <a:cubicBezTo>
                  <a:pt x="5790057" y="2841024"/>
                  <a:pt x="5788278" y="2848852"/>
                  <a:pt x="5785906" y="2854782"/>
                </a:cubicBezTo>
                <a:cubicBezTo>
                  <a:pt x="5783535" y="2860712"/>
                  <a:pt x="5780570" y="2865100"/>
                  <a:pt x="5777012" y="2867946"/>
                </a:cubicBezTo>
                <a:cubicBezTo>
                  <a:pt x="5773454" y="2870793"/>
                  <a:pt x="5769540" y="2872216"/>
                  <a:pt x="5765270" y="2872216"/>
                </a:cubicBezTo>
                <a:lnTo>
                  <a:pt x="5534717" y="2872216"/>
                </a:lnTo>
                <a:lnTo>
                  <a:pt x="5534717" y="3614398"/>
                </a:lnTo>
                <a:cubicBezTo>
                  <a:pt x="5534717" y="3619142"/>
                  <a:pt x="5533175" y="3623412"/>
                  <a:pt x="5530092" y="3627207"/>
                </a:cubicBezTo>
                <a:cubicBezTo>
                  <a:pt x="5527008" y="3631002"/>
                  <a:pt x="5521909" y="3634085"/>
                  <a:pt x="5514793" y="3636457"/>
                </a:cubicBezTo>
                <a:cubicBezTo>
                  <a:pt x="5507677" y="3638829"/>
                  <a:pt x="5498070" y="3640727"/>
                  <a:pt x="5485973" y="3642150"/>
                </a:cubicBezTo>
                <a:cubicBezTo>
                  <a:pt x="5473876" y="3643573"/>
                  <a:pt x="5458814" y="3644285"/>
                  <a:pt x="5440788" y="3644285"/>
                </a:cubicBezTo>
                <a:cubicBezTo>
                  <a:pt x="5422761" y="3644285"/>
                  <a:pt x="5407699" y="3643573"/>
                  <a:pt x="5395602" y="3642150"/>
                </a:cubicBezTo>
                <a:cubicBezTo>
                  <a:pt x="5383506" y="3640727"/>
                  <a:pt x="5373899" y="3638829"/>
                  <a:pt x="5366784" y="3636457"/>
                </a:cubicBezTo>
                <a:cubicBezTo>
                  <a:pt x="5359667" y="3634085"/>
                  <a:pt x="5354568" y="3631002"/>
                  <a:pt x="5351484" y="3627207"/>
                </a:cubicBezTo>
                <a:cubicBezTo>
                  <a:pt x="5348401" y="3623412"/>
                  <a:pt x="5346858" y="3619142"/>
                  <a:pt x="5346858" y="3614398"/>
                </a:cubicBezTo>
                <a:lnTo>
                  <a:pt x="5346858" y="2872216"/>
                </a:lnTo>
                <a:lnTo>
                  <a:pt x="5116306" y="2872216"/>
                </a:lnTo>
                <a:cubicBezTo>
                  <a:pt x="5111561" y="2872216"/>
                  <a:pt x="5107530" y="2870793"/>
                  <a:pt x="5104209" y="2867946"/>
                </a:cubicBezTo>
                <a:cubicBezTo>
                  <a:pt x="5100888" y="2865100"/>
                  <a:pt x="5098042" y="2860712"/>
                  <a:pt x="5095669" y="2854782"/>
                </a:cubicBezTo>
                <a:cubicBezTo>
                  <a:pt x="5093297" y="2848852"/>
                  <a:pt x="5091519" y="2841024"/>
                  <a:pt x="5090332" y="2831299"/>
                </a:cubicBezTo>
                <a:cubicBezTo>
                  <a:pt x="5089147" y="2821575"/>
                  <a:pt x="5088555" y="2809833"/>
                  <a:pt x="5088555" y="2796076"/>
                </a:cubicBezTo>
                <a:cubicBezTo>
                  <a:pt x="5088555" y="2781844"/>
                  <a:pt x="5089147" y="2769748"/>
                  <a:pt x="5090332" y="2759785"/>
                </a:cubicBezTo>
                <a:cubicBezTo>
                  <a:pt x="5091519" y="2749823"/>
                  <a:pt x="5093297" y="2741877"/>
                  <a:pt x="5095669" y="2735947"/>
                </a:cubicBezTo>
                <a:cubicBezTo>
                  <a:pt x="5098042" y="2730017"/>
                  <a:pt x="5100888" y="2725748"/>
                  <a:pt x="5104209" y="2723139"/>
                </a:cubicBezTo>
                <a:cubicBezTo>
                  <a:pt x="5107530" y="2720530"/>
                  <a:pt x="5111561" y="2719225"/>
                  <a:pt x="5116306" y="2719225"/>
                </a:cubicBezTo>
                <a:close/>
                <a:moveTo>
                  <a:pt x="4426227" y="2719225"/>
                </a:moveTo>
                <a:lnTo>
                  <a:pt x="4664608" y="2719225"/>
                </a:lnTo>
                <a:cubicBezTo>
                  <a:pt x="4688801" y="2719225"/>
                  <a:pt x="4708725" y="2719699"/>
                  <a:pt x="4724380" y="2720648"/>
                </a:cubicBezTo>
                <a:cubicBezTo>
                  <a:pt x="4740036" y="2721597"/>
                  <a:pt x="4754267" y="2722783"/>
                  <a:pt x="4767075" y="2724206"/>
                </a:cubicBezTo>
                <a:cubicBezTo>
                  <a:pt x="4804077" y="2729424"/>
                  <a:pt x="4837404" y="2738438"/>
                  <a:pt x="4867053" y="2751246"/>
                </a:cubicBezTo>
                <a:cubicBezTo>
                  <a:pt x="4896703" y="2764055"/>
                  <a:pt x="4921845" y="2780777"/>
                  <a:pt x="4942481" y="2801413"/>
                </a:cubicBezTo>
                <a:cubicBezTo>
                  <a:pt x="4963118" y="2822049"/>
                  <a:pt x="4978890" y="2846480"/>
                  <a:pt x="4989801" y="2874706"/>
                </a:cubicBezTo>
                <a:cubicBezTo>
                  <a:pt x="5000712" y="2902932"/>
                  <a:pt x="5006168" y="2935309"/>
                  <a:pt x="5006168" y="2971838"/>
                </a:cubicBezTo>
                <a:cubicBezTo>
                  <a:pt x="5006168" y="3002673"/>
                  <a:pt x="5002254" y="3030780"/>
                  <a:pt x="4994427" y="3056160"/>
                </a:cubicBezTo>
                <a:cubicBezTo>
                  <a:pt x="4986600" y="3081540"/>
                  <a:pt x="4975095" y="3104192"/>
                  <a:pt x="4959915" y="3124117"/>
                </a:cubicBezTo>
                <a:cubicBezTo>
                  <a:pt x="4944734" y="3144041"/>
                  <a:pt x="4925996" y="3161356"/>
                  <a:pt x="4903699" y="3176062"/>
                </a:cubicBezTo>
                <a:cubicBezTo>
                  <a:pt x="4881403" y="3190768"/>
                  <a:pt x="4856023" y="3202628"/>
                  <a:pt x="4827560" y="3211641"/>
                </a:cubicBezTo>
                <a:cubicBezTo>
                  <a:pt x="4841317" y="3218283"/>
                  <a:pt x="4854244" y="3226347"/>
                  <a:pt x="4866341" y="3235835"/>
                </a:cubicBezTo>
                <a:cubicBezTo>
                  <a:pt x="4878438" y="3245323"/>
                  <a:pt x="4889824" y="3256827"/>
                  <a:pt x="4900498" y="3270348"/>
                </a:cubicBezTo>
                <a:cubicBezTo>
                  <a:pt x="4911172" y="3283867"/>
                  <a:pt x="4921252" y="3299285"/>
                  <a:pt x="4930740" y="3316600"/>
                </a:cubicBezTo>
                <a:cubicBezTo>
                  <a:pt x="4940228" y="3333915"/>
                  <a:pt x="4949478" y="3353484"/>
                  <a:pt x="4958492" y="3375306"/>
                </a:cubicBezTo>
                <a:lnTo>
                  <a:pt x="5036055" y="3556760"/>
                </a:lnTo>
                <a:cubicBezTo>
                  <a:pt x="5043170" y="3574787"/>
                  <a:pt x="5047914" y="3587951"/>
                  <a:pt x="5050286" y="3596253"/>
                </a:cubicBezTo>
                <a:cubicBezTo>
                  <a:pt x="5052659" y="3604555"/>
                  <a:pt x="5053844" y="3611077"/>
                  <a:pt x="5053844" y="3615821"/>
                </a:cubicBezTo>
                <a:cubicBezTo>
                  <a:pt x="5053844" y="3621040"/>
                  <a:pt x="5052895" y="3625428"/>
                  <a:pt x="5050998" y="3628986"/>
                </a:cubicBezTo>
                <a:cubicBezTo>
                  <a:pt x="5049100" y="3632544"/>
                  <a:pt x="5044593" y="3635509"/>
                  <a:pt x="5037477" y="3637880"/>
                </a:cubicBezTo>
                <a:cubicBezTo>
                  <a:pt x="5030362" y="3640252"/>
                  <a:pt x="5019926" y="3641913"/>
                  <a:pt x="5006168" y="3642862"/>
                </a:cubicBezTo>
                <a:cubicBezTo>
                  <a:pt x="4992411" y="3643810"/>
                  <a:pt x="4973673" y="3644285"/>
                  <a:pt x="4949954" y="3644285"/>
                </a:cubicBezTo>
                <a:cubicBezTo>
                  <a:pt x="4930029" y="3644285"/>
                  <a:pt x="4914136" y="3643810"/>
                  <a:pt x="4902277" y="3642862"/>
                </a:cubicBezTo>
                <a:cubicBezTo>
                  <a:pt x="4890417" y="3641913"/>
                  <a:pt x="4881047" y="3640134"/>
                  <a:pt x="4874169" y="3637525"/>
                </a:cubicBezTo>
                <a:cubicBezTo>
                  <a:pt x="4867291" y="3634916"/>
                  <a:pt x="4862427" y="3631595"/>
                  <a:pt x="4859581" y="3627562"/>
                </a:cubicBezTo>
                <a:cubicBezTo>
                  <a:pt x="4856736" y="3623530"/>
                  <a:pt x="4854364" y="3618668"/>
                  <a:pt x="4852465" y="3612975"/>
                </a:cubicBezTo>
                <a:lnTo>
                  <a:pt x="4769922" y="3407328"/>
                </a:lnTo>
                <a:cubicBezTo>
                  <a:pt x="4759961" y="3384082"/>
                  <a:pt x="4750235" y="3363447"/>
                  <a:pt x="4740747" y="3345420"/>
                </a:cubicBezTo>
                <a:cubicBezTo>
                  <a:pt x="4731260" y="3327393"/>
                  <a:pt x="4720704" y="3312331"/>
                  <a:pt x="4709081" y="3300234"/>
                </a:cubicBezTo>
                <a:cubicBezTo>
                  <a:pt x="4697458" y="3288137"/>
                  <a:pt x="4684057" y="3279005"/>
                  <a:pt x="4668877" y="3272838"/>
                </a:cubicBezTo>
                <a:cubicBezTo>
                  <a:pt x="4653696" y="3266671"/>
                  <a:pt x="4636144" y="3263587"/>
                  <a:pt x="4616220" y="3263587"/>
                </a:cubicBezTo>
                <a:lnTo>
                  <a:pt x="4557870" y="3263587"/>
                </a:lnTo>
                <a:lnTo>
                  <a:pt x="4557870" y="3614398"/>
                </a:lnTo>
                <a:cubicBezTo>
                  <a:pt x="4557870" y="3619142"/>
                  <a:pt x="4556328" y="3623412"/>
                  <a:pt x="4553244" y="3627207"/>
                </a:cubicBezTo>
                <a:cubicBezTo>
                  <a:pt x="4550161" y="3631002"/>
                  <a:pt x="4545062" y="3634085"/>
                  <a:pt x="4537945" y="3636457"/>
                </a:cubicBezTo>
                <a:cubicBezTo>
                  <a:pt x="4530829" y="3638829"/>
                  <a:pt x="4521342" y="3640727"/>
                  <a:pt x="4509483" y="3642150"/>
                </a:cubicBezTo>
                <a:cubicBezTo>
                  <a:pt x="4497622" y="3643573"/>
                  <a:pt x="4482442" y="3644285"/>
                  <a:pt x="4463941" y="3644285"/>
                </a:cubicBezTo>
                <a:cubicBezTo>
                  <a:pt x="4445914" y="3644285"/>
                  <a:pt x="4430852" y="3643573"/>
                  <a:pt x="4418754" y="3642150"/>
                </a:cubicBezTo>
                <a:cubicBezTo>
                  <a:pt x="4406658" y="3640727"/>
                  <a:pt x="4397052" y="3638829"/>
                  <a:pt x="4389936" y="3636457"/>
                </a:cubicBezTo>
                <a:cubicBezTo>
                  <a:pt x="4382820" y="3634085"/>
                  <a:pt x="4377839" y="3631002"/>
                  <a:pt x="4374992" y="3627207"/>
                </a:cubicBezTo>
                <a:cubicBezTo>
                  <a:pt x="4372147" y="3623412"/>
                  <a:pt x="4370724" y="3619142"/>
                  <a:pt x="4370724" y="3614398"/>
                </a:cubicBezTo>
                <a:lnTo>
                  <a:pt x="4370724" y="2778286"/>
                </a:lnTo>
                <a:cubicBezTo>
                  <a:pt x="4370724" y="2757413"/>
                  <a:pt x="4376060" y="2742352"/>
                  <a:pt x="4386734" y="2733101"/>
                </a:cubicBezTo>
                <a:cubicBezTo>
                  <a:pt x="4397408" y="2723850"/>
                  <a:pt x="4410572" y="2719225"/>
                  <a:pt x="4426227" y="2719225"/>
                </a:cubicBezTo>
                <a:close/>
                <a:moveTo>
                  <a:pt x="2681454" y="2719225"/>
                </a:moveTo>
                <a:lnTo>
                  <a:pt x="2898488" y="2719225"/>
                </a:lnTo>
                <a:cubicBezTo>
                  <a:pt x="2920310" y="2719225"/>
                  <a:pt x="2941064" y="2720055"/>
                  <a:pt x="2960751" y="2721716"/>
                </a:cubicBezTo>
                <a:cubicBezTo>
                  <a:pt x="2980439" y="2723376"/>
                  <a:pt x="3004039" y="2726934"/>
                  <a:pt x="3031554" y="2732389"/>
                </a:cubicBezTo>
                <a:cubicBezTo>
                  <a:pt x="3059068" y="2737845"/>
                  <a:pt x="3086939" y="2747925"/>
                  <a:pt x="3115165" y="2762632"/>
                </a:cubicBezTo>
                <a:cubicBezTo>
                  <a:pt x="3143391" y="2777338"/>
                  <a:pt x="3167466" y="2795958"/>
                  <a:pt x="3187391" y="2818491"/>
                </a:cubicBezTo>
                <a:cubicBezTo>
                  <a:pt x="3207315" y="2841024"/>
                  <a:pt x="3222496" y="2867353"/>
                  <a:pt x="3232932" y="2897477"/>
                </a:cubicBezTo>
                <a:cubicBezTo>
                  <a:pt x="3243369" y="2927601"/>
                  <a:pt x="3248587" y="2961401"/>
                  <a:pt x="3248587" y="2998878"/>
                </a:cubicBezTo>
                <a:cubicBezTo>
                  <a:pt x="3248587" y="3050586"/>
                  <a:pt x="3240523" y="3096365"/>
                  <a:pt x="3224393" y="3136214"/>
                </a:cubicBezTo>
                <a:cubicBezTo>
                  <a:pt x="3208264" y="3176062"/>
                  <a:pt x="3184782" y="3209625"/>
                  <a:pt x="3153946" y="3236903"/>
                </a:cubicBezTo>
                <a:cubicBezTo>
                  <a:pt x="3123111" y="3264180"/>
                  <a:pt x="3085279" y="3284935"/>
                  <a:pt x="3040449" y="3299167"/>
                </a:cubicBezTo>
                <a:cubicBezTo>
                  <a:pt x="2995619" y="3313398"/>
                  <a:pt x="2942843" y="3320514"/>
                  <a:pt x="2882121" y="3320514"/>
                </a:cubicBezTo>
                <a:lnTo>
                  <a:pt x="2805270" y="3320514"/>
                </a:lnTo>
                <a:lnTo>
                  <a:pt x="2805270" y="3614398"/>
                </a:lnTo>
                <a:cubicBezTo>
                  <a:pt x="2805270" y="3619142"/>
                  <a:pt x="2803728" y="3623412"/>
                  <a:pt x="2800645" y="3627207"/>
                </a:cubicBezTo>
                <a:cubicBezTo>
                  <a:pt x="2797561" y="3631002"/>
                  <a:pt x="2792461" y="3634085"/>
                  <a:pt x="2785346" y="3636457"/>
                </a:cubicBezTo>
                <a:cubicBezTo>
                  <a:pt x="2778230" y="3638829"/>
                  <a:pt x="2768742" y="3640727"/>
                  <a:pt x="2756882" y="3642150"/>
                </a:cubicBezTo>
                <a:cubicBezTo>
                  <a:pt x="2745022" y="3643573"/>
                  <a:pt x="2729842" y="3644285"/>
                  <a:pt x="2711341" y="3644285"/>
                </a:cubicBezTo>
                <a:cubicBezTo>
                  <a:pt x="2693314" y="3644285"/>
                  <a:pt x="2678252" y="3643573"/>
                  <a:pt x="2666155" y="3642150"/>
                </a:cubicBezTo>
                <a:cubicBezTo>
                  <a:pt x="2654058" y="3640727"/>
                  <a:pt x="2644452" y="3638829"/>
                  <a:pt x="2637336" y="3636457"/>
                </a:cubicBezTo>
                <a:cubicBezTo>
                  <a:pt x="2630220" y="3634085"/>
                  <a:pt x="2625239" y="3631002"/>
                  <a:pt x="2622393" y="3627207"/>
                </a:cubicBezTo>
                <a:cubicBezTo>
                  <a:pt x="2619546" y="3623412"/>
                  <a:pt x="2618123" y="3619142"/>
                  <a:pt x="2618123" y="3614398"/>
                </a:cubicBezTo>
                <a:lnTo>
                  <a:pt x="2618123" y="2786114"/>
                </a:lnTo>
                <a:cubicBezTo>
                  <a:pt x="2618123" y="2763817"/>
                  <a:pt x="2623935" y="2747095"/>
                  <a:pt x="2635557" y="2735947"/>
                </a:cubicBezTo>
                <a:cubicBezTo>
                  <a:pt x="2647180" y="2724799"/>
                  <a:pt x="2662479" y="2719225"/>
                  <a:pt x="2681454" y="2719225"/>
                </a:cubicBezTo>
                <a:close/>
                <a:moveTo>
                  <a:pt x="1959252" y="2719225"/>
                </a:moveTo>
                <a:lnTo>
                  <a:pt x="2418935" y="2719225"/>
                </a:lnTo>
                <a:cubicBezTo>
                  <a:pt x="2423205" y="2719225"/>
                  <a:pt x="2427000" y="2720411"/>
                  <a:pt x="2430321" y="2722783"/>
                </a:cubicBezTo>
                <a:cubicBezTo>
                  <a:pt x="2433641" y="2725155"/>
                  <a:pt x="2436488" y="2729306"/>
                  <a:pt x="2438860" y="2735235"/>
                </a:cubicBezTo>
                <a:cubicBezTo>
                  <a:pt x="2441232" y="2741165"/>
                  <a:pt x="2443011" y="2748756"/>
                  <a:pt x="2444197" y="2758006"/>
                </a:cubicBezTo>
                <a:cubicBezTo>
                  <a:pt x="2445383" y="2767257"/>
                  <a:pt x="2445976" y="2778998"/>
                  <a:pt x="2445976" y="2793230"/>
                </a:cubicBezTo>
                <a:cubicBezTo>
                  <a:pt x="2445976" y="2806513"/>
                  <a:pt x="2445383" y="2817779"/>
                  <a:pt x="2444197" y="2827030"/>
                </a:cubicBezTo>
                <a:cubicBezTo>
                  <a:pt x="2443011" y="2836281"/>
                  <a:pt x="2441232" y="2843752"/>
                  <a:pt x="2438860" y="2849445"/>
                </a:cubicBezTo>
                <a:cubicBezTo>
                  <a:pt x="2436488" y="2855138"/>
                  <a:pt x="2433641" y="2859288"/>
                  <a:pt x="2430321" y="2861898"/>
                </a:cubicBezTo>
                <a:cubicBezTo>
                  <a:pt x="2427000" y="2864507"/>
                  <a:pt x="2423205" y="2865811"/>
                  <a:pt x="2418935" y="2865811"/>
                </a:cubicBezTo>
                <a:lnTo>
                  <a:pt x="2090183" y="2865811"/>
                </a:lnTo>
                <a:lnTo>
                  <a:pt x="2090183" y="3090672"/>
                </a:lnTo>
                <a:lnTo>
                  <a:pt x="2368413" y="3090672"/>
                </a:lnTo>
                <a:cubicBezTo>
                  <a:pt x="2372683" y="3090672"/>
                  <a:pt x="2376596" y="3091977"/>
                  <a:pt x="2380154" y="3094586"/>
                </a:cubicBezTo>
                <a:cubicBezTo>
                  <a:pt x="2383712" y="3097195"/>
                  <a:pt x="2386677" y="3101227"/>
                  <a:pt x="2389049" y="3106683"/>
                </a:cubicBezTo>
                <a:cubicBezTo>
                  <a:pt x="2391421" y="3112139"/>
                  <a:pt x="2393200" y="3119491"/>
                  <a:pt x="2394385" y="3128742"/>
                </a:cubicBezTo>
                <a:cubicBezTo>
                  <a:pt x="2395572" y="3137993"/>
                  <a:pt x="2396165" y="3149259"/>
                  <a:pt x="2396165" y="3162542"/>
                </a:cubicBezTo>
                <a:cubicBezTo>
                  <a:pt x="2396165" y="3176299"/>
                  <a:pt x="2395572" y="3187685"/>
                  <a:pt x="2394385" y="3196698"/>
                </a:cubicBezTo>
                <a:cubicBezTo>
                  <a:pt x="2393200" y="3205711"/>
                  <a:pt x="2391421" y="3212946"/>
                  <a:pt x="2389049" y="3218401"/>
                </a:cubicBezTo>
                <a:cubicBezTo>
                  <a:pt x="2386677" y="3223857"/>
                  <a:pt x="2383712" y="3227771"/>
                  <a:pt x="2380154" y="3230143"/>
                </a:cubicBezTo>
                <a:cubicBezTo>
                  <a:pt x="2376596" y="3232514"/>
                  <a:pt x="2372683" y="3233700"/>
                  <a:pt x="2368413" y="3233700"/>
                </a:cubicBezTo>
                <a:lnTo>
                  <a:pt x="2090183" y="3233700"/>
                </a:lnTo>
                <a:lnTo>
                  <a:pt x="2090183" y="3493429"/>
                </a:lnTo>
                <a:lnTo>
                  <a:pt x="2421781" y="3493429"/>
                </a:lnTo>
                <a:cubicBezTo>
                  <a:pt x="2426051" y="3493429"/>
                  <a:pt x="2429965" y="3494733"/>
                  <a:pt x="2433523" y="3497343"/>
                </a:cubicBezTo>
                <a:cubicBezTo>
                  <a:pt x="2437081" y="3499952"/>
                  <a:pt x="2440046" y="3504103"/>
                  <a:pt x="2442418" y="3509795"/>
                </a:cubicBezTo>
                <a:cubicBezTo>
                  <a:pt x="2444790" y="3515488"/>
                  <a:pt x="2446569" y="3522960"/>
                  <a:pt x="2447755" y="3532210"/>
                </a:cubicBezTo>
                <a:cubicBezTo>
                  <a:pt x="2448941" y="3541461"/>
                  <a:pt x="2449534" y="3552965"/>
                  <a:pt x="2449534" y="3566722"/>
                </a:cubicBezTo>
                <a:cubicBezTo>
                  <a:pt x="2449534" y="3580479"/>
                  <a:pt x="2448941" y="3591983"/>
                  <a:pt x="2447755" y="3601234"/>
                </a:cubicBezTo>
                <a:cubicBezTo>
                  <a:pt x="2446569" y="3610484"/>
                  <a:pt x="2444790" y="3617956"/>
                  <a:pt x="2442418" y="3623649"/>
                </a:cubicBezTo>
                <a:cubicBezTo>
                  <a:pt x="2440046" y="3629341"/>
                  <a:pt x="2437081" y="3633492"/>
                  <a:pt x="2433523" y="3636102"/>
                </a:cubicBezTo>
                <a:cubicBezTo>
                  <a:pt x="2429965" y="3638711"/>
                  <a:pt x="2426051" y="3640015"/>
                  <a:pt x="2421781" y="3640015"/>
                </a:cubicBezTo>
                <a:lnTo>
                  <a:pt x="1959252" y="3640015"/>
                </a:lnTo>
                <a:cubicBezTo>
                  <a:pt x="1943597" y="3640015"/>
                  <a:pt x="1930433" y="3635390"/>
                  <a:pt x="1919759" y="3626139"/>
                </a:cubicBezTo>
                <a:cubicBezTo>
                  <a:pt x="1909085" y="3616889"/>
                  <a:pt x="1903748" y="3601827"/>
                  <a:pt x="1903748" y="3580954"/>
                </a:cubicBezTo>
                <a:lnTo>
                  <a:pt x="1903748" y="2778286"/>
                </a:lnTo>
                <a:cubicBezTo>
                  <a:pt x="1903748" y="2757413"/>
                  <a:pt x="1909085" y="2742352"/>
                  <a:pt x="1919759" y="2733101"/>
                </a:cubicBezTo>
                <a:cubicBezTo>
                  <a:pt x="1930433" y="2723850"/>
                  <a:pt x="1943597" y="2719225"/>
                  <a:pt x="1959252" y="2719225"/>
                </a:cubicBezTo>
                <a:close/>
                <a:moveTo>
                  <a:pt x="1140102" y="2719225"/>
                </a:moveTo>
                <a:lnTo>
                  <a:pt x="1378483" y="2719225"/>
                </a:lnTo>
                <a:cubicBezTo>
                  <a:pt x="1402676" y="2719225"/>
                  <a:pt x="1422601" y="2719699"/>
                  <a:pt x="1438256" y="2720648"/>
                </a:cubicBezTo>
                <a:cubicBezTo>
                  <a:pt x="1453911" y="2721597"/>
                  <a:pt x="1468142" y="2722783"/>
                  <a:pt x="1480951" y="2724206"/>
                </a:cubicBezTo>
                <a:cubicBezTo>
                  <a:pt x="1517953" y="2729424"/>
                  <a:pt x="1551279" y="2738438"/>
                  <a:pt x="1580928" y="2751246"/>
                </a:cubicBezTo>
                <a:cubicBezTo>
                  <a:pt x="1610578" y="2764055"/>
                  <a:pt x="1635720" y="2780777"/>
                  <a:pt x="1656356" y="2801413"/>
                </a:cubicBezTo>
                <a:cubicBezTo>
                  <a:pt x="1676992" y="2822049"/>
                  <a:pt x="1692765" y="2846480"/>
                  <a:pt x="1703676" y="2874706"/>
                </a:cubicBezTo>
                <a:cubicBezTo>
                  <a:pt x="1714588" y="2902932"/>
                  <a:pt x="1720043" y="2935309"/>
                  <a:pt x="1720043" y="2971838"/>
                </a:cubicBezTo>
                <a:cubicBezTo>
                  <a:pt x="1720043" y="3002673"/>
                  <a:pt x="1716129" y="3030780"/>
                  <a:pt x="1708302" y="3056160"/>
                </a:cubicBezTo>
                <a:cubicBezTo>
                  <a:pt x="1700474" y="3081540"/>
                  <a:pt x="1688971" y="3104192"/>
                  <a:pt x="1673790" y="3124117"/>
                </a:cubicBezTo>
                <a:cubicBezTo>
                  <a:pt x="1658610" y="3144041"/>
                  <a:pt x="1639871" y="3161356"/>
                  <a:pt x="1617575" y="3176062"/>
                </a:cubicBezTo>
                <a:cubicBezTo>
                  <a:pt x="1595279" y="3190768"/>
                  <a:pt x="1569899" y="3202628"/>
                  <a:pt x="1541435" y="3211641"/>
                </a:cubicBezTo>
                <a:cubicBezTo>
                  <a:pt x="1555193" y="3218283"/>
                  <a:pt x="1568120" y="3226347"/>
                  <a:pt x="1580217" y="3235835"/>
                </a:cubicBezTo>
                <a:cubicBezTo>
                  <a:pt x="1592313" y="3245323"/>
                  <a:pt x="1603699" y="3256827"/>
                  <a:pt x="1614373" y="3270348"/>
                </a:cubicBezTo>
                <a:cubicBezTo>
                  <a:pt x="1625047" y="3283867"/>
                  <a:pt x="1635127" y="3299285"/>
                  <a:pt x="1644615" y="3316600"/>
                </a:cubicBezTo>
                <a:cubicBezTo>
                  <a:pt x="1654103" y="3333915"/>
                  <a:pt x="1663353" y="3353484"/>
                  <a:pt x="1672367" y="3375306"/>
                </a:cubicBezTo>
                <a:lnTo>
                  <a:pt x="1749930" y="3556760"/>
                </a:lnTo>
                <a:cubicBezTo>
                  <a:pt x="1757045" y="3574787"/>
                  <a:pt x="1761789" y="3587951"/>
                  <a:pt x="1764161" y="3596253"/>
                </a:cubicBezTo>
                <a:cubicBezTo>
                  <a:pt x="1766533" y="3604555"/>
                  <a:pt x="1767719" y="3611077"/>
                  <a:pt x="1767719" y="3615821"/>
                </a:cubicBezTo>
                <a:cubicBezTo>
                  <a:pt x="1767719" y="3621040"/>
                  <a:pt x="1766770" y="3625428"/>
                  <a:pt x="1764873" y="3628986"/>
                </a:cubicBezTo>
                <a:cubicBezTo>
                  <a:pt x="1762975" y="3632544"/>
                  <a:pt x="1758469" y="3635509"/>
                  <a:pt x="1751353" y="3637880"/>
                </a:cubicBezTo>
                <a:cubicBezTo>
                  <a:pt x="1744237" y="3640252"/>
                  <a:pt x="1733800" y="3641913"/>
                  <a:pt x="1720043" y="3642862"/>
                </a:cubicBezTo>
                <a:cubicBezTo>
                  <a:pt x="1706286" y="3643810"/>
                  <a:pt x="1687547" y="3644285"/>
                  <a:pt x="1663828" y="3644285"/>
                </a:cubicBezTo>
                <a:cubicBezTo>
                  <a:pt x="1643904" y="3644285"/>
                  <a:pt x="1628012" y="3643810"/>
                  <a:pt x="1616152" y="3642862"/>
                </a:cubicBezTo>
                <a:cubicBezTo>
                  <a:pt x="1604292" y="3641913"/>
                  <a:pt x="1594923" y="3640134"/>
                  <a:pt x="1588044" y="3637525"/>
                </a:cubicBezTo>
                <a:cubicBezTo>
                  <a:pt x="1581165" y="3634916"/>
                  <a:pt x="1576303" y="3631595"/>
                  <a:pt x="1573456" y="3627562"/>
                </a:cubicBezTo>
                <a:cubicBezTo>
                  <a:pt x="1570610" y="3623530"/>
                  <a:pt x="1568238" y="3618668"/>
                  <a:pt x="1566341" y="3612975"/>
                </a:cubicBezTo>
                <a:lnTo>
                  <a:pt x="1483797" y="3407328"/>
                </a:lnTo>
                <a:cubicBezTo>
                  <a:pt x="1473835" y="3384082"/>
                  <a:pt x="1464110" y="3363447"/>
                  <a:pt x="1454622" y="3345420"/>
                </a:cubicBezTo>
                <a:cubicBezTo>
                  <a:pt x="1445134" y="3327393"/>
                  <a:pt x="1434579" y="3312331"/>
                  <a:pt x="1422956" y="3300234"/>
                </a:cubicBezTo>
                <a:cubicBezTo>
                  <a:pt x="1411334" y="3288137"/>
                  <a:pt x="1397932" y="3279005"/>
                  <a:pt x="1382752" y="3272838"/>
                </a:cubicBezTo>
                <a:cubicBezTo>
                  <a:pt x="1367572" y="3266671"/>
                  <a:pt x="1350019" y="3263587"/>
                  <a:pt x="1330095" y="3263587"/>
                </a:cubicBezTo>
                <a:lnTo>
                  <a:pt x="1271745" y="3263587"/>
                </a:lnTo>
                <a:lnTo>
                  <a:pt x="1271745" y="3614398"/>
                </a:lnTo>
                <a:cubicBezTo>
                  <a:pt x="1271745" y="3619142"/>
                  <a:pt x="1270203" y="3623412"/>
                  <a:pt x="1267119" y="3627207"/>
                </a:cubicBezTo>
                <a:cubicBezTo>
                  <a:pt x="1264036" y="3631002"/>
                  <a:pt x="1258936" y="3634085"/>
                  <a:pt x="1251820" y="3636457"/>
                </a:cubicBezTo>
                <a:cubicBezTo>
                  <a:pt x="1244705" y="3638829"/>
                  <a:pt x="1235217" y="3640727"/>
                  <a:pt x="1223357" y="3642150"/>
                </a:cubicBezTo>
                <a:cubicBezTo>
                  <a:pt x="1211497" y="3643573"/>
                  <a:pt x="1196317" y="3644285"/>
                  <a:pt x="1177816" y="3644285"/>
                </a:cubicBezTo>
                <a:cubicBezTo>
                  <a:pt x="1159789" y="3644285"/>
                  <a:pt x="1144727" y="3643573"/>
                  <a:pt x="1132630" y="3642150"/>
                </a:cubicBezTo>
                <a:cubicBezTo>
                  <a:pt x="1120533" y="3640727"/>
                  <a:pt x="1110927" y="3638829"/>
                  <a:pt x="1103811" y="3636457"/>
                </a:cubicBezTo>
                <a:cubicBezTo>
                  <a:pt x="1096695" y="3634085"/>
                  <a:pt x="1091714" y="3631002"/>
                  <a:pt x="1088868" y="3627207"/>
                </a:cubicBezTo>
                <a:cubicBezTo>
                  <a:pt x="1086021" y="3623412"/>
                  <a:pt x="1084598" y="3619142"/>
                  <a:pt x="1084598" y="3614398"/>
                </a:cubicBezTo>
                <a:lnTo>
                  <a:pt x="1084598" y="2778286"/>
                </a:lnTo>
                <a:cubicBezTo>
                  <a:pt x="1084598" y="2757413"/>
                  <a:pt x="1089935" y="2742352"/>
                  <a:pt x="1100609" y="2733101"/>
                </a:cubicBezTo>
                <a:cubicBezTo>
                  <a:pt x="1111283" y="2723850"/>
                  <a:pt x="1124447" y="2719225"/>
                  <a:pt x="1140102" y="2719225"/>
                </a:cubicBezTo>
                <a:close/>
                <a:moveTo>
                  <a:pt x="10572651" y="2716379"/>
                </a:moveTo>
                <a:cubicBezTo>
                  <a:pt x="10588780" y="2716379"/>
                  <a:pt x="10602300" y="2716971"/>
                  <a:pt x="10613211" y="2718158"/>
                </a:cubicBezTo>
                <a:cubicBezTo>
                  <a:pt x="10624123" y="2719343"/>
                  <a:pt x="10632542" y="2721360"/>
                  <a:pt x="10638472" y="2724206"/>
                </a:cubicBezTo>
                <a:cubicBezTo>
                  <a:pt x="10644403" y="2727052"/>
                  <a:pt x="10648553" y="2730373"/>
                  <a:pt x="10650925" y="2734168"/>
                </a:cubicBezTo>
                <a:cubicBezTo>
                  <a:pt x="10653298" y="2737963"/>
                  <a:pt x="10654483" y="2742233"/>
                  <a:pt x="10654483" y="2746977"/>
                </a:cubicBezTo>
                <a:lnTo>
                  <a:pt x="10654483" y="3574549"/>
                </a:lnTo>
                <a:cubicBezTo>
                  <a:pt x="10654483" y="3585460"/>
                  <a:pt x="10652586" y="3595185"/>
                  <a:pt x="10648790" y="3603724"/>
                </a:cubicBezTo>
                <a:cubicBezTo>
                  <a:pt x="10644995" y="3612263"/>
                  <a:pt x="10639895" y="3619379"/>
                  <a:pt x="10633491" y="3625072"/>
                </a:cubicBezTo>
                <a:cubicBezTo>
                  <a:pt x="10627087" y="3630765"/>
                  <a:pt x="10619498" y="3634916"/>
                  <a:pt x="10610720" y="3637525"/>
                </a:cubicBezTo>
                <a:cubicBezTo>
                  <a:pt x="10601944" y="3640134"/>
                  <a:pt x="10593049" y="3641438"/>
                  <a:pt x="10584036" y="3641438"/>
                </a:cubicBezTo>
                <a:lnTo>
                  <a:pt x="10504338" y="3641438"/>
                </a:lnTo>
                <a:cubicBezTo>
                  <a:pt x="10487735" y="3641438"/>
                  <a:pt x="10473385" y="3639778"/>
                  <a:pt x="10461288" y="3636457"/>
                </a:cubicBezTo>
                <a:cubicBezTo>
                  <a:pt x="10449191" y="3633137"/>
                  <a:pt x="10438042" y="3627088"/>
                  <a:pt x="10427844" y="3618312"/>
                </a:cubicBezTo>
                <a:cubicBezTo>
                  <a:pt x="10417644" y="3609536"/>
                  <a:pt x="10407800" y="3597676"/>
                  <a:pt x="10398313" y="3582733"/>
                </a:cubicBezTo>
                <a:cubicBezTo>
                  <a:pt x="10388825" y="3567789"/>
                  <a:pt x="10378151" y="3548458"/>
                  <a:pt x="10366292" y="3524739"/>
                </a:cubicBezTo>
                <a:lnTo>
                  <a:pt x="10137161" y="3094230"/>
                </a:lnTo>
                <a:cubicBezTo>
                  <a:pt x="10123878" y="3068613"/>
                  <a:pt x="10110358" y="3040980"/>
                  <a:pt x="10096601" y="3011330"/>
                </a:cubicBezTo>
                <a:cubicBezTo>
                  <a:pt x="10082844" y="2981681"/>
                  <a:pt x="10070509" y="2952862"/>
                  <a:pt x="10059599" y="2924873"/>
                </a:cubicBezTo>
                <a:lnTo>
                  <a:pt x="10058176" y="2924873"/>
                </a:lnTo>
                <a:cubicBezTo>
                  <a:pt x="10060073" y="2959029"/>
                  <a:pt x="10061496" y="2993066"/>
                  <a:pt x="10062445" y="3026985"/>
                </a:cubicBezTo>
                <a:cubicBezTo>
                  <a:pt x="10063393" y="3060904"/>
                  <a:pt x="10063868" y="3095890"/>
                  <a:pt x="10063868" y="3131944"/>
                </a:cubicBezTo>
                <a:lnTo>
                  <a:pt x="10063868" y="3613687"/>
                </a:lnTo>
                <a:cubicBezTo>
                  <a:pt x="10063868" y="3618430"/>
                  <a:pt x="10062564" y="3622700"/>
                  <a:pt x="10059954" y="3626495"/>
                </a:cubicBezTo>
                <a:cubicBezTo>
                  <a:pt x="10057345" y="3630290"/>
                  <a:pt x="10052839" y="3633492"/>
                  <a:pt x="10046434" y="3636102"/>
                </a:cubicBezTo>
                <a:cubicBezTo>
                  <a:pt x="10040030" y="3638711"/>
                  <a:pt x="10031372" y="3640727"/>
                  <a:pt x="10020462" y="3642150"/>
                </a:cubicBezTo>
                <a:cubicBezTo>
                  <a:pt x="10009551" y="3643573"/>
                  <a:pt x="9995556" y="3644285"/>
                  <a:pt x="9978478" y="3644285"/>
                </a:cubicBezTo>
                <a:cubicBezTo>
                  <a:pt x="9961874" y="3644285"/>
                  <a:pt x="9948117" y="3643573"/>
                  <a:pt x="9937206" y="3642150"/>
                </a:cubicBezTo>
                <a:cubicBezTo>
                  <a:pt x="9926295" y="3640727"/>
                  <a:pt x="9917756" y="3638711"/>
                  <a:pt x="9911589" y="3636102"/>
                </a:cubicBezTo>
                <a:cubicBezTo>
                  <a:pt x="9905421" y="3633492"/>
                  <a:pt x="9901152" y="3630290"/>
                  <a:pt x="9898781" y="3626495"/>
                </a:cubicBezTo>
                <a:cubicBezTo>
                  <a:pt x="9896409" y="3622700"/>
                  <a:pt x="9895223" y="3618430"/>
                  <a:pt x="9895223" y="3613687"/>
                </a:cubicBezTo>
                <a:lnTo>
                  <a:pt x="9895223" y="2786114"/>
                </a:lnTo>
                <a:cubicBezTo>
                  <a:pt x="9895223" y="2763817"/>
                  <a:pt x="9901746" y="2747095"/>
                  <a:pt x="9914791" y="2735947"/>
                </a:cubicBezTo>
                <a:cubicBezTo>
                  <a:pt x="9927836" y="2724799"/>
                  <a:pt x="9943847" y="2719225"/>
                  <a:pt x="9962823" y="2719225"/>
                </a:cubicBezTo>
                <a:lnTo>
                  <a:pt x="10063157" y="2719225"/>
                </a:lnTo>
                <a:cubicBezTo>
                  <a:pt x="10081183" y="2719225"/>
                  <a:pt x="10096364" y="2720767"/>
                  <a:pt x="10108698" y="2723850"/>
                </a:cubicBezTo>
                <a:cubicBezTo>
                  <a:pt x="10121032" y="2726934"/>
                  <a:pt x="10132061" y="2732033"/>
                  <a:pt x="10141787" y="2739149"/>
                </a:cubicBezTo>
                <a:cubicBezTo>
                  <a:pt x="10151512" y="2746265"/>
                  <a:pt x="10160644" y="2756109"/>
                  <a:pt x="10169183" y="2768680"/>
                </a:cubicBezTo>
                <a:cubicBezTo>
                  <a:pt x="10177722" y="2781251"/>
                  <a:pt x="10186497" y="2796788"/>
                  <a:pt x="10195511" y="2815289"/>
                </a:cubicBezTo>
                <a:lnTo>
                  <a:pt x="10374831" y="3151868"/>
                </a:lnTo>
                <a:cubicBezTo>
                  <a:pt x="10385267" y="3172267"/>
                  <a:pt x="10395585" y="3192310"/>
                  <a:pt x="10405785" y="3211998"/>
                </a:cubicBezTo>
                <a:cubicBezTo>
                  <a:pt x="10415983" y="3231684"/>
                  <a:pt x="10425828" y="3251371"/>
                  <a:pt x="10435315" y="3271059"/>
                </a:cubicBezTo>
                <a:cubicBezTo>
                  <a:pt x="10444803" y="3290746"/>
                  <a:pt x="10454053" y="3310077"/>
                  <a:pt x="10463067" y="3329053"/>
                </a:cubicBezTo>
                <a:cubicBezTo>
                  <a:pt x="10472080" y="3348029"/>
                  <a:pt x="10480857" y="3367004"/>
                  <a:pt x="10489396" y="3385980"/>
                </a:cubicBezTo>
                <a:lnTo>
                  <a:pt x="10490107" y="3385980"/>
                </a:lnTo>
                <a:cubicBezTo>
                  <a:pt x="10488684" y="3352772"/>
                  <a:pt x="10487617" y="3318142"/>
                  <a:pt x="10486905" y="3282088"/>
                </a:cubicBezTo>
                <a:cubicBezTo>
                  <a:pt x="10486194" y="3246035"/>
                  <a:pt x="10485838" y="3211641"/>
                  <a:pt x="10485838" y="3178909"/>
                </a:cubicBezTo>
                <a:lnTo>
                  <a:pt x="10485838" y="2746977"/>
                </a:lnTo>
                <a:cubicBezTo>
                  <a:pt x="10485838" y="2742233"/>
                  <a:pt x="10487261" y="2737963"/>
                  <a:pt x="10490107" y="2734168"/>
                </a:cubicBezTo>
                <a:cubicBezTo>
                  <a:pt x="10492954" y="2730373"/>
                  <a:pt x="10497697" y="2727052"/>
                  <a:pt x="10504338" y="2724206"/>
                </a:cubicBezTo>
                <a:cubicBezTo>
                  <a:pt x="10510980" y="2721360"/>
                  <a:pt x="10519756" y="2719343"/>
                  <a:pt x="10530667" y="2718158"/>
                </a:cubicBezTo>
                <a:cubicBezTo>
                  <a:pt x="10541579" y="2716971"/>
                  <a:pt x="10555572" y="2716379"/>
                  <a:pt x="10572651" y="2716379"/>
                </a:cubicBezTo>
                <a:close/>
                <a:moveTo>
                  <a:pt x="9598627" y="2714955"/>
                </a:moveTo>
                <a:cubicBezTo>
                  <a:pt x="9617128" y="2714955"/>
                  <a:pt x="9632309" y="2715667"/>
                  <a:pt x="9644168" y="2717090"/>
                </a:cubicBezTo>
                <a:cubicBezTo>
                  <a:pt x="9656028" y="2718514"/>
                  <a:pt x="9665516" y="2720411"/>
                  <a:pt x="9672632" y="2722783"/>
                </a:cubicBezTo>
                <a:cubicBezTo>
                  <a:pt x="9679747" y="2725155"/>
                  <a:pt x="9684847" y="2728238"/>
                  <a:pt x="9687931" y="2732033"/>
                </a:cubicBezTo>
                <a:cubicBezTo>
                  <a:pt x="9691015" y="2735828"/>
                  <a:pt x="9692556" y="2740098"/>
                  <a:pt x="9692556" y="2744842"/>
                </a:cubicBezTo>
                <a:lnTo>
                  <a:pt x="9692556" y="3614398"/>
                </a:lnTo>
                <a:cubicBezTo>
                  <a:pt x="9692556" y="3619142"/>
                  <a:pt x="9691015" y="3623412"/>
                  <a:pt x="9687931" y="3627207"/>
                </a:cubicBezTo>
                <a:cubicBezTo>
                  <a:pt x="9684847" y="3631002"/>
                  <a:pt x="9679747" y="3634085"/>
                  <a:pt x="9672632" y="3636457"/>
                </a:cubicBezTo>
                <a:cubicBezTo>
                  <a:pt x="9665516" y="3638829"/>
                  <a:pt x="9656028" y="3640727"/>
                  <a:pt x="9644168" y="3642150"/>
                </a:cubicBezTo>
                <a:cubicBezTo>
                  <a:pt x="9632309" y="3643573"/>
                  <a:pt x="9617128" y="3644285"/>
                  <a:pt x="9598627" y="3644285"/>
                </a:cubicBezTo>
                <a:cubicBezTo>
                  <a:pt x="9580600" y="3644285"/>
                  <a:pt x="9565538" y="3643573"/>
                  <a:pt x="9553441" y="3642150"/>
                </a:cubicBezTo>
                <a:cubicBezTo>
                  <a:pt x="9541344" y="3640727"/>
                  <a:pt x="9531738" y="3638829"/>
                  <a:pt x="9524622" y="3636457"/>
                </a:cubicBezTo>
                <a:cubicBezTo>
                  <a:pt x="9517506" y="3634085"/>
                  <a:pt x="9512407" y="3631002"/>
                  <a:pt x="9509323" y="3627207"/>
                </a:cubicBezTo>
                <a:cubicBezTo>
                  <a:pt x="9506239" y="3623412"/>
                  <a:pt x="9504698" y="3619142"/>
                  <a:pt x="9504698" y="3614398"/>
                </a:cubicBezTo>
                <a:lnTo>
                  <a:pt x="9504698" y="2744842"/>
                </a:lnTo>
                <a:cubicBezTo>
                  <a:pt x="9504698" y="2740098"/>
                  <a:pt x="9506239" y="2735828"/>
                  <a:pt x="9509323" y="2732033"/>
                </a:cubicBezTo>
                <a:cubicBezTo>
                  <a:pt x="9512407" y="2728238"/>
                  <a:pt x="9517625" y="2725155"/>
                  <a:pt x="9524978" y="2722783"/>
                </a:cubicBezTo>
                <a:cubicBezTo>
                  <a:pt x="9532331" y="2720411"/>
                  <a:pt x="9541938" y="2718514"/>
                  <a:pt x="9553797" y="2717090"/>
                </a:cubicBezTo>
                <a:cubicBezTo>
                  <a:pt x="9565657" y="2715667"/>
                  <a:pt x="9580600" y="2714955"/>
                  <a:pt x="9598627" y="2714955"/>
                </a:cubicBezTo>
                <a:close/>
                <a:moveTo>
                  <a:pt x="8484202" y="2714955"/>
                </a:moveTo>
                <a:cubicBezTo>
                  <a:pt x="8502703" y="2714955"/>
                  <a:pt x="8517884" y="2715667"/>
                  <a:pt x="8529743" y="2717090"/>
                </a:cubicBezTo>
                <a:cubicBezTo>
                  <a:pt x="8541603" y="2718514"/>
                  <a:pt x="8551091" y="2720411"/>
                  <a:pt x="8558207" y="2722783"/>
                </a:cubicBezTo>
                <a:cubicBezTo>
                  <a:pt x="8565323" y="2725155"/>
                  <a:pt x="8570422" y="2728238"/>
                  <a:pt x="8573506" y="2732033"/>
                </a:cubicBezTo>
                <a:cubicBezTo>
                  <a:pt x="8576589" y="2735828"/>
                  <a:pt x="8578131" y="2740098"/>
                  <a:pt x="8578131" y="2744842"/>
                </a:cubicBezTo>
                <a:lnTo>
                  <a:pt x="8578131" y="3614398"/>
                </a:lnTo>
                <a:cubicBezTo>
                  <a:pt x="8578131" y="3619142"/>
                  <a:pt x="8576589" y="3623412"/>
                  <a:pt x="8573506" y="3627207"/>
                </a:cubicBezTo>
                <a:cubicBezTo>
                  <a:pt x="8570422" y="3631002"/>
                  <a:pt x="8565323" y="3634085"/>
                  <a:pt x="8558207" y="3636457"/>
                </a:cubicBezTo>
                <a:cubicBezTo>
                  <a:pt x="8551091" y="3638829"/>
                  <a:pt x="8541603" y="3640727"/>
                  <a:pt x="8529743" y="3642150"/>
                </a:cubicBezTo>
                <a:cubicBezTo>
                  <a:pt x="8517884" y="3643573"/>
                  <a:pt x="8502703" y="3644285"/>
                  <a:pt x="8484202" y="3644285"/>
                </a:cubicBezTo>
                <a:cubicBezTo>
                  <a:pt x="8466175" y="3644285"/>
                  <a:pt x="8451113" y="3643573"/>
                  <a:pt x="8439016" y="3642150"/>
                </a:cubicBezTo>
                <a:cubicBezTo>
                  <a:pt x="8426920" y="3640727"/>
                  <a:pt x="8417313" y="3638829"/>
                  <a:pt x="8410197" y="3636457"/>
                </a:cubicBezTo>
                <a:cubicBezTo>
                  <a:pt x="8403081" y="3634085"/>
                  <a:pt x="8397982" y="3631002"/>
                  <a:pt x="8394898" y="3627207"/>
                </a:cubicBezTo>
                <a:cubicBezTo>
                  <a:pt x="8391815" y="3623412"/>
                  <a:pt x="8390273" y="3619142"/>
                  <a:pt x="8390273" y="3614398"/>
                </a:cubicBezTo>
                <a:lnTo>
                  <a:pt x="8390273" y="2744842"/>
                </a:lnTo>
                <a:cubicBezTo>
                  <a:pt x="8390273" y="2740098"/>
                  <a:pt x="8391815" y="2735828"/>
                  <a:pt x="8394898" y="2732033"/>
                </a:cubicBezTo>
                <a:cubicBezTo>
                  <a:pt x="8397982" y="2728238"/>
                  <a:pt x="8403200" y="2725155"/>
                  <a:pt x="8410553" y="2722783"/>
                </a:cubicBezTo>
                <a:cubicBezTo>
                  <a:pt x="8417906" y="2720411"/>
                  <a:pt x="8427513" y="2718514"/>
                  <a:pt x="8439372" y="2717090"/>
                </a:cubicBezTo>
                <a:cubicBezTo>
                  <a:pt x="8451232" y="2715667"/>
                  <a:pt x="8466175" y="2714955"/>
                  <a:pt x="8484202" y="2714955"/>
                </a:cubicBezTo>
                <a:close/>
                <a:moveTo>
                  <a:pt x="6272053" y="2714955"/>
                </a:moveTo>
                <a:cubicBezTo>
                  <a:pt x="6294350" y="2714955"/>
                  <a:pt x="6312021" y="2715311"/>
                  <a:pt x="6325066" y="2716023"/>
                </a:cubicBezTo>
                <a:cubicBezTo>
                  <a:pt x="6338112" y="2716734"/>
                  <a:pt x="6347956" y="2718395"/>
                  <a:pt x="6354597" y="2721004"/>
                </a:cubicBezTo>
                <a:cubicBezTo>
                  <a:pt x="6361239" y="2723613"/>
                  <a:pt x="6365745" y="2727408"/>
                  <a:pt x="6368117" y="2732389"/>
                </a:cubicBezTo>
                <a:cubicBezTo>
                  <a:pt x="6370489" y="2737370"/>
                  <a:pt x="6372387" y="2744368"/>
                  <a:pt x="6373810" y="2753381"/>
                </a:cubicBezTo>
                <a:lnTo>
                  <a:pt x="6535340" y="3458561"/>
                </a:lnTo>
                <a:lnTo>
                  <a:pt x="6536051" y="3458561"/>
                </a:lnTo>
                <a:lnTo>
                  <a:pt x="6703985" y="2758362"/>
                </a:lnTo>
                <a:cubicBezTo>
                  <a:pt x="6705883" y="2749349"/>
                  <a:pt x="6708373" y="2741996"/>
                  <a:pt x="6711457" y="2736303"/>
                </a:cubicBezTo>
                <a:cubicBezTo>
                  <a:pt x="6714540" y="2730611"/>
                  <a:pt x="6719759" y="2726222"/>
                  <a:pt x="6727112" y="2723139"/>
                </a:cubicBezTo>
                <a:cubicBezTo>
                  <a:pt x="6734465" y="2720055"/>
                  <a:pt x="6744545" y="2717920"/>
                  <a:pt x="6757354" y="2716734"/>
                </a:cubicBezTo>
                <a:cubicBezTo>
                  <a:pt x="6770163" y="2715549"/>
                  <a:pt x="6787241" y="2714955"/>
                  <a:pt x="6808588" y="2714955"/>
                </a:cubicBezTo>
                <a:cubicBezTo>
                  <a:pt x="6831359" y="2714955"/>
                  <a:pt x="6849504" y="2715430"/>
                  <a:pt x="6863024" y="2716379"/>
                </a:cubicBezTo>
                <a:cubicBezTo>
                  <a:pt x="6876544" y="2717327"/>
                  <a:pt x="6886981" y="2719343"/>
                  <a:pt x="6894334" y="2722427"/>
                </a:cubicBezTo>
                <a:cubicBezTo>
                  <a:pt x="6901687" y="2725511"/>
                  <a:pt x="6907024" y="2729899"/>
                  <a:pt x="6910345" y="2735591"/>
                </a:cubicBezTo>
                <a:cubicBezTo>
                  <a:pt x="6913665" y="2741284"/>
                  <a:pt x="6916275" y="2748874"/>
                  <a:pt x="6918172" y="2758362"/>
                </a:cubicBezTo>
                <a:lnTo>
                  <a:pt x="7091799" y="3458561"/>
                </a:lnTo>
                <a:lnTo>
                  <a:pt x="7093222" y="3458561"/>
                </a:lnTo>
                <a:lnTo>
                  <a:pt x="7254752" y="2755516"/>
                </a:lnTo>
                <a:cubicBezTo>
                  <a:pt x="7256175" y="2747925"/>
                  <a:pt x="7258072" y="2741403"/>
                  <a:pt x="7260444" y="2735947"/>
                </a:cubicBezTo>
                <a:cubicBezTo>
                  <a:pt x="7262816" y="2730492"/>
                  <a:pt x="7267323" y="2726222"/>
                  <a:pt x="7273964" y="2723139"/>
                </a:cubicBezTo>
                <a:cubicBezTo>
                  <a:pt x="7280606" y="2720055"/>
                  <a:pt x="7290094" y="2717920"/>
                  <a:pt x="7302428" y="2716734"/>
                </a:cubicBezTo>
                <a:cubicBezTo>
                  <a:pt x="7314762" y="2715549"/>
                  <a:pt x="7332077" y="2714955"/>
                  <a:pt x="7354373" y="2714955"/>
                </a:cubicBezTo>
                <a:cubicBezTo>
                  <a:pt x="7375247" y="2714955"/>
                  <a:pt x="7391494" y="2715549"/>
                  <a:pt x="7403117" y="2716734"/>
                </a:cubicBezTo>
                <a:cubicBezTo>
                  <a:pt x="7414739" y="2717920"/>
                  <a:pt x="7423160" y="2721122"/>
                  <a:pt x="7428378" y="2726341"/>
                </a:cubicBezTo>
                <a:cubicBezTo>
                  <a:pt x="7433596" y="2731559"/>
                  <a:pt x="7435850" y="2739268"/>
                  <a:pt x="7435138" y="2749467"/>
                </a:cubicBezTo>
                <a:cubicBezTo>
                  <a:pt x="7434427" y="2759667"/>
                  <a:pt x="7431936" y="2773543"/>
                  <a:pt x="7427667" y="2791095"/>
                </a:cubicBezTo>
                <a:lnTo>
                  <a:pt x="7216326" y="3592339"/>
                </a:lnTo>
                <a:cubicBezTo>
                  <a:pt x="7213480" y="3603724"/>
                  <a:pt x="7209566" y="3612856"/>
                  <a:pt x="7204585" y="3619735"/>
                </a:cubicBezTo>
                <a:cubicBezTo>
                  <a:pt x="7199604" y="3626614"/>
                  <a:pt x="7192132" y="3631832"/>
                  <a:pt x="7182170" y="3635390"/>
                </a:cubicBezTo>
                <a:cubicBezTo>
                  <a:pt x="7172208" y="3638948"/>
                  <a:pt x="7159399" y="3641320"/>
                  <a:pt x="7143744" y="3642506"/>
                </a:cubicBezTo>
                <a:cubicBezTo>
                  <a:pt x="7128090" y="3643692"/>
                  <a:pt x="7108165" y="3644285"/>
                  <a:pt x="7083971" y="3644285"/>
                </a:cubicBezTo>
                <a:cubicBezTo>
                  <a:pt x="7056931" y="3644285"/>
                  <a:pt x="7035228" y="3643692"/>
                  <a:pt x="7018861" y="3642506"/>
                </a:cubicBezTo>
                <a:cubicBezTo>
                  <a:pt x="7002495" y="3641320"/>
                  <a:pt x="6989568" y="3638948"/>
                  <a:pt x="6980080" y="3635390"/>
                </a:cubicBezTo>
                <a:cubicBezTo>
                  <a:pt x="6970592" y="3631832"/>
                  <a:pt x="6963713" y="3626614"/>
                  <a:pt x="6959444" y="3619735"/>
                </a:cubicBezTo>
                <a:cubicBezTo>
                  <a:pt x="6955174" y="3612856"/>
                  <a:pt x="6951854" y="3603724"/>
                  <a:pt x="6949482" y="3592339"/>
                </a:cubicBezTo>
                <a:lnTo>
                  <a:pt x="6802184" y="3008840"/>
                </a:lnTo>
                <a:lnTo>
                  <a:pt x="6800761" y="3008840"/>
                </a:lnTo>
                <a:lnTo>
                  <a:pt x="6661290" y="3592339"/>
                </a:lnTo>
                <a:cubicBezTo>
                  <a:pt x="6658918" y="3603250"/>
                  <a:pt x="6655597" y="3612145"/>
                  <a:pt x="6651328" y="3619023"/>
                </a:cubicBezTo>
                <a:cubicBezTo>
                  <a:pt x="6647058" y="3625902"/>
                  <a:pt x="6640298" y="3631239"/>
                  <a:pt x="6631048" y="3635034"/>
                </a:cubicBezTo>
                <a:cubicBezTo>
                  <a:pt x="6621797" y="3638829"/>
                  <a:pt x="6609226" y="3641320"/>
                  <a:pt x="6593334" y="3642506"/>
                </a:cubicBezTo>
                <a:cubicBezTo>
                  <a:pt x="6577442" y="3643692"/>
                  <a:pt x="6556450" y="3644285"/>
                  <a:pt x="6530359" y="3644285"/>
                </a:cubicBezTo>
                <a:cubicBezTo>
                  <a:pt x="6502844" y="3644285"/>
                  <a:pt x="6480903" y="3643692"/>
                  <a:pt x="6464537" y="3642506"/>
                </a:cubicBezTo>
                <a:cubicBezTo>
                  <a:pt x="6448171" y="3641320"/>
                  <a:pt x="6435243" y="3638948"/>
                  <a:pt x="6425756" y="3635390"/>
                </a:cubicBezTo>
                <a:cubicBezTo>
                  <a:pt x="6416268" y="3631832"/>
                  <a:pt x="6409389" y="3626614"/>
                  <a:pt x="6405120" y="3619735"/>
                </a:cubicBezTo>
                <a:cubicBezTo>
                  <a:pt x="6400850" y="3612856"/>
                  <a:pt x="6397292" y="3603724"/>
                  <a:pt x="6394446" y="3592339"/>
                </a:cubicBezTo>
                <a:lnTo>
                  <a:pt x="6185240" y="2788960"/>
                </a:lnTo>
                <a:cubicBezTo>
                  <a:pt x="6180971" y="2771882"/>
                  <a:pt x="6178599" y="2758481"/>
                  <a:pt x="6178124" y="2748756"/>
                </a:cubicBezTo>
                <a:cubicBezTo>
                  <a:pt x="6177650" y="2739031"/>
                  <a:pt x="6180378" y="2731559"/>
                  <a:pt x="6186307" y="2726341"/>
                </a:cubicBezTo>
                <a:cubicBezTo>
                  <a:pt x="6192238" y="2721122"/>
                  <a:pt x="6201962" y="2717920"/>
                  <a:pt x="6215482" y="2716734"/>
                </a:cubicBezTo>
                <a:cubicBezTo>
                  <a:pt x="6229003" y="2715549"/>
                  <a:pt x="6247860" y="2714955"/>
                  <a:pt x="6272053" y="2714955"/>
                </a:cubicBezTo>
                <a:close/>
                <a:moveTo>
                  <a:pt x="11288467" y="2703570"/>
                </a:moveTo>
                <a:cubicBezTo>
                  <a:pt x="11328316" y="2703570"/>
                  <a:pt x="11364607" y="2706298"/>
                  <a:pt x="11397340" y="2711753"/>
                </a:cubicBezTo>
                <a:cubicBezTo>
                  <a:pt x="11430073" y="2717209"/>
                  <a:pt x="11458655" y="2723850"/>
                  <a:pt x="11483086" y="2731678"/>
                </a:cubicBezTo>
                <a:cubicBezTo>
                  <a:pt x="11507517" y="2739505"/>
                  <a:pt x="11527797" y="2747925"/>
                  <a:pt x="11543926" y="2756939"/>
                </a:cubicBezTo>
                <a:cubicBezTo>
                  <a:pt x="11560055" y="2765952"/>
                  <a:pt x="11571322" y="2773780"/>
                  <a:pt x="11577726" y="2780421"/>
                </a:cubicBezTo>
                <a:cubicBezTo>
                  <a:pt x="11584131" y="2787063"/>
                  <a:pt x="11588756" y="2796432"/>
                  <a:pt x="11591602" y="2808529"/>
                </a:cubicBezTo>
                <a:cubicBezTo>
                  <a:pt x="11594449" y="2820626"/>
                  <a:pt x="11595872" y="2838534"/>
                  <a:pt x="11595872" y="2862253"/>
                </a:cubicBezTo>
                <a:cubicBezTo>
                  <a:pt x="11595872" y="2876011"/>
                  <a:pt x="11595279" y="2887871"/>
                  <a:pt x="11594093" y="2897833"/>
                </a:cubicBezTo>
                <a:cubicBezTo>
                  <a:pt x="11592907" y="2907795"/>
                  <a:pt x="11591246" y="2915741"/>
                  <a:pt x="11589112" y="2921671"/>
                </a:cubicBezTo>
                <a:cubicBezTo>
                  <a:pt x="11586977" y="2927601"/>
                  <a:pt x="11584368" y="2931752"/>
                  <a:pt x="11581284" y="2934123"/>
                </a:cubicBezTo>
                <a:cubicBezTo>
                  <a:pt x="11578201" y="2936495"/>
                  <a:pt x="11574524" y="2937681"/>
                  <a:pt x="11570255" y="2937681"/>
                </a:cubicBezTo>
                <a:cubicBezTo>
                  <a:pt x="11564088" y="2937681"/>
                  <a:pt x="11554125" y="2933412"/>
                  <a:pt x="11540368" y="2924873"/>
                </a:cubicBezTo>
                <a:cubicBezTo>
                  <a:pt x="11526611" y="2916334"/>
                  <a:pt x="11508347" y="2907083"/>
                  <a:pt x="11485576" y="2897121"/>
                </a:cubicBezTo>
                <a:cubicBezTo>
                  <a:pt x="11462805" y="2887159"/>
                  <a:pt x="11435647" y="2877908"/>
                  <a:pt x="11404100" y="2869369"/>
                </a:cubicBezTo>
                <a:cubicBezTo>
                  <a:pt x="11372553" y="2860831"/>
                  <a:pt x="11335906" y="2856561"/>
                  <a:pt x="11294160" y="2856561"/>
                </a:cubicBezTo>
                <a:cubicBezTo>
                  <a:pt x="11249567" y="2856561"/>
                  <a:pt x="11209244" y="2864270"/>
                  <a:pt x="11173191" y="2879688"/>
                </a:cubicBezTo>
                <a:cubicBezTo>
                  <a:pt x="11137137" y="2895105"/>
                  <a:pt x="11106302" y="2916927"/>
                  <a:pt x="11080685" y="2945153"/>
                </a:cubicBezTo>
                <a:cubicBezTo>
                  <a:pt x="11055068" y="2973379"/>
                  <a:pt x="11035380" y="3007298"/>
                  <a:pt x="11021623" y="3046910"/>
                </a:cubicBezTo>
                <a:cubicBezTo>
                  <a:pt x="11007866" y="3086521"/>
                  <a:pt x="11000987" y="3130284"/>
                  <a:pt x="11000987" y="3178197"/>
                </a:cubicBezTo>
                <a:cubicBezTo>
                  <a:pt x="11000987" y="3230854"/>
                  <a:pt x="11007984" y="3277226"/>
                  <a:pt x="11021979" y="3317312"/>
                </a:cubicBezTo>
                <a:cubicBezTo>
                  <a:pt x="11035973" y="3357398"/>
                  <a:pt x="11055542" y="3390961"/>
                  <a:pt x="11080685" y="3418001"/>
                </a:cubicBezTo>
                <a:cubicBezTo>
                  <a:pt x="11105827" y="3445041"/>
                  <a:pt x="11136070" y="3465440"/>
                  <a:pt x="11171412" y="3479197"/>
                </a:cubicBezTo>
                <a:cubicBezTo>
                  <a:pt x="11206754" y="3492954"/>
                  <a:pt x="11245772" y="3499833"/>
                  <a:pt x="11288467" y="3499833"/>
                </a:cubicBezTo>
                <a:cubicBezTo>
                  <a:pt x="11309340" y="3499833"/>
                  <a:pt x="11329976" y="3497461"/>
                  <a:pt x="11350375" y="3492717"/>
                </a:cubicBezTo>
                <a:cubicBezTo>
                  <a:pt x="11370774" y="3487973"/>
                  <a:pt x="11389749" y="3480857"/>
                  <a:pt x="11407302" y="3471370"/>
                </a:cubicBezTo>
                <a:lnTo>
                  <a:pt x="11407302" y="3257895"/>
                </a:lnTo>
                <a:lnTo>
                  <a:pt x="11232964" y="3257895"/>
                </a:lnTo>
                <a:cubicBezTo>
                  <a:pt x="11224425" y="3257895"/>
                  <a:pt x="11217783" y="3252557"/>
                  <a:pt x="11213039" y="3241884"/>
                </a:cubicBezTo>
                <a:cubicBezTo>
                  <a:pt x="11208295" y="3231210"/>
                  <a:pt x="11205923" y="3213065"/>
                  <a:pt x="11205923" y="3187447"/>
                </a:cubicBezTo>
                <a:cubicBezTo>
                  <a:pt x="11205923" y="3174165"/>
                  <a:pt x="11206516" y="3163017"/>
                  <a:pt x="11207702" y="3154003"/>
                </a:cubicBezTo>
                <a:cubicBezTo>
                  <a:pt x="11208888" y="3144990"/>
                  <a:pt x="11210667" y="3137755"/>
                  <a:pt x="11213039" y="3132300"/>
                </a:cubicBezTo>
                <a:cubicBezTo>
                  <a:pt x="11215411" y="3126844"/>
                  <a:pt x="11218258" y="3122812"/>
                  <a:pt x="11221578" y="3120203"/>
                </a:cubicBezTo>
                <a:cubicBezTo>
                  <a:pt x="11224899" y="3117594"/>
                  <a:pt x="11228694" y="3116289"/>
                  <a:pt x="11232964" y="3116289"/>
                </a:cubicBezTo>
                <a:lnTo>
                  <a:pt x="11543926" y="3116289"/>
                </a:lnTo>
                <a:cubicBezTo>
                  <a:pt x="11551516" y="3116289"/>
                  <a:pt x="11558276" y="3117594"/>
                  <a:pt x="11564206" y="3120203"/>
                </a:cubicBezTo>
                <a:cubicBezTo>
                  <a:pt x="11570136" y="3122812"/>
                  <a:pt x="11575354" y="3126726"/>
                  <a:pt x="11579861" y="3131944"/>
                </a:cubicBezTo>
                <a:cubicBezTo>
                  <a:pt x="11584368" y="3137163"/>
                  <a:pt x="11587807" y="3143448"/>
                  <a:pt x="11590179" y="3150801"/>
                </a:cubicBezTo>
                <a:cubicBezTo>
                  <a:pt x="11592551" y="3158154"/>
                  <a:pt x="11593737" y="3166574"/>
                  <a:pt x="11593737" y="3176062"/>
                </a:cubicBezTo>
                <a:lnTo>
                  <a:pt x="11593737" y="3542528"/>
                </a:lnTo>
                <a:cubicBezTo>
                  <a:pt x="11593737" y="3556760"/>
                  <a:pt x="11591246" y="3569213"/>
                  <a:pt x="11586265" y="3579886"/>
                </a:cubicBezTo>
                <a:cubicBezTo>
                  <a:pt x="11581284" y="3590560"/>
                  <a:pt x="11571085" y="3598981"/>
                  <a:pt x="11555667" y="3605148"/>
                </a:cubicBezTo>
                <a:cubicBezTo>
                  <a:pt x="11540250" y="3611315"/>
                  <a:pt x="11521155" y="3617719"/>
                  <a:pt x="11498385" y="3624360"/>
                </a:cubicBezTo>
                <a:cubicBezTo>
                  <a:pt x="11475614" y="3631002"/>
                  <a:pt x="11452013" y="3636694"/>
                  <a:pt x="11427582" y="3641438"/>
                </a:cubicBezTo>
                <a:cubicBezTo>
                  <a:pt x="11403151" y="3646182"/>
                  <a:pt x="11378483" y="3649740"/>
                  <a:pt x="11353577" y="3652112"/>
                </a:cubicBezTo>
                <a:cubicBezTo>
                  <a:pt x="11328672" y="3654484"/>
                  <a:pt x="11303648" y="3655670"/>
                  <a:pt x="11278505" y="3655670"/>
                </a:cubicBezTo>
                <a:cubicBezTo>
                  <a:pt x="11204975" y="3655670"/>
                  <a:pt x="11139153" y="3645115"/>
                  <a:pt x="11081040" y="3624005"/>
                </a:cubicBezTo>
                <a:cubicBezTo>
                  <a:pt x="11022928" y="3602894"/>
                  <a:pt x="10973710" y="3572296"/>
                  <a:pt x="10933387" y="3532210"/>
                </a:cubicBezTo>
                <a:cubicBezTo>
                  <a:pt x="10893064" y="3492124"/>
                  <a:pt x="10862228" y="3443262"/>
                  <a:pt x="10840881" y="3385624"/>
                </a:cubicBezTo>
                <a:cubicBezTo>
                  <a:pt x="10819533" y="3327986"/>
                  <a:pt x="10808859" y="3262638"/>
                  <a:pt x="10808859" y="3189582"/>
                </a:cubicBezTo>
                <a:cubicBezTo>
                  <a:pt x="10808859" y="3114154"/>
                  <a:pt x="10820245" y="3046435"/>
                  <a:pt x="10843015" y="2986425"/>
                </a:cubicBezTo>
                <a:cubicBezTo>
                  <a:pt x="10865786" y="2926415"/>
                  <a:pt x="10898045" y="2875418"/>
                  <a:pt x="10939791" y="2833434"/>
                </a:cubicBezTo>
                <a:cubicBezTo>
                  <a:pt x="10981537" y="2791451"/>
                  <a:pt x="11031941" y="2759311"/>
                  <a:pt x="11091003" y="2737014"/>
                </a:cubicBezTo>
                <a:cubicBezTo>
                  <a:pt x="11150064" y="2714718"/>
                  <a:pt x="11215886" y="2703570"/>
                  <a:pt x="11288467" y="2703570"/>
                </a:cubicBezTo>
                <a:close/>
                <a:moveTo>
                  <a:pt x="3790982" y="2702859"/>
                </a:moveTo>
                <a:cubicBezTo>
                  <a:pt x="3860717" y="2702859"/>
                  <a:pt x="3922269" y="2712109"/>
                  <a:pt x="3975638" y="2730611"/>
                </a:cubicBezTo>
                <a:cubicBezTo>
                  <a:pt x="4029007" y="2749111"/>
                  <a:pt x="4073600" y="2777575"/>
                  <a:pt x="4109416" y="2816000"/>
                </a:cubicBezTo>
                <a:cubicBezTo>
                  <a:pt x="4145233" y="2854426"/>
                  <a:pt x="4172273" y="2902932"/>
                  <a:pt x="4190537" y="2961519"/>
                </a:cubicBezTo>
                <a:cubicBezTo>
                  <a:pt x="4208800" y="3020107"/>
                  <a:pt x="4217932" y="3089249"/>
                  <a:pt x="4217932" y="3168947"/>
                </a:cubicBezTo>
                <a:cubicBezTo>
                  <a:pt x="4217932" y="3245323"/>
                  <a:pt x="4208445" y="3313635"/>
                  <a:pt x="4189469" y="3373883"/>
                </a:cubicBezTo>
                <a:cubicBezTo>
                  <a:pt x="4170494" y="3434130"/>
                  <a:pt x="4142267" y="3485246"/>
                  <a:pt x="4104791" y="3527229"/>
                </a:cubicBezTo>
                <a:cubicBezTo>
                  <a:pt x="4067314" y="3569213"/>
                  <a:pt x="4020942" y="3601234"/>
                  <a:pt x="3965676" y="3623293"/>
                </a:cubicBezTo>
                <a:cubicBezTo>
                  <a:pt x="3910410" y="3645352"/>
                  <a:pt x="3846485" y="3656382"/>
                  <a:pt x="3773904" y="3656382"/>
                </a:cubicBezTo>
                <a:cubicBezTo>
                  <a:pt x="3702271" y="3656382"/>
                  <a:pt x="3639771" y="3647012"/>
                  <a:pt x="3586401" y="3628274"/>
                </a:cubicBezTo>
                <a:cubicBezTo>
                  <a:pt x="3533032" y="3609536"/>
                  <a:pt x="3488559" y="3580954"/>
                  <a:pt x="3452980" y="3542528"/>
                </a:cubicBezTo>
                <a:cubicBezTo>
                  <a:pt x="3417400" y="3504103"/>
                  <a:pt x="3390716" y="3455240"/>
                  <a:pt x="3372926" y="3395942"/>
                </a:cubicBezTo>
                <a:cubicBezTo>
                  <a:pt x="3355137" y="3336643"/>
                  <a:pt x="3346242" y="3266433"/>
                  <a:pt x="3346242" y="3185313"/>
                </a:cubicBezTo>
                <a:cubicBezTo>
                  <a:pt x="3346242" y="3110834"/>
                  <a:pt x="3355729" y="3043826"/>
                  <a:pt x="3374705" y="2984290"/>
                </a:cubicBezTo>
                <a:cubicBezTo>
                  <a:pt x="3393680" y="2924754"/>
                  <a:pt x="3421907" y="2874113"/>
                  <a:pt x="3459383" y="2832367"/>
                </a:cubicBezTo>
                <a:cubicBezTo>
                  <a:pt x="3496861" y="2790621"/>
                  <a:pt x="3543232" y="2758600"/>
                  <a:pt x="3598498" y="2736303"/>
                </a:cubicBezTo>
                <a:cubicBezTo>
                  <a:pt x="3653765" y="2714007"/>
                  <a:pt x="3717926" y="2702859"/>
                  <a:pt x="3790982" y="2702859"/>
                </a:cubicBezTo>
                <a:close/>
                <a:moveTo>
                  <a:pt x="12191999" y="0"/>
                </a:moveTo>
                <a:lnTo>
                  <a:pt x="12411455" y="0"/>
                </a:lnTo>
                <a:lnTo>
                  <a:pt x="12411455" y="6858000"/>
                </a:lnTo>
                <a:lnTo>
                  <a:pt x="12191999" y="6858000"/>
                </a:lnTo>
                <a:close/>
                <a:moveTo>
                  <a:pt x="0" y="0"/>
                </a:moveTo>
                <a:lnTo>
                  <a:pt x="219456" y="0"/>
                </a:lnTo>
                <a:lnTo>
                  <a:pt x="219456" y="6858000"/>
                </a:lnTo>
                <a:lnTo>
                  <a:pt x="0" y="6858000"/>
                </a:lnTo>
                <a:close/>
              </a:path>
            </a:pathLst>
          </a:custGeom>
        </p:spPr>
      </p:pic>
      <p:sp>
        <p:nvSpPr>
          <p:cNvPr id="2" name="Rectangle 1"/>
          <p:cNvSpPr/>
          <p:nvPr/>
        </p:nvSpPr>
        <p:spPr>
          <a:xfrm>
            <a:off x="8388096" y="4901184"/>
            <a:ext cx="2889504" cy="1463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400" b="1" dirty="0" smtClean="0">
                <a:solidFill>
                  <a:srgbClr val="C00000"/>
                </a:solidFill>
                <a:effectLst>
                  <a:outerShdw blurRad="38100" dist="38100" dir="2700000" algn="tl">
                    <a:srgbClr val="000000">
                      <a:alpha val="43137"/>
                    </a:srgbClr>
                  </a:outerShdw>
                </a:effectLst>
              </a:rPr>
              <a:t>Lecture </a:t>
            </a:r>
            <a:r>
              <a:rPr lang="en-US" sz="5400" b="1" dirty="0" smtClean="0">
                <a:solidFill>
                  <a:srgbClr val="C00000"/>
                </a:solidFill>
                <a:effectLst>
                  <a:outerShdw blurRad="38100" dist="38100" dir="2700000" algn="tl">
                    <a:srgbClr val="000000">
                      <a:alpha val="43137"/>
                    </a:srgbClr>
                  </a:outerShdw>
                </a:effectLst>
              </a:rPr>
              <a:t>4</a:t>
            </a:r>
            <a:endParaRPr lang="en-US" sz="5400" b="1" dirty="0">
              <a:solidFill>
                <a:srgbClr val="C0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407803360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Previous Lecture </a:t>
            </a:r>
            <a:endParaRPr lang="en-US" dirty="0"/>
          </a:p>
        </p:txBody>
      </p:sp>
      <p:graphicFrame>
        <p:nvGraphicFramePr>
          <p:cNvPr id="3" name="Diagram 2"/>
          <p:cNvGraphicFramePr/>
          <p:nvPr>
            <p:extLst>
              <p:ext uri="{D42A27DB-BD31-4B8C-83A1-F6EECF244321}">
                <p14:modId xmlns:p14="http://schemas.microsoft.com/office/powerpoint/2010/main" val="2816107513"/>
              </p:ext>
            </p:extLst>
          </p:nvPr>
        </p:nvGraphicFramePr>
        <p:xfrm>
          <a:off x="121920" y="1499616"/>
          <a:ext cx="11838432" cy="535838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54980246"/>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p:bldAsOne/>
      </p:bldGraphic>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6600" b="1" dirty="0" smtClean="0">
                <a:effectLst>
                  <a:outerShdw blurRad="38100" dist="38100" dir="2700000" algn="tl">
                    <a:srgbClr val="000000">
                      <a:alpha val="43137"/>
                    </a:srgbClr>
                  </a:outerShdw>
                </a:effectLst>
              </a:rPr>
              <a:t>AUDIENCE</a:t>
            </a:r>
            <a:r>
              <a:rPr lang="en-US" dirty="0" smtClean="0"/>
              <a:t> </a:t>
            </a:r>
            <a:endParaRPr lang="en-US" dirty="0"/>
          </a:p>
        </p:txBody>
      </p:sp>
      <p:sp>
        <p:nvSpPr>
          <p:cNvPr id="4" name="Oval 3"/>
          <p:cNvSpPr/>
          <p:nvPr/>
        </p:nvSpPr>
        <p:spPr>
          <a:xfrm>
            <a:off x="4840224" y="1879664"/>
            <a:ext cx="2511552" cy="1975104"/>
          </a:xfrm>
          <a:prstGeom prst="ellipse">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tx1"/>
                </a:solidFill>
              </a:rPr>
              <a:t>Technical Reader</a:t>
            </a:r>
            <a:endParaRPr lang="en-US" sz="2800" dirty="0">
              <a:solidFill>
                <a:schemeClr val="tx1"/>
              </a:solidFill>
            </a:endParaRPr>
          </a:p>
        </p:txBody>
      </p:sp>
      <p:sp>
        <p:nvSpPr>
          <p:cNvPr id="5" name="Oval 4"/>
          <p:cNvSpPr/>
          <p:nvPr/>
        </p:nvSpPr>
        <p:spPr>
          <a:xfrm>
            <a:off x="3584448" y="3206496"/>
            <a:ext cx="2511552" cy="1975104"/>
          </a:xfrm>
          <a:prstGeom prst="ellipse">
            <a:avLst/>
          </a:prstGeom>
          <a:blipFill>
            <a:blip r:embed="rId2"/>
            <a:tile tx="0" ty="0" sx="100000" sy="100000" flip="none" algn="tl"/>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solidFill>
                  <a:schemeClr val="tx1"/>
                </a:solidFill>
              </a:rPr>
              <a:t>Managerial Reader </a:t>
            </a:r>
            <a:endParaRPr lang="en-US" sz="2400" dirty="0">
              <a:solidFill>
                <a:schemeClr val="tx1"/>
              </a:solidFill>
            </a:endParaRPr>
          </a:p>
        </p:txBody>
      </p:sp>
      <p:sp>
        <p:nvSpPr>
          <p:cNvPr id="6" name="Oval 5"/>
          <p:cNvSpPr/>
          <p:nvPr/>
        </p:nvSpPr>
        <p:spPr>
          <a:xfrm>
            <a:off x="5559552" y="3395472"/>
            <a:ext cx="2511552" cy="1975104"/>
          </a:xfrm>
          <a:prstGeom prst="ellipse">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solidFill>
                  <a:schemeClr val="tx1"/>
                </a:solidFill>
              </a:rPr>
              <a:t>General Reader </a:t>
            </a:r>
            <a:endParaRPr lang="en-US" sz="3200" dirty="0">
              <a:solidFill>
                <a:schemeClr val="tx1"/>
              </a:solidFill>
            </a:endParaRPr>
          </a:p>
        </p:txBody>
      </p:sp>
      <p:graphicFrame>
        <p:nvGraphicFramePr>
          <p:cNvPr id="7" name="Diagram 6"/>
          <p:cNvGraphicFramePr/>
          <p:nvPr>
            <p:extLst>
              <p:ext uri="{D42A27DB-BD31-4B8C-83A1-F6EECF244321}">
                <p14:modId xmlns:p14="http://schemas.microsoft.com/office/powerpoint/2010/main" val="2242136471"/>
              </p:ext>
            </p:extLst>
          </p:nvPr>
        </p:nvGraphicFramePr>
        <p:xfrm>
          <a:off x="316992" y="207264"/>
          <a:ext cx="11667744" cy="652272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Curved Down Arrow 7"/>
          <p:cNvSpPr/>
          <p:nvPr/>
        </p:nvSpPr>
        <p:spPr>
          <a:xfrm>
            <a:off x="4937760" y="1327024"/>
            <a:ext cx="890016" cy="552640"/>
          </a:xfrm>
          <a:prstGeom prst="curvedDownArrow">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Curved Down Arrow 8"/>
          <p:cNvSpPr/>
          <p:nvPr/>
        </p:nvSpPr>
        <p:spPr>
          <a:xfrm rot="17173278">
            <a:off x="2695952" y="4082930"/>
            <a:ext cx="890016" cy="552640"/>
          </a:xfrm>
          <a:prstGeom prst="curvedDown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Curved Down Arrow 9"/>
          <p:cNvSpPr/>
          <p:nvPr/>
        </p:nvSpPr>
        <p:spPr>
          <a:xfrm rot="7640591">
            <a:off x="7891279" y="4611187"/>
            <a:ext cx="890016" cy="552640"/>
          </a:xfrm>
          <a:prstGeom prst="curvedDownArrow">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61988253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Technical Readers </a:t>
            </a:r>
          </a:p>
        </p:txBody>
      </p:sp>
      <p:pic>
        <p:nvPicPr>
          <p:cNvPr id="5" name="Content Placeholder 4"/>
          <p:cNvPicPr>
            <a:picLocks noGrp="1" noChangeAspect="1"/>
          </p:cNvPicPr>
          <p:nvPr>
            <p:ph sz="half" idx="1"/>
          </p:nvPr>
        </p:nvPicPr>
        <p:blipFill>
          <a:blip r:embed="rId2" cstate="print">
            <a:extLst>
              <a:ext uri="{28A0092B-C50C-407E-A947-70E740481C1C}">
                <a14:useLocalDpi xmlns:a14="http://schemas.microsoft.com/office/drawing/2010/main" val="0"/>
              </a:ext>
            </a:extLst>
          </a:blip>
          <a:stretch>
            <a:fillRect/>
          </a:stretch>
        </p:blipFill>
        <p:spPr>
          <a:xfrm>
            <a:off x="694944" y="1825625"/>
            <a:ext cx="4157472" cy="4477639"/>
          </a:xfrm>
        </p:spPr>
      </p:pic>
      <p:sp>
        <p:nvSpPr>
          <p:cNvPr id="4" name="Content Placeholder 3"/>
          <p:cNvSpPr>
            <a:spLocks noGrp="1"/>
          </p:cNvSpPr>
          <p:nvPr>
            <p:ph sz="half" idx="2"/>
          </p:nvPr>
        </p:nvSpPr>
        <p:spPr>
          <a:xfrm>
            <a:off x="4879848" y="1825625"/>
            <a:ext cx="6873240" cy="4351338"/>
          </a:xfrm>
        </p:spPr>
        <p:txBody>
          <a:bodyPr/>
          <a:lstStyle/>
          <a:p>
            <a:pPr marL="0" indent="0" algn="justLow">
              <a:buNone/>
            </a:pPr>
            <a:r>
              <a:rPr lang="en-US" sz="4000" dirty="0"/>
              <a:t>Technical Readers have </a:t>
            </a:r>
            <a:r>
              <a:rPr lang="en-US" sz="4000" b="1" dirty="0">
                <a:solidFill>
                  <a:srgbClr val="00B0F0"/>
                </a:solidFill>
              </a:rPr>
              <a:t>sufficient knowledge </a:t>
            </a:r>
            <a:r>
              <a:rPr lang="en-US" sz="4000" dirty="0"/>
              <a:t>with respect to the </a:t>
            </a:r>
            <a:r>
              <a:rPr lang="en-US" sz="4000" dirty="0">
                <a:solidFill>
                  <a:srgbClr val="FF0000"/>
                </a:solidFill>
              </a:rPr>
              <a:t>subject matter </a:t>
            </a:r>
            <a:r>
              <a:rPr lang="en-US" sz="4000" dirty="0"/>
              <a:t>which is why all they require is the </a:t>
            </a:r>
            <a:r>
              <a:rPr lang="en-US" sz="4000" dirty="0">
                <a:solidFill>
                  <a:srgbClr val="002060"/>
                </a:solidFill>
              </a:rPr>
              <a:t>latest information </a:t>
            </a:r>
            <a:r>
              <a:rPr lang="en-US" sz="4000" dirty="0"/>
              <a:t>which they can use to </a:t>
            </a:r>
            <a:r>
              <a:rPr lang="en-US" sz="4000" dirty="0">
                <a:solidFill>
                  <a:schemeClr val="accent4">
                    <a:lumMod val="50000"/>
                  </a:schemeClr>
                </a:solidFill>
              </a:rPr>
              <a:t>interpret and draw a conclusion</a:t>
            </a:r>
            <a:r>
              <a:rPr lang="en-US" sz="4000" dirty="0"/>
              <a:t>. </a:t>
            </a:r>
          </a:p>
          <a:p>
            <a:pPr marL="0" indent="0">
              <a:buNone/>
            </a:pPr>
            <a:endParaRPr lang="en-US" dirty="0"/>
          </a:p>
        </p:txBody>
      </p:sp>
    </p:spTree>
    <p:extLst>
      <p:ext uri="{BB962C8B-B14F-4D97-AF65-F5344CB8AC3E}">
        <p14:creationId xmlns:p14="http://schemas.microsoft.com/office/powerpoint/2010/main" val="3570051943"/>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Managerial Readers </a:t>
            </a:r>
          </a:p>
        </p:txBody>
      </p:sp>
      <p:pic>
        <p:nvPicPr>
          <p:cNvPr id="5" name="Content Placeholder 4"/>
          <p:cNvPicPr>
            <a:picLocks noGrp="1" noChangeAspect="1"/>
          </p:cNvPicPr>
          <p:nvPr>
            <p:ph sz="half" idx="1"/>
          </p:nvPr>
        </p:nvPicPr>
        <p:blipFill>
          <a:blip r:embed="rId2" cstate="print">
            <a:extLst>
              <a:ext uri="{28A0092B-C50C-407E-A947-70E740481C1C}">
                <a14:useLocalDpi xmlns:a14="http://schemas.microsoft.com/office/drawing/2010/main" val="0"/>
              </a:ext>
            </a:extLst>
          </a:blip>
          <a:stretch>
            <a:fillRect/>
          </a:stretch>
        </p:blipFill>
        <p:spPr>
          <a:xfrm>
            <a:off x="474979" y="1825625"/>
            <a:ext cx="4584701" cy="4351337"/>
          </a:xfrm>
        </p:spPr>
      </p:pic>
      <p:sp>
        <p:nvSpPr>
          <p:cNvPr id="4" name="Content Placeholder 3"/>
          <p:cNvSpPr>
            <a:spLocks noGrp="1"/>
          </p:cNvSpPr>
          <p:nvPr>
            <p:ph sz="half" idx="2"/>
          </p:nvPr>
        </p:nvSpPr>
        <p:spPr/>
        <p:txBody>
          <a:bodyPr>
            <a:noAutofit/>
          </a:bodyPr>
          <a:lstStyle/>
          <a:p>
            <a:pPr marL="0" indent="0" algn="justLow">
              <a:buNone/>
            </a:pPr>
            <a:r>
              <a:rPr lang="en-US" sz="3600" dirty="0"/>
              <a:t>Managerial Readers have a </a:t>
            </a:r>
            <a:r>
              <a:rPr lang="en-US" sz="3600" b="1" dirty="0">
                <a:solidFill>
                  <a:srgbClr val="00B050"/>
                </a:solidFill>
              </a:rPr>
              <a:t>hectic schedule </a:t>
            </a:r>
            <a:r>
              <a:rPr lang="en-US" sz="3600" dirty="0"/>
              <a:t>which is why they are interested to get the </a:t>
            </a:r>
            <a:r>
              <a:rPr lang="en-US" sz="3600" dirty="0">
                <a:solidFill>
                  <a:srgbClr val="FF0000"/>
                </a:solidFill>
              </a:rPr>
              <a:t>gist of the </a:t>
            </a:r>
            <a:r>
              <a:rPr lang="en-US" sz="3600" dirty="0" smtClean="0">
                <a:solidFill>
                  <a:srgbClr val="FF0000"/>
                </a:solidFill>
              </a:rPr>
              <a:t>content</a:t>
            </a:r>
            <a:r>
              <a:rPr lang="en-US" sz="3600" dirty="0"/>
              <a:t>. In other words, they are interested in reading the </a:t>
            </a:r>
            <a:r>
              <a:rPr lang="en-US" sz="3600" dirty="0">
                <a:solidFill>
                  <a:srgbClr val="FFC000"/>
                </a:solidFill>
              </a:rPr>
              <a:t>executive summary</a:t>
            </a:r>
            <a:r>
              <a:rPr lang="en-US" sz="3600" dirty="0"/>
              <a:t> of your report. </a:t>
            </a:r>
          </a:p>
        </p:txBody>
      </p:sp>
    </p:spTree>
    <p:extLst>
      <p:ext uri="{BB962C8B-B14F-4D97-AF65-F5344CB8AC3E}">
        <p14:creationId xmlns:p14="http://schemas.microsoft.com/office/powerpoint/2010/main" val="9421512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General Readers</a:t>
            </a:r>
          </a:p>
        </p:txBody>
      </p:sp>
      <p:pic>
        <p:nvPicPr>
          <p:cNvPr id="5" name="Content Placeholder 4"/>
          <p:cNvPicPr>
            <a:picLocks noGrp="1" noChangeAspect="1"/>
          </p:cNvPicPr>
          <p:nvPr>
            <p:ph sz="half" idx="1"/>
          </p:nvPr>
        </p:nvPicPr>
        <p:blipFill>
          <a:blip r:embed="rId2" cstate="print">
            <a:extLst>
              <a:ext uri="{28A0092B-C50C-407E-A947-70E740481C1C}">
                <a14:useLocalDpi xmlns:a14="http://schemas.microsoft.com/office/drawing/2010/main" val="0"/>
              </a:ext>
            </a:extLst>
          </a:blip>
          <a:stretch>
            <a:fillRect/>
          </a:stretch>
        </p:blipFill>
        <p:spPr>
          <a:xfrm>
            <a:off x="838200" y="1825625"/>
            <a:ext cx="3523488" cy="4351338"/>
          </a:xfrm>
        </p:spPr>
      </p:pic>
      <p:sp>
        <p:nvSpPr>
          <p:cNvPr id="4" name="Content Placeholder 3"/>
          <p:cNvSpPr>
            <a:spLocks noGrp="1"/>
          </p:cNvSpPr>
          <p:nvPr>
            <p:ph sz="half" idx="2"/>
          </p:nvPr>
        </p:nvSpPr>
        <p:spPr>
          <a:xfrm>
            <a:off x="4361688" y="1825625"/>
            <a:ext cx="6992112" cy="4351338"/>
          </a:xfrm>
        </p:spPr>
        <p:txBody>
          <a:bodyPr>
            <a:normAutofit/>
          </a:bodyPr>
          <a:lstStyle/>
          <a:p>
            <a:pPr marL="0" indent="0" algn="justLow">
              <a:buNone/>
            </a:pPr>
            <a:r>
              <a:rPr lang="en-US" sz="4000" dirty="0"/>
              <a:t>General Readers (lay readers) do </a:t>
            </a:r>
            <a:r>
              <a:rPr lang="en-US" sz="4000" dirty="0">
                <a:solidFill>
                  <a:srgbClr val="FF0000"/>
                </a:solidFill>
              </a:rPr>
              <a:t>not have sufficient knowledge </a:t>
            </a:r>
            <a:r>
              <a:rPr lang="en-US" sz="4000" dirty="0"/>
              <a:t>with respect to the subject matter. Thus, </a:t>
            </a:r>
            <a:r>
              <a:rPr lang="en-US" sz="4000" dirty="0" smtClean="0"/>
              <a:t>they </a:t>
            </a:r>
            <a:r>
              <a:rPr lang="en-US" sz="4000" dirty="0"/>
              <a:t>require </a:t>
            </a:r>
            <a:r>
              <a:rPr lang="en-US" sz="4000" dirty="0">
                <a:solidFill>
                  <a:srgbClr val="00B0F0"/>
                </a:solidFill>
              </a:rPr>
              <a:t>details for the comprehension </a:t>
            </a:r>
            <a:r>
              <a:rPr lang="en-US" sz="4000" dirty="0"/>
              <a:t>of information provided within the report.</a:t>
            </a:r>
          </a:p>
        </p:txBody>
      </p:sp>
    </p:spTree>
    <p:extLst>
      <p:ext uri="{BB962C8B-B14F-4D97-AF65-F5344CB8AC3E}">
        <p14:creationId xmlns:p14="http://schemas.microsoft.com/office/powerpoint/2010/main" val="411359241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Technical Report Writing </a:t>
            </a:r>
          </a:p>
        </p:txBody>
      </p:sp>
      <p:sp>
        <p:nvSpPr>
          <p:cNvPr id="3" name="Content Placeholder 2"/>
          <p:cNvSpPr>
            <a:spLocks noGrp="1"/>
          </p:cNvSpPr>
          <p:nvPr>
            <p:ph idx="1"/>
          </p:nvPr>
        </p:nvSpPr>
        <p:spPr/>
        <p:txBody>
          <a:bodyPr>
            <a:normAutofit/>
          </a:bodyPr>
          <a:lstStyle/>
          <a:p>
            <a:r>
              <a:rPr lang="en-US" sz="3600" dirty="0" smtClean="0"/>
              <a:t>A </a:t>
            </a:r>
            <a:r>
              <a:rPr lang="en-US" sz="3600" dirty="0"/>
              <a:t>written account of events related to a scientific </a:t>
            </a:r>
            <a:r>
              <a:rPr lang="en-US" sz="3600" dirty="0" smtClean="0"/>
              <a:t>inquiry </a:t>
            </a:r>
          </a:p>
          <a:p>
            <a:r>
              <a:rPr lang="en-US" sz="3600" dirty="0" smtClean="0"/>
              <a:t>An exercise to effectively communicate technical information </a:t>
            </a:r>
          </a:p>
          <a:p>
            <a:r>
              <a:rPr lang="en-US" sz="3600" dirty="0" smtClean="0"/>
              <a:t>An </a:t>
            </a:r>
            <a:r>
              <a:rPr lang="en-US" sz="3600" dirty="0"/>
              <a:t>interpretation of graphs, tables and figures using language </a:t>
            </a:r>
          </a:p>
          <a:p>
            <a:r>
              <a:rPr lang="en-US" sz="3600" dirty="0" smtClean="0"/>
              <a:t>Organization </a:t>
            </a:r>
            <a:r>
              <a:rPr lang="en-US" sz="3600" dirty="0"/>
              <a:t>of information to present findings </a:t>
            </a:r>
          </a:p>
        </p:txBody>
      </p:sp>
    </p:spTree>
    <p:extLst>
      <p:ext uri="{BB962C8B-B14F-4D97-AF65-F5344CB8AC3E}">
        <p14:creationId xmlns:p14="http://schemas.microsoft.com/office/powerpoint/2010/main" val="59046390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6901"/>
            <a:ext cx="10515600" cy="951611"/>
          </a:xfrm>
        </p:spPr>
        <p:txBody>
          <a:bodyPr>
            <a:normAutofit fontScale="90000"/>
          </a:bodyPr>
          <a:lstStyle/>
          <a:p>
            <a:pPr algn="ctr"/>
            <a:r>
              <a:rPr lang="en-US" sz="7200" b="1" dirty="0" smtClean="0">
                <a:effectLst>
                  <a:outerShdw blurRad="38100" dist="38100" dir="2700000" algn="tl">
                    <a:srgbClr val="000000">
                      <a:alpha val="43137"/>
                    </a:srgbClr>
                  </a:outerShdw>
                </a:effectLst>
              </a:rPr>
              <a:t>PURPOSE</a:t>
            </a:r>
            <a:r>
              <a:rPr lang="en-US" dirty="0" smtClean="0"/>
              <a:t> </a:t>
            </a:r>
            <a:endParaRPr lang="en-US" dirty="0"/>
          </a:p>
        </p:txBody>
      </p:sp>
      <p:graphicFrame>
        <p:nvGraphicFramePr>
          <p:cNvPr id="10" name="Diagram 9"/>
          <p:cNvGraphicFramePr/>
          <p:nvPr>
            <p:extLst>
              <p:ext uri="{D42A27DB-BD31-4B8C-83A1-F6EECF244321}">
                <p14:modId xmlns:p14="http://schemas.microsoft.com/office/powerpoint/2010/main" val="2819352995"/>
              </p:ext>
            </p:extLst>
          </p:nvPr>
        </p:nvGraphicFramePr>
        <p:xfrm>
          <a:off x="146304" y="1048512"/>
          <a:ext cx="11716512" cy="58094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45952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0" grpId="0">
        <p:bldAsOne/>
      </p:bldGraphic>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1624" y="35941"/>
            <a:ext cx="10515600" cy="1207643"/>
          </a:xfrm>
        </p:spPr>
        <p:txBody>
          <a:bodyPr>
            <a:normAutofit/>
          </a:bodyPr>
          <a:lstStyle/>
          <a:p>
            <a:pPr algn="ctr"/>
            <a:r>
              <a:rPr lang="en-US" sz="6000" b="1" dirty="0" smtClean="0">
                <a:effectLst>
                  <a:outerShdw blurRad="38100" dist="38100" dir="2700000" algn="tl">
                    <a:srgbClr val="000000">
                      <a:alpha val="43137"/>
                    </a:srgbClr>
                  </a:outerShdw>
                </a:effectLst>
              </a:rPr>
              <a:t>EXAMPLES </a:t>
            </a:r>
            <a:endParaRPr lang="en-US" sz="6000" b="1" dirty="0">
              <a:effectLst>
                <a:outerShdw blurRad="38100" dist="38100" dir="2700000" algn="tl">
                  <a:srgbClr val="000000">
                    <a:alpha val="43137"/>
                  </a:srgbClr>
                </a:outerShdw>
              </a:effectLst>
            </a:endParaRPr>
          </a:p>
        </p:txBody>
      </p:sp>
      <p:graphicFrame>
        <p:nvGraphicFramePr>
          <p:cNvPr id="4" name="Diagram 3"/>
          <p:cNvGraphicFramePr/>
          <p:nvPr>
            <p:extLst>
              <p:ext uri="{D42A27DB-BD31-4B8C-83A1-F6EECF244321}">
                <p14:modId xmlns:p14="http://schemas.microsoft.com/office/powerpoint/2010/main" val="856066060"/>
              </p:ext>
            </p:extLst>
          </p:nvPr>
        </p:nvGraphicFramePr>
        <p:xfrm>
          <a:off x="146304" y="999744"/>
          <a:ext cx="11960352" cy="585825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7174382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Universal Characteristics of a Report</a:t>
            </a:r>
          </a:p>
        </p:txBody>
      </p:sp>
      <p:sp>
        <p:nvSpPr>
          <p:cNvPr id="3" name="Content Placeholder 2"/>
          <p:cNvSpPr>
            <a:spLocks noGrp="1"/>
          </p:cNvSpPr>
          <p:nvPr>
            <p:ph idx="1"/>
          </p:nvPr>
        </p:nvSpPr>
        <p:spPr/>
        <p:txBody>
          <a:bodyPr/>
          <a:lstStyle/>
          <a:p>
            <a:r>
              <a:rPr lang="en-US" sz="3600" dirty="0" smtClean="0"/>
              <a:t>Report </a:t>
            </a:r>
            <a:r>
              <a:rPr lang="en-US" sz="3600" dirty="0"/>
              <a:t>writing involves the use of active voice with the use of active verbs to make it more </a:t>
            </a:r>
            <a:r>
              <a:rPr lang="en-US" sz="3600" dirty="0" smtClean="0"/>
              <a:t>effective </a:t>
            </a:r>
            <a:r>
              <a:rPr lang="en-US" sz="3600" dirty="0"/>
              <a:t>and appealing for the </a:t>
            </a:r>
            <a:r>
              <a:rPr lang="en-US" sz="3600" dirty="0" smtClean="0"/>
              <a:t>audience. </a:t>
            </a:r>
          </a:p>
          <a:p>
            <a:r>
              <a:rPr lang="en-US" sz="3600" dirty="0" smtClean="0"/>
              <a:t>It </a:t>
            </a:r>
            <a:r>
              <a:rPr lang="en-US" sz="3600" dirty="0"/>
              <a:t>is written in third person to remove the element of </a:t>
            </a:r>
            <a:r>
              <a:rPr lang="en-US" sz="3600" dirty="0" smtClean="0"/>
              <a:t>subjectivity </a:t>
            </a:r>
            <a:r>
              <a:rPr lang="en-US" sz="3600" dirty="0"/>
              <a:t>from the content</a:t>
            </a:r>
            <a:r>
              <a:rPr lang="en-US" sz="3600" dirty="0" smtClean="0"/>
              <a:t>.</a:t>
            </a:r>
          </a:p>
          <a:p>
            <a:r>
              <a:rPr lang="en-US" sz="3600" dirty="0" smtClean="0"/>
              <a:t>The </a:t>
            </a:r>
            <a:r>
              <a:rPr lang="en-US" sz="3600" dirty="0"/>
              <a:t>use of personal pronouns is avoided to maintain objectivity</a:t>
            </a:r>
            <a:r>
              <a:rPr lang="en-US" sz="3600" dirty="0" smtClean="0"/>
              <a:t>.</a:t>
            </a:r>
          </a:p>
          <a:p>
            <a:pPr marL="0" indent="0">
              <a:buNone/>
            </a:pPr>
            <a:endParaRPr lang="en-US" dirty="0"/>
          </a:p>
        </p:txBody>
      </p:sp>
    </p:spTree>
    <p:extLst>
      <p:ext uri="{BB962C8B-B14F-4D97-AF65-F5344CB8AC3E}">
        <p14:creationId xmlns:p14="http://schemas.microsoft.com/office/powerpoint/2010/main" val="392328772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244219"/>
          </a:xfrm>
        </p:spPr>
        <p:txBody>
          <a:bodyPr/>
          <a:lstStyle/>
          <a:p>
            <a:r>
              <a:rPr lang="en-US" dirty="0"/>
              <a:t>Universal Characteristics of a Report</a:t>
            </a:r>
          </a:p>
        </p:txBody>
      </p:sp>
      <p:sp>
        <p:nvSpPr>
          <p:cNvPr id="3" name="Content Placeholder 2"/>
          <p:cNvSpPr>
            <a:spLocks noGrp="1"/>
          </p:cNvSpPr>
          <p:nvPr>
            <p:ph idx="1"/>
          </p:nvPr>
        </p:nvSpPr>
        <p:spPr/>
        <p:txBody>
          <a:bodyPr>
            <a:noAutofit/>
          </a:bodyPr>
          <a:lstStyle/>
          <a:p>
            <a:pPr algn="just"/>
            <a:r>
              <a:rPr lang="en-US" sz="3200" dirty="0" smtClean="0"/>
              <a:t>The </a:t>
            </a:r>
            <a:r>
              <a:rPr lang="en-US" sz="3200" dirty="0"/>
              <a:t>conventional structure of a report has page margins of usually one inch on all sides</a:t>
            </a:r>
            <a:r>
              <a:rPr lang="en-US" sz="3200" dirty="0" smtClean="0"/>
              <a:t>.</a:t>
            </a:r>
          </a:p>
          <a:p>
            <a:pPr algn="just"/>
            <a:r>
              <a:rPr lang="en-US" sz="3200" dirty="0"/>
              <a:t>MLA or APA citation style is used for citation of sources in order to avoid plagiarism</a:t>
            </a:r>
            <a:r>
              <a:rPr lang="en-US" sz="3200" dirty="0" smtClean="0"/>
              <a:t>.</a:t>
            </a:r>
          </a:p>
          <a:p>
            <a:pPr algn="just"/>
            <a:r>
              <a:rPr lang="en-US" sz="3200" dirty="0"/>
              <a:t>Using another </a:t>
            </a:r>
            <a:r>
              <a:rPr lang="en-US" sz="3200" dirty="0" smtClean="0"/>
              <a:t>author’s </a:t>
            </a:r>
            <a:r>
              <a:rPr lang="en-US" sz="3200" dirty="0"/>
              <a:t>words as it is or using </a:t>
            </a:r>
            <a:r>
              <a:rPr lang="en-US" sz="3200" dirty="0" smtClean="0"/>
              <a:t>Deep Seek/ChatGPT </a:t>
            </a:r>
            <a:r>
              <a:rPr lang="en-US" sz="3200" dirty="0"/>
              <a:t>for the write-up is also considered plagiarism.</a:t>
            </a:r>
          </a:p>
          <a:p>
            <a:pPr algn="just"/>
            <a:r>
              <a:rPr lang="en-US" sz="3200" dirty="0"/>
              <a:t>C</a:t>
            </a:r>
            <a:r>
              <a:rPr lang="en-US" sz="3200" dirty="0" smtClean="0"/>
              <a:t>redible </a:t>
            </a:r>
            <a:r>
              <a:rPr lang="en-US" sz="3200" dirty="0"/>
              <a:t>authors and their content is cited to establish the authenticity of the content and discussion provided </a:t>
            </a:r>
            <a:r>
              <a:rPr lang="en-US" sz="3200" dirty="0" smtClean="0"/>
              <a:t>within </a:t>
            </a:r>
            <a:r>
              <a:rPr lang="en-US" sz="3200" dirty="0"/>
              <a:t>a report</a:t>
            </a:r>
          </a:p>
        </p:txBody>
      </p:sp>
    </p:spTree>
    <p:extLst>
      <p:ext uri="{BB962C8B-B14F-4D97-AF65-F5344CB8AC3E}">
        <p14:creationId xmlns:p14="http://schemas.microsoft.com/office/powerpoint/2010/main" val="325195750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10696683" cy="732773"/>
          </a:xfrm>
        </p:spPr>
        <p:txBody>
          <a:bodyPr>
            <a:normAutofit/>
          </a:bodyPr>
          <a:lstStyle/>
          <a:p>
            <a:pPr algn="ctr"/>
            <a:r>
              <a:rPr lang="en-US" sz="4400" dirty="0"/>
              <a:t>Structure of a Report: Overview</a:t>
            </a:r>
          </a:p>
        </p:txBody>
      </p:sp>
      <p:pic>
        <p:nvPicPr>
          <p:cNvPr id="5" name="Picture Placeholder 4"/>
          <p:cNvPicPr>
            <a:picLocks noGrp="1" noChangeAspect="1"/>
          </p:cNvPicPr>
          <p:nvPr>
            <p:ph type="pic" idx="1"/>
          </p:nvPr>
        </p:nvPicPr>
        <p:blipFill>
          <a:blip r:embed="rId2">
            <a:extLst>
              <a:ext uri="{28A0092B-C50C-407E-A947-70E740481C1C}">
                <a14:useLocalDpi xmlns:a14="http://schemas.microsoft.com/office/drawing/2010/main" val="0"/>
              </a:ext>
            </a:extLst>
          </a:blip>
          <a:srcRect l="16726" r="16726"/>
          <a:stretch>
            <a:fillRect/>
          </a:stretch>
        </p:blipFill>
        <p:spPr>
          <a:xfrm>
            <a:off x="1" y="1465545"/>
            <a:ext cx="4960350" cy="5404981"/>
          </a:xfrm>
        </p:spPr>
      </p:pic>
      <p:sp>
        <p:nvSpPr>
          <p:cNvPr id="4" name="Text Placeholder 3"/>
          <p:cNvSpPr>
            <a:spLocks noGrp="1"/>
          </p:cNvSpPr>
          <p:nvPr>
            <p:ph type="body" sz="half" idx="2"/>
          </p:nvPr>
        </p:nvSpPr>
        <p:spPr>
          <a:xfrm>
            <a:off x="4960351" y="1453018"/>
            <a:ext cx="7102213" cy="5404981"/>
          </a:xfrm>
        </p:spPr>
        <p:txBody>
          <a:bodyPr/>
          <a:lstStyle/>
          <a:p>
            <a:pPr marL="571500" indent="-571500">
              <a:buFont typeface="Arial" panose="020B0604020202020204" pitchFamily="34" charset="0"/>
              <a:buChar char="•"/>
            </a:pPr>
            <a:r>
              <a:rPr lang="en-US" sz="3600" dirty="0"/>
              <a:t>Title </a:t>
            </a:r>
            <a:r>
              <a:rPr lang="en-US" sz="3600" dirty="0" smtClean="0"/>
              <a:t>Page</a:t>
            </a:r>
          </a:p>
          <a:p>
            <a:pPr marL="571500" indent="-571500">
              <a:buFont typeface="Arial" panose="020B0604020202020204" pitchFamily="34" charset="0"/>
              <a:buChar char="•"/>
            </a:pPr>
            <a:r>
              <a:rPr lang="en-US" sz="3600" dirty="0" smtClean="0"/>
              <a:t>Abstract</a:t>
            </a:r>
          </a:p>
          <a:p>
            <a:pPr marL="571500" indent="-571500">
              <a:buFont typeface="Arial" panose="020B0604020202020204" pitchFamily="34" charset="0"/>
              <a:buChar char="•"/>
            </a:pPr>
            <a:r>
              <a:rPr lang="en-US" sz="3600" dirty="0"/>
              <a:t>Table of </a:t>
            </a:r>
            <a:r>
              <a:rPr lang="en-US" sz="3600" dirty="0" smtClean="0"/>
              <a:t>Contents</a:t>
            </a:r>
          </a:p>
          <a:p>
            <a:pPr marL="571500" indent="-571500">
              <a:buFont typeface="Arial" panose="020B0604020202020204" pitchFamily="34" charset="0"/>
              <a:buChar char="•"/>
            </a:pPr>
            <a:r>
              <a:rPr lang="en-US" sz="3600" dirty="0" smtClean="0"/>
              <a:t>Introduction</a:t>
            </a:r>
          </a:p>
          <a:p>
            <a:pPr marL="571500" indent="-571500">
              <a:buFont typeface="Arial" panose="020B0604020202020204" pitchFamily="34" charset="0"/>
              <a:buChar char="•"/>
            </a:pPr>
            <a:r>
              <a:rPr lang="en-US" sz="3600" dirty="0"/>
              <a:t>Design and Procedure </a:t>
            </a:r>
            <a:endParaRPr lang="en-US" sz="3600" dirty="0" smtClean="0"/>
          </a:p>
          <a:p>
            <a:pPr marL="571500" indent="-571500">
              <a:buFont typeface="Arial" panose="020B0604020202020204" pitchFamily="34" charset="0"/>
              <a:buChar char="•"/>
            </a:pPr>
            <a:r>
              <a:rPr lang="en-US" sz="3600" dirty="0"/>
              <a:t>Results and Discussion </a:t>
            </a:r>
            <a:endParaRPr lang="en-US" sz="3600" dirty="0" smtClean="0"/>
          </a:p>
          <a:p>
            <a:pPr marL="571500" indent="-571500">
              <a:buFont typeface="Arial" panose="020B0604020202020204" pitchFamily="34" charset="0"/>
              <a:buChar char="•"/>
            </a:pPr>
            <a:r>
              <a:rPr lang="en-US" sz="3600" dirty="0"/>
              <a:t>Conclusion </a:t>
            </a:r>
            <a:endParaRPr lang="en-US" sz="3600" dirty="0" smtClean="0"/>
          </a:p>
          <a:p>
            <a:pPr marL="571500" indent="-571500">
              <a:buFont typeface="Arial" panose="020B0604020202020204" pitchFamily="34" charset="0"/>
              <a:buChar char="•"/>
            </a:pPr>
            <a:r>
              <a:rPr lang="en-US" sz="3600" dirty="0"/>
              <a:t>Work </a:t>
            </a:r>
            <a:r>
              <a:rPr lang="en-US" sz="3600" dirty="0" smtClean="0"/>
              <a:t>Cited/Bibliography</a:t>
            </a:r>
          </a:p>
          <a:p>
            <a:endParaRPr lang="en-US" dirty="0"/>
          </a:p>
        </p:txBody>
      </p:sp>
    </p:spTree>
    <p:extLst>
      <p:ext uri="{BB962C8B-B14F-4D97-AF65-F5344CB8AC3E}">
        <p14:creationId xmlns:p14="http://schemas.microsoft.com/office/powerpoint/2010/main" val="28052452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xit" presetSubtype="0" fill="hold" nodeType="clickEffect">
                                  <p:stCondLst>
                                    <p:cond delay="0"/>
                                  </p:stCondLst>
                                  <p:childTnLst>
                                    <p:animEffect transition="out" filter="fade">
                                      <p:cBhvr>
                                        <p:cTn id="6" dur="2000"/>
                                        <p:tgtEl>
                                          <p:spTgt spid="5"/>
                                        </p:tgtEl>
                                      </p:cBhvr>
                                    </p:animEffect>
                                    <p:anim calcmode="lin" valueType="num">
                                      <p:cBhvr>
                                        <p:cTn id="7" dur="2000"/>
                                        <p:tgtEl>
                                          <p:spTgt spid="5"/>
                                        </p:tgtEl>
                                        <p:attrNameLst>
                                          <p:attrName>ppt_w</p:attrName>
                                        </p:attrNameLst>
                                      </p:cBhvr>
                                      <p:tavLst>
                                        <p:tav tm="0">
                                          <p:val>
                                            <p:strVal val="ppt_w"/>
                                          </p:val>
                                        </p:tav>
                                        <p:tav tm="5000">
                                          <p:val>
                                            <p:strVal val="0.92*ppt_w"/>
                                          </p:val>
                                        </p:tav>
                                        <p:tav tm="10000">
                                          <p:val>
                                            <p:strVal val="0.71*ppt_w"/>
                                          </p:val>
                                        </p:tav>
                                        <p:tav tm="15000">
                                          <p:val>
                                            <p:strVal val="0.38*ppt_w"/>
                                          </p:val>
                                        </p:tav>
                                        <p:tav tm="20000">
                                          <p:val>
                                            <p:fltVal val="0"/>
                                          </p:val>
                                        </p:tav>
                                        <p:tav tm="25000">
                                          <p:val>
                                            <p:strVal val="-0.38*ppt_w"/>
                                          </p:val>
                                        </p:tav>
                                        <p:tav tm="30000">
                                          <p:val>
                                            <p:strVal val="-0.71*ppt_w"/>
                                          </p:val>
                                        </p:tav>
                                        <p:tav tm="35000">
                                          <p:val>
                                            <p:strVal val="-0.92*ppt_w"/>
                                          </p:val>
                                        </p:tav>
                                        <p:tav tm="40000">
                                          <p:val>
                                            <p:strVal val="-ppt_w"/>
                                          </p:val>
                                        </p:tav>
                                        <p:tav tm="45000">
                                          <p:val>
                                            <p:strVal val="-0.92*ppt_w"/>
                                          </p:val>
                                        </p:tav>
                                        <p:tav tm="50000">
                                          <p:val>
                                            <p:strVal val="-0.71*ppt_w"/>
                                          </p:val>
                                        </p:tav>
                                        <p:tav tm="55000">
                                          <p:val>
                                            <p:strVal val="-0.38*ppt_w"/>
                                          </p:val>
                                        </p:tav>
                                        <p:tav tm="60000">
                                          <p:val>
                                            <p:fltVal val="0"/>
                                          </p:val>
                                        </p:tav>
                                        <p:tav tm="65000">
                                          <p:val>
                                            <p:strVal val="0.38*ppt_w"/>
                                          </p:val>
                                        </p:tav>
                                        <p:tav tm="70000">
                                          <p:val>
                                            <p:strVal val="0.71*ppt_w"/>
                                          </p:val>
                                        </p:tav>
                                        <p:tav tm="75000">
                                          <p:val>
                                            <p:strVal val="0.92*ppt_w"/>
                                          </p:val>
                                        </p:tav>
                                        <p:tav tm="80000">
                                          <p:val>
                                            <p:strVal val="ppt_w"/>
                                          </p:val>
                                        </p:tav>
                                        <p:tav tm="85000">
                                          <p:val>
                                            <p:strVal val="0.92*ppt_w"/>
                                          </p:val>
                                        </p:tav>
                                        <p:tav tm="90000">
                                          <p:val>
                                            <p:strVal val="0.71*ppt_w"/>
                                          </p:val>
                                        </p:tav>
                                        <p:tav tm="95000">
                                          <p:val>
                                            <p:strVal val="0.38*ppt_w"/>
                                          </p:val>
                                        </p:tav>
                                        <p:tav tm="100000">
                                          <p:val>
                                            <p:fltVal val="0"/>
                                          </p:val>
                                        </p:tav>
                                      </p:tavLst>
                                    </p:anim>
                                    <p:anim calcmode="lin" valueType="num">
                                      <p:cBhvr>
                                        <p:cTn id="8" dur="2000"/>
                                        <p:tgtEl>
                                          <p:spTgt spid="5"/>
                                        </p:tgtEl>
                                        <p:attrNameLst>
                                          <p:attrName>ppt_h</p:attrName>
                                        </p:attrNameLst>
                                      </p:cBhvr>
                                      <p:tavLst>
                                        <p:tav tm="0">
                                          <p:val>
                                            <p:strVal val="ppt_h"/>
                                          </p:val>
                                        </p:tav>
                                        <p:tav tm="100000">
                                          <p:val>
                                            <p:strVal val="ppt_h"/>
                                          </p:val>
                                        </p:tav>
                                      </p:tavLst>
                                    </p:anim>
                                    <p:set>
                                      <p:cBhvr>
                                        <p:cTn id="9" dur="1" fill="hold">
                                          <p:stCondLst>
                                            <p:cond delay="1999"/>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800" dirty="0">
                <a:effectLst>
                  <a:outerShdw blurRad="38100" dist="38100" dir="2700000" algn="tl">
                    <a:srgbClr val="000000">
                      <a:alpha val="43137"/>
                    </a:srgbClr>
                  </a:outerShdw>
                </a:effectLst>
              </a:rPr>
              <a:t>Title </a:t>
            </a:r>
            <a:r>
              <a:rPr lang="en-US" sz="4800" dirty="0" smtClean="0">
                <a:effectLst>
                  <a:outerShdw blurRad="38100" dist="38100" dir="2700000" algn="tl">
                    <a:srgbClr val="000000">
                      <a:alpha val="43137"/>
                    </a:srgbClr>
                  </a:outerShdw>
                </a:effectLst>
              </a:rPr>
              <a:t>Page</a:t>
            </a:r>
            <a:endParaRPr lang="en-US" sz="4800"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a:bodyPr>
          <a:lstStyle/>
          <a:p>
            <a:r>
              <a:rPr lang="en-US" sz="4000" dirty="0"/>
              <a:t>A title page is also known as the cover </a:t>
            </a:r>
            <a:r>
              <a:rPr lang="en-US" sz="4000" dirty="0" smtClean="0"/>
              <a:t>page. </a:t>
            </a:r>
          </a:p>
          <a:p>
            <a:r>
              <a:rPr lang="en-US" sz="4000" dirty="0" smtClean="0"/>
              <a:t>It provides </a:t>
            </a:r>
            <a:r>
              <a:rPr lang="en-US" sz="4000" dirty="0"/>
              <a:t>the details of </a:t>
            </a:r>
            <a:endParaRPr lang="en-US" sz="4000" dirty="0" smtClean="0"/>
          </a:p>
          <a:p>
            <a:pPr marL="514350" indent="-514350">
              <a:buFont typeface="+mj-lt"/>
              <a:buAutoNum type="arabicPeriod"/>
            </a:pPr>
            <a:r>
              <a:rPr lang="en-US" sz="4000" dirty="0"/>
              <a:t>A</a:t>
            </a:r>
            <a:r>
              <a:rPr lang="en-US" sz="4000" dirty="0" smtClean="0"/>
              <a:t>ddresser </a:t>
            </a:r>
            <a:r>
              <a:rPr lang="en-US" sz="4000" dirty="0"/>
              <a:t>(From</a:t>
            </a:r>
            <a:r>
              <a:rPr lang="en-US" sz="4000" dirty="0" smtClean="0"/>
              <a:t>)</a:t>
            </a:r>
          </a:p>
          <a:p>
            <a:pPr marL="514350" indent="-514350">
              <a:buFont typeface="+mj-lt"/>
              <a:buAutoNum type="arabicPeriod"/>
            </a:pPr>
            <a:r>
              <a:rPr lang="en-US" sz="4000" dirty="0"/>
              <a:t>A</a:t>
            </a:r>
            <a:r>
              <a:rPr lang="en-US" sz="4000" dirty="0" smtClean="0"/>
              <a:t>ddressee (</a:t>
            </a:r>
            <a:r>
              <a:rPr lang="en-US" sz="4000" dirty="0"/>
              <a:t>To</a:t>
            </a:r>
            <a:r>
              <a:rPr lang="en-US" sz="4000" dirty="0" smtClean="0"/>
              <a:t>)</a:t>
            </a:r>
          </a:p>
          <a:p>
            <a:pPr marL="514350" indent="-514350">
              <a:buFont typeface="+mj-lt"/>
              <a:buAutoNum type="arabicPeriod"/>
            </a:pPr>
            <a:r>
              <a:rPr lang="en-US" sz="4000" dirty="0" smtClean="0"/>
              <a:t> Date </a:t>
            </a:r>
            <a:r>
              <a:rPr lang="en-US" sz="4000" dirty="0"/>
              <a:t>of submission </a:t>
            </a:r>
            <a:r>
              <a:rPr lang="en-US" sz="4000" dirty="0" smtClean="0"/>
              <a:t>and</a:t>
            </a:r>
          </a:p>
          <a:p>
            <a:pPr marL="514350" indent="-514350">
              <a:buFont typeface="+mj-lt"/>
              <a:buAutoNum type="arabicPeriod"/>
            </a:pPr>
            <a:r>
              <a:rPr lang="en-US" sz="4000" dirty="0" smtClean="0"/>
              <a:t> </a:t>
            </a:r>
            <a:r>
              <a:rPr lang="en-US" sz="4000" dirty="0"/>
              <a:t>T</a:t>
            </a:r>
            <a:r>
              <a:rPr lang="en-US" sz="4000" dirty="0" smtClean="0"/>
              <a:t>he </a:t>
            </a:r>
            <a:r>
              <a:rPr lang="en-US" sz="4000" dirty="0"/>
              <a:t>title itself.</a:t>
            </a:r>
          </a:p>
        </p:txBody>
      </p:sp>
    </p:spTree>
    <p:extLst>
      <p:ext uri="{BB962C8B-B14F-4D97-AF65-F5344CB8AC3E}">
        <p14:creationId xmlns:p14="http://schemas.microsoft.com/office/powerpoint/2010/main" val="132050368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800" b="1" dirty="0" smtClean="0">
                <a:effectLst>
                  <a:outerShdw blurRad="38100" dist="38100" dir="2700000" algn="tl">
                    <a:srgbClr val="000000">
                      <a:alpha val="43137"/>
                    </a:srgbClr>
                  </a:outerShdw>
                </a:effectLst>
              </a:rPr>
              <a:t>Abstract or Executive Summary </a:t>
            </a:r>
            <a:endParaRPr lang="en-US" sz="48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140677" y="1448972"/>
            <a:ext cx="11873132" cy="5134708"/>
          </a:xfrm>
        </p:spPr>
        <p:txBody>
          <a:bodyPr>
            <a:noAutofit/>
          </a:bodyPr>
          <a:lstStyle/>
          <a:p>
            <a:r>
              <a:rPr lang="en-US" sz="3200" dirty="0"/>
              <a:t>The cover page or the title page is followed by a short summary of the whole </a:t>
            </a:r>
            <a:r>
              <a:rPr lang="en-US" sz="3200" dirty="0" smtClean="0"/>
              <a:t>report.</a:t>
            </a:r>
          </a:p>
          <a:p>
            <a:r>
              <a:rPr lang="en-US" sz="3200" dirty="0" smtClean="0"/>
              <a:t>This </a:t>
            </a:r>
            <a:r>
              <a:rPr lang="en-US" sz="3200" dirty="0"/>
              <a:t>short summary </a:t>
            </a:r>
            <a:r>
              <a:rPr lang="en-US" sz="3200" dirty="0" smtClean="0"/>
              <a:t>is </a:t>
            </a:r>
            <a:r>
              <a:rPr lang="en-US" sz="3200" dirty="0"/>
              <a:t>technically called the executive summary. </a:t>
            </a:r>
            <a:endParaRPr lang="en-US" sz="3200" dirty="0" smtClean="0"/>
          </a:p>
          <a:p>
            <a:r>
              <a:rPr lang="en-US" sz="3200" dirty="0" smtClean="0"/>
              <a:t>It </a:t>
            </a:r>
            <a:r>
              <a:rPr lang="en-US" sz="3200" dirty="0"/>
              <a:t>is supposed to be qualitative, thus the adjective </a:t>
            </a:r>
            <a:r>
              <a:rPr lang="en-US" sz="3200" dirty="0" smtClean="0"/>
              <a:t>“</a:t>
            </a:r>
            <a:r>
              <a:rPr lang="en-US" sz="3200" dirty="0"/>
              <a:t>executive</a:t>
            </a:r>
            <a:r>
              <a:rPr lang="en-US" sz="3200" dirty="0" smtClean="0"/>
              <a:t>”. </a:t>
            </a:r>
          </a:p>
          <a:p>
            <a:r>
              <a:rPr lang="en-US" sz="3200" dirty="0" smtClean="0"/>
              <a:t>This </a:t>
            </a:r>
            <a:r>
              <a:rPr lang="en-US" sz="3200" dirty="0"/>
              <a:t>executive summary should clearly define the purpose and the outcome of the whole </a:t>
            </a:r>
            <a:r>
              <a:rPr lang="en-US" sz="3200" dirty="0" smtClean="0"/>
              <a:t>study </a:t>
            </a:r>
            <a:r>
              <a:rPr lang="en-US" sz="3200" dirty="0"/>
              <a:t>with pertinent results without using any abbreviation to confuse readers. </a:t>
            </a:r>
          </a:p>
        </p:txBody>
      </p:sp>
    </p:spTree>
    <p:extLst>
      <p:ext uri="{BB962C8B-B14F-4D97-AF65-F5344CB8AC3E}">
        <p14:creationId xmlns:p14="http://schemas.microsoft.com/office/powerpoint/2010/main" val="231159730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6000" b="1" dirty="0">
                <a:effectLst>
                  <a:outerShdw blurRad="38100" dist="38100" dir="2700000" algn="tl">
                    <a:srgbClr val="000000">
                      <a:alpha val="43137"/>
                    </a:srgbClr>
                  </a:outerShdw>
                </a:effectLst>
              </a:rPr>
              <a:t>Table of Contents</a:t>
            </a:r>
            <a:r>
              <a:rPr lang="en-US" dirty="0"/>
              <a:t/>
            </a:r>
            <a:br>
              <a:rPr lang="en-US" dirty="0"/>
            </a:br>
            <a:endParaRPr lang="en-US" dirty="0"/>
          </a:p>
        </p:txBody>
      </p:sp>
      <p:sp>
        <p:nvSpPr>
          <p:cNvPr id="3" name="Content Placeholder 2"/>
          <p:cNvSpPr>
            <a:spLocks noGrp="1"/>
          </p:cNvSpPr>
          <p:nvPr>
            <p:ph idx="1"/>
          </p:nvPr>
        </p:nvSpPr>
        <p:spPr>
          <a:xfrm>
            <a:off x="6443003" y="1308295"/>
            <a:ext cx="5472331" cy="5331656"/>
          </a:xfrm>
        </p:spPr>
        <p:txBody>
          <a:bodyPr>
            <a:normAutofit/>
          </a:bodyPr>
          <a:lstStyle/>
          <a:p>
            <a:pPr marL="0" indent="0" algn="just">
              <a:buNone/>
            </a:pPr>
            <a:r>
              <a:rPr lang="en-US" sz="3600" dirty="0"/>
              <a:t>The Table of Contents (</a:t>
            </a:r>
            <a:r>
              <a:rPr lang="en-US" sz="3600" dirty="0" err="1"/>
              <a:t>ToC</a:t>
            </a:r>
            <a:r>
              <a:rPr lang="en-US" sz="3600" dirty="0"/>
              <a:t>) is a page which provides the details of all the </a:t>
            </a:r>
            <a:r>
              <a:rPr lang="en-US" sz="3600" dirty="0">
                <a:solidFill>
                  <a:srgbClr val="00B050"/>
                </a:solidFill>
              </a:rPr>
              <a:t>sections</a:t>
            </a:r>
            <a:r>
              <a:rPr lang="en-US" sz="3600" dirty="0"/>
              <a:t> and </a:t>
            </a:r>
            <a:r>
              <a:rPr lang="en-US" sz="3600" dirty="0">
                <a:solidFill>
                  <a:srgbClr val="002060"/>
                </a:solidFill>
              </a:rPr>
              <a:t>subsections</a:t>
            </a:r>
            <a:r>
              <a:rPr lang="en-US" sz="3600" dirty="0"/>
              <a:t> along </a:t>
            </a:r>
            <a:r>
              <a:rPr lang="en-US" sz="3600" dirty="0" smtClean="0"/>
              <a:t>with </a:t>
            </a:r>
            <a:r>
              <a:rPr lang="en-US" sz="3600" dirty="0">
                <a:solidFill>
                  <a:srgbClr val="FF0000"/>
                </a:solidFill>
              </a:rPr>
              <a:t>a reference of pages </a:t>
            </a:r>
            <a:r>
              <a:rPr lang="en-US" sz="3600" dirty="0"/>
              <a:t>where those sections can be studied in a </a:t>
            </a:r>
            <a:r>
              <a:rPr lang="en-US" sz="3600" dirty="0">
                <a:solidFill>
                  <a:srgbClr val="FF0000"/>
                </a:solidFill>
              </a:rPr>
              <a:t>tabulated form</a:t>
            </a:r>
            <a:r>
              <a:rPr lang="en-US" sz="3600" dirty="0"/>
              <a:t>. </a:t>
            </a:r>
          </a:p>
        </p:txBody>
      </p:sp>
      <p:sp>
        <p:nvSpPr>
          <p:cNvPr id="4" name="Rectangle 3"/>
          <p:cNvSpPr/>
          <p:nvPr/>
        </p:nvSpPr>
        <p:spPr>
          <a:xfrm>
            <a:off x="675249" y="1308295"/>
            <a:ext cx="5598942" cy="53035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Concave vs. Convex—What's the Difference? | Grammarl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5248" y="1308295"/>
            <a:ext cx="5598943" cy="53035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551859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xit" presetSubtype="0" fill="hold" nodeType="clickEffect">
                                  <p:stCondLst>
                                    <p:cond delay="0"/>
                                  </p:stCondLst>
                                  <p:childTnLst>
                                    <p:animEffect transition="out" filter="fade">
                                      <p:cBhvr>
                                        <p:cTn id="6" dur="2000"/>
                                        <p:tgtEl>
                                          <p:spTgt spid="1026"/>
                                        </p:tgtEl>
                                      </p:cBhvr>
                                    </p:animEffect>
                                    <p:anim calcmode="lin" valueType="num">
                                      <p:cBhvr>
                                        <p:cTn id="7" dur="2000"/>
                                        <p:tgtEl>
                                          <p:spTgt spid="1026"/>
                                        </p:tgtEl>
                                        <p:attrNameLst>
                                          <p:attrName>ppt_w</p:attrName>
                                        </p:attrNameLst>
                                      </p:cBhvr>
                                      <p:tavLst>
                                        <p:tav tm="0">
                                          <p:val>
                                            <p:strVal val="ppt_w"/>
                                          </p:val>
                                        </p:tav>
                                        <p:tav tm="5000">
                                          <p:val>
                                            <p:strVal val="0.92*ppt_w"/>
                                          </p:val>
                                        </p:tav>
                                        <p:tav tm="10000">
                                          <p:val>
                                            <p:strVal val="0.71*ppt_w"/>
                                          </p:val>
                                        </p:tav>
                                        <p:tav tm="15000">
                                          <p:val>
                                            <p:strVal val="0.38*ppt_w"/>
                                          </p:val>
                                        </p:tav>
                                        <p:tav tm="20000">
                                          <p:val>
                                            <p:fltVal val="0"/>
                                          </p:val>
                                        </p:tav>
                                        <p:tav tm="25000">
                                          <p:val>
                                            <p:strVal val="-0.38*ppt_w"/>
                                          </p:val>
                                        </p:tav>
                                        <p:tav tm="30000">
                                          <p:val>
                                            <p:strVal val="-0.71*ppt_w"/>
                                          </p:val>
                                        </p:tav>
                                        <p:tav tm="35000">
                                          <p:val>
                                            <p:strVal val="-0.92*ppt_w"/>
                                          </p:val>
                                        </p:tav>
                                        <p:tav tm="40000">
                                          <p:val>
                                            <p:strVal val="-ppt_w"/>
                                          </p:val>
                                        </p:tav>
                                        <p:tav tm="45000">
                                          <p:val>
                                            <p:strVal val="-0.92*ppt_w"/>
                                          </p:val>
                                        </p:tav>
                                        <p:tav tm="50000">
                                          <p:val>
                                            <p:strVal val="-0.71*ppt_w"/>
                                          </p:val>
                                        </p:tav>
                                        <p:tav tm="55000">
                                          <p:val>
                                            <p:strVal val="-0.38*ppt_w"/>
                                          </p:val>
                                        </p:tav>
                                        <p:tav tm="60000">
                                          <p:val>
                                            <p:fltVal val="0"/>
                                          </p:val>
                                        </p:tav>
                                        <p:tav tm="65000">
                                          <p:val>
                                            <p:strVal val="0.38*ppt_w"/>
                                          </p:val>
                                        </p:tav>
                                        <p:tav tm="70000">
                                          <p:val>
                                            <p:strVal val="0.71*ppt_w"/>
                                          </p:val>
                                        </p:tav>
                                        <p:tav tm="75000">
                                          <p:val>
                                            <p:strVal val="0.92*ppt_w"/>
                                          </p:val>
                                        </p:tav>
                                        <p:tav tm="80000">
                                          <p:val>
                                            <p:strVal val="ppt_w"/>
                                          </p:val>
                                        </p:tav>
                                        <p:tav tm="85000">
                                          <p:val>
                                            <p:strVal val="0.92*ppt_w"/>
                                          </p:val>
                                        </p:tav>
                                        <p:tav tm="90000">
                                          <p:val>
                                            <p:strVal val="0.71*ppt_w"/>
                                          </p:val>
                                        </p:tav>
                                        <p:tav tm="95000">
                                          <p:val>
                                            <p:strVal val="0.38*ppt_w"/>
                                          </p:val>
                                        </p:tav>
                                        <p:tav tm="100000">
                                          <p:val>
                                            <p:fltVal val="0"/>
                                          </p:val>
                                        </p:tav>
                                      </p:tavLst>
                                    </p:anim>
                                    <p:anim calcmode="lin" valueType="num">
                                      <p:cBhvr>
                                        <p:cTn id="8" dur="2000"/>
                                        <p:tgtEl>
                                          <p:spTgt spid="1026"/>
                                        </p:tgtEl>
                                        <p:attrNameLst>
                                          <p:attrName>ppt_h</p:attrName>
                                        </p:attrNameLst>
                                      </p:cBhvr>
                                      <p:tavLst>
                                        <p:tav tm="0">
                                          <p:val>
                                            <p:strVal val="ppt_h"/>
                                          </p:val>
                                        </p:tav>
                                        <p:tav tm="100000">
                                          <p:val>
                                            <p:strVal val="ppt_h"/>
                                          </p:val>
                                        </p:tav>
                                      </p:tavLst>
                                    </p:anim>
                                    <p:set>
                                      <p:cBhvr>
                                        <p:cTn id="9" dur="1" fill="hold">
                                          <p:stCondLst>
                                            <p:cond delay="1999"/>
                                          </p:stCondLst>
                                        </p:cTn>
                                        <p:tgtEl>
                                          <p:spTgt spid="102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6000" b="1" dirty="0">
                <a:effectLst>
                  <a:outerShdw blurRad="38100" dist="38100" dir="2700000" algn="tl">
                    <a:srgbClr val="000000">
                      <a:alpha val="43137"/>
                    </a:srgbClr>
                  </a:outerShdw>
                </a:effectLst>
              </a:rPr>
              <a:t>Introduction</a:t>
            </a:r>
            <a:r>
              <a:rPr lang="en-US" dirty="0"/>
              <a:t/>
            </a:r>
            <a:br>
              <a:rPr lang="en-US" dirty="0"/>
            </a:br>
            <a:endParaRPr lang="en-US" dirty="0"/>
          </a:p>
        </p:txBody>
      </p:sp>
      <p:sp>
        <p:nvSpPr>
          <p:cNvPr id="3" name="Content Placeholder 2"/>
          <p:cNvSpPr>
            <a:spLocks noGrp="1"/>
          </p:cNvSpPr>
          <p:nvPr>
            <p:ph idx="1"/>
          </p:nvPr>
        </p:nvSpPr>
        <p:spPr/>
        <p:txBody>
          <a:bodyPr>
            <a:normAutofit/>
          </a:bodyPr>
          <a:lstStyle/>
          <a:p>
            <a:pPr algn="just"/>
            <a:r>
              <a:rPr lang="en-US" sz="3600" dirty="0"/>
              <a:t>The introductory section of a report describes the problem for the readers, elaborates the </a:t>
            </a:r>
            <a:r>
              <a:rPr lang="en-US" sz="3600" dirty="0">
                <a:solidFill>
                  <a:srgbClr val="0070C0"/>
                </a:solidFill>
              </a:rPr>
              <a:t>objectives</a:t>
            </a:r>
            <a:r>
              <a:rPr lang="en-US" sz="3600" dirty="0"/>
              <a:t>, </a:t>
            </a:r>
            <a:r>
              <a:rPr lang="en-US" sz="3600" dirty="0" smtClean="0"/>
              <a:t>explains </a:t>
            </a:r>
            <a:r>
              <a:rPr lang="en-US" sz="3600" dirty="0"/>
              <a:t>the </a:t>
            </a:r>
            <a:r>
              <a:rPr lang="en-US" sz="3600" dirty="0">
                <a:solidFill>
                  <a:srgbClr val="FF0000"/>
                </a:solidFill>
              </a:rPr>
              <a:t>methodology used for the collection </a:t>
            </a:r>
            <a:r>
              <a:rPr lang="en-US" sz="3600" dirty="0"/>
              <a:t>and analysis of data followed by </a:t>
            </a:r>
            <a:r>
              <a:rPr lang="en-US" sz="3600" dirty="0">
                <a:solidFill>
                  <a:srgbClr val="FF0000"/>
                </a:solidFill>
              </a:rPr>
              <a:t>highlighting the most </a:t>
            </a:r>
            <a:r>
              <a:rPr lang="en-US" sz="3600" dirty="0" smtClean="0">
                <a:solidFill>
                  <a:srgbClr val="FF0000"/>
                </a:solidFill>
              </a:rPr>
              <a:t>interesting </a:t>
            </a:r>
            <a:r>
              <a:rPr lang="en-US" sz="3600" dirty="0">
                <a:solidFill>
                  <a:srgbClr val="FF0000"/>
                </a:solidFill>
              </a:rPr>
              <a:t>results </a:t>
            </a:r>
            <a:r>
              <a:rPr lang="en-US" sz="3600" dirty="0"/>
              <a:t>to catch the attention of readers and to draw a conclusion. </a:t>
            </a:r>
            <a:endParaRPr lang="en-US" sz="3600" dirty="0" smtClean="0"/>
          </a:p>
          <a:p>
            <a:pPr algn="just"/>
            <a:r>
              <a:rPr lang="en-US" sz="3600" dirty="0" smtClean="0"/>
              <a:t>The </a:t>
            </a:r>
            <a:r>
              <a:rPr lang="en-US" sz="3600" dirty="0"/>
              <a:t>information is </a:t>
            </a:r>
            <a:r>
              <a:rPr lang="en-US" sz="3600" dirty="0" smtClean="0"/>
              <a:t>provided </a:t>
            </a:r>
            <a:r>
              <a:rPr lang="en-US" sz="3600" dirty="0">
                <a:solidFill>
                  <a:srgbClr val="00B050"/>
                </a:solidFill>
              </a:rPr>
              <a:t>using the technique of conciseness. </a:t>
            </a:r>
          </a:p>
        </p:txBody>
      </p:sp>
    </p:spTree>
    <p:extLst>
      <p:ext uri="{BB962C8B-B14F-4D97-AF65-F5344CB8AC3E}">
        <p14:creationId xmlns:p14="http://schemas.microsoft.com/office/powerpoint/2010/main" val="407330439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Design and Procedure</a:t>
            </a:r>
          </a:p>
        </p:txBody>
      </p:sp>
      <p:sp>
        <p:nvSpPr>
          <p:cNvPr id="3" name="Content Placeholder 2"/>
          <p:cNvSpPr>
            <a:spLocks noGrp="1"/>
          </p:cNvSpPr>
          <p:nvPr>
            <p:ph idx="1"/>
          </p:nvPr>
        </p:nvSpPr>
        <p:spPr/>
        <p:txBody>
          <a:bodyPr>
            <a:normAutofit/>
          </a:bodyPr>
          <a:lstStyle/>
          <a:p>
            <a:pPr algn="just"/>
            <a:r>
              <a:rPr lang="en-US" sz="3200" dirty="0"/>
              <a:t>This section involves the theoretical description of the research design used for the analysis of the </a:t>
            </a:r>
            <a:r>
              <a:rPr lang="en-US" sz="3200" dirty="0" smtClean="0"/>
              <a:t>report</a:t>
            </a:r>
            <a:r>
              <a:rPr lang="en-US" sz="3200" dirty="0"/>
              <a:t>. </a:t>
            </a:r>
            <a:endParaRPr lang="en-US" sz="3200" dirty="0" smtClean="0"/>
          </a:p>
          <a:p>
            <a:pPr algn="just"/>
            <a:r>
              <a:rPr lang="en-US" sz="3200" dirty="0" smtClean="0"/>
              <a:t>This </a:t>
            </a:r>
            <a:r>
              <a:rPr lang="en-US" sz="3200" dirty="0"/>
              <a:t>section can also cover the previous testing of the particular design under consideration. </a:t>
            </a:r>
          </a:p>
          <a:p>
            <a:pPr algn="just"/>
            <a:r>
              <a:rPr lang="en-US" sz="3200" dirty="0" smtClean="0"/>
              <a:t>No specific </a:t>
            </a:r>
            <a:r>
              <a:rPr lang="en-US" sz="3200" dirty="0"/>
              <a:t>measurements are needed at this point. This section to has to be kept brief and </a:t>
            </a:r>
            <a:r>
              <a:rPr lang="en-US" sz="3200" dirty="0" smtClean="0"/>
              <a:t>clear.</a:t>
            </a:r>
            <a:endParaRPr lang="en-US" sz="3200" dirty="0"/>
          </a:p>
        </p:txBody>
      </p:sp>
    </p:spTree>
    <p:extLst>
      <p:ext uri="{BB962C8B-B14F-4D97-AF65-F5344CB8AC3E}">
        <p14:creationId xmlns:p14="http://schemas.microsoft.com/office/powerpoint/2010/main" val="103977919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5400" b="1" dirty="0">
                <a:effectLst>
                  <a:outerShdw blurRad="38100" dist="38100" dir="2700000" algn="tl">
                    <a:srgbClr val="000000">
                      <a:alpha val="43137"/>
                    </a:srgbClr>
                  </a:outerShdw>
                </a:effectLst>
              </a:rPr>
              <a:t>Results and Discussion</a:t>
            </a:r>
          </a:p>
        </p:txBody>
      </p:sp>
      <p:sp>
        <p:nvSpPr>
          <p:cNvPr id="3" name="Content Placeholder 2"/>
          <p:cNvSpPr>
            <a:spLocks noGrp="1"/>
          </p:cNvSpPr>
          <p:nvPr>
            <p:ph idx="1"/>
          </p:nvPr>
        </p:nvSpPr>
        <p:spPr>
          <a:xfrm>
            <a:off x="5176911" y="1690688"/>
            <a:ext cx="6527409" cy="4794517"/>
          </a:xfrm>
        </p:spPr>
        <p:txBody>
          <a:bodyPr>
            <a:normAutofit/>
          </a:bodyPr>
          <a:lstStyle/>
          <a:p>
            <a:pPr marL="0" indent="0" algn="justLow">
              <a:buNone/>
            </a:pPr>
            <a:r>
              <a:rPr lang="en-US" sz="3200" dirty="0"/>
              <a:t>The results and their interpretation is provided in this section with the application of figures, tables and </a:t>
            </a:r>
            <a:r>
              <a:rPr lang="en-US" sz="3200" dirty="0" smtClean="0"/>
              <a:t>diagrams etc.</a:t>
            </a:r>
          </a:p>
          <a:p>
            <a:pPr marL="0" indent="0">
              <a:buNone/>
            </a:pPr>
            <a:endParaRPr lang="en-US" sz="3200" dirty="0"/>
          </a:p>
        </p:txBody>
      </p:sp>
      <p:pic>
        <p:nvPicPr>
          <p:cNvPr id="2050" name="Picture 2" descr="Free Magnifying glass focusing on market data and charts indicating financial analysis concept. Stock Phot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4573" y="1690688"/>
            <a:ext cx="4642338" cy="47945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8931712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5400" dirty="0">
                <a:effectLst>
                  <a:outerShdw blurRad="38100" dist="38100" dir="2700000" algn="tl">
                    <a:srgbClr val="000000">
                      <a:alpha val="43137"/>
                    </a:srgbClr>
                  </a:outerShdw>
                </a:effectLst>
              </a:rPr>
              <a:t>Conclusion</a:t>
            </a:r>
          </a:p>
        </p:txBody>
      </p:sp>
      <p:sp>
        <p:nvSpPr>
          <p:cNvPr id="3" name="Content Placeholder 2"/>
          <p:cNvSpPr>
            <a:spLocks noGrp="1"/>
          </p:cNvSpPr>
          <p:nvPr>
            <p:ph idx="1"/>
          </p:nvPr>
        </p:nvSpPr>
        <p:spPr/>
        <p:txBody>
          <a:bodyPr/>
          <a:lstStyle/>
          <a:p>
            <a:pPr algn="just"/>
            <a:r>
              <a:rPr lang="en-US" sz="3200" dirty="0"/>
              <a:t>This section sums up all the results of the study in a quantitative manner, maintaining brevity. </a:t>
            </a:r>
            <a:endParaRPr lang="en-US" sz="3200" dirty="0" smtClean="0"/>
          </a:p>
          <a:p>
            <a:pPr algn="just"/>
            <a:r>
              <a:rPr lang="en-US" sz="3200" dirty="0" smtClean="0"/>
              <a:t>Authors must </a:t>
            </a:r>
            <a:r>
              <a:rPr lang="en-US" sz="3200" dirty="0"/>
              <a:t>strive to avoid the use of abbreviations as it will be read by readers who have earlier read only the </a:t>
            </a:r>
            <a:r>
              <a:rPr lang="en-US" sz="3200" dirty="0" smtClean="0"/>
              <a:t>executive </a:t>
            </a:r>
            <a:r>
              <a:rPr lang="en-US" sz="3200" dirty="0"/>
              <a:t>summary without any idea of the body content</a:t>
            </a:r>
            <a:r>
              <a:rPr lang="en-US" sz="3200" dirty="0" smtClean="0"/>
              <a:t>.</a:t>
            </a:r>
          </a:p>
          <a:p>
            <a:pPr marL="0" indent="0">
              <a:buNone/>
            </a:pPr>
            <a:endParaRPr lang="en-US" dirty="0"/>
          </a:p>
        </p:txBody>
      </p:sp>
    </p:spTree>
    <p:extLst>
      <p:ext uri="{BB962C8B-B14F-4D97-AF65-F5344CB8AC3E}">
        <p14:creationId xmlns:p14="http://schemas.microsoft.com/office/powerpoint/2010/main" val="27257697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
            </a:r>
            <a:br>
              <a:rPr lang="en-US" dirty="0"/>
            </a:br>
            <a:r>
              <a:rPr lang="en-US" dirty="0">
                <a:effectLst>
                  <a:outerShdw blurRad="38100" dist="38100" dir="2700000" algn="tl">
                    <a:srgbClr val="000000">
                      <a:alpha val="43137"/>
                    </a:srgbClr>
                  </a:outerShdw>
                </a:effectLst>
              </a:rPr>
              <a:t>Conclusion</a:t>
            </a:r>
            <a:endParaRPr lang="en-US" dirty="0"/>
          </a:p>
        </p:txBody>
      </p:sp>
      <p:sp>
        <p:nvSpPr>
          <p:cNvPr id="3" name="Content Placeholder 2"/>
          <p:cNvSpPr>
            <a:spLocks noGrp="1"/>
          </p:cNvSpPr>
          <p:nvPr>
            <p:ph idx="1"/>
          </p:nvPr>
        </p:nvSpPr>
        <p:spPr/>
        <p:txBody>
          <a:bodyPr>
            <a:normAutofit/>
          </a:bodyPr>
          <a:lstStyle/>
          <a:p>
            <a:r>
              <a:rPr lang="en-US" sz="3200" dirty="0"/>
              <a:t>The conclusion must highlight the studied </a:t>
            </a:r>
            <a:r>
              <a:rPr lang="en-US" sz="3200" dirty="0" smtClean="0"/>
              <a:t>problem</a:t>
            </a:r>
            <a:r>
              <a:rPr lang="en-US" sz="3200" dirty="0"/>
              <a:t>, explain the basic objectives and the procedure to collect and analyze the data, and the most </a:t>
            </a:r>
            <a:r>
              <a:rPr lang="en-US" sz="3200" dirty="0" smtClean="0"/>
              <a:t>important </a:t>
            </a:r>
            <a:r>
              <a:rPr lang="en-US" sz="3200" dirty="0"/>
              <a:t>results once again to get attention of the readers.</a:t>
            </a:r>
          </a:p>
        </p:txBody>
      </p:sp>
      <p:graphicFrame>
        <p:nvGraphicFramePr>
          <p:cNvPr id="4" name="Diagram 3"/>
          <p:cNvGraphicFramePr/>
          <p:nvPr>
            <p:extLst>
              <p:ext uri="{D42A27DB-BD31-4B8C-83A1-F6EECF244321}">
                <p14:modId xmlns:p14="http://schemas.microsoft.com/office/powerpoint/2010/main" val="714385700"/>
              </p:ext>
            </p:extLst>
          </p:nvPr>
        </p:nvGraphicFramePr>
        <p:xfrm>
          <a:off x="-154744" y="3896750"/>
          <a:ext cx="12084147" cy="198354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6720190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Work Cited/Bibliography</a:t>
            </a:r>
          </a:p>
        </p:txBody>
      </p:sp>
      <p:sp>
        <p:nvSpPr>
          <p:cNvPr id="3" name="Content Placeholder 2"/>
          <p:cNvSpPr>
            <a:spLocks noGrp="1"/>
          </p:cNvSpPr>
          <p:nvPr>
            <p:ph idx="1"/>
          </p:nvPr>
        </p:nvSpPr>
        <p:spPr/>
        <p:txBody>
          <a:bodyPr>
            <a:normAutofit/>
          </a:bodyPr>
          <a:lstStyle/>
          <a:p>
            <a:pPr algn="just"/>
            <a:r>
              <a:rPr lang="en-US" sz="3200" dirty="0"/>
              <a:t>A detailed list of all the resources which have been studied to develop understanding of the subject </a:t>
            </a:r>
            <a:r>
              <a:rPr lang="en-US" sz="3200" dirty="0" smtClean="0"/>
              <a:t>matter </a:t>
            </a:r>
            <a:r>
              <a:rPr lang="en-US" sz="3200" dirty="0"/>
              <a:t>must be included in the bibliography. </a:t>
            </a:r>
            <a:endParaRPr lang="en-US" sz="3200" dirty="0" smtClean="0"/>
          </a:p>
          <a:p>
            <a:pPr algn="just"/>
            <a:r>
              <a:rPr lang="en-US" sz="3200" dirty="0" smtClean="0"/>
              <a:t>Works </a:t>
            </a:r>
            <a:r>
              <a:rPr lang="en-US" sz="3200" dirty="0"/>
              <a:t>on which the report is based on may be cited and </a:t>
            </a:r>
            <a:r>
              <a:rPr lang="en-US" sz="3200" dirty="0" smtClean="0"/>
              <a:t>included </a:t>
            </a:r>
            <a:r>
              <a:rPr lang="en-US" sz="3200" dirty="0"/>
              <a:t>in the work cited or references section</a:t>
            </a:r>
            <a:r>
              <a:rPr lang="en-US" sz="3200" dirty="0" smtClean="0"/>
              <a:t>.</a:t>
            </a:r>
          </a:p>
          <a:p>
            <a:pPr algn="just"/>
            <a:r>
              <a:rPr lang="en-US" sz="3200" dirty="0" smtClean="0"/>
              <a:t>The </a:t>
            </a:r>
            <a:r>
              <a:rPr lang="en-US" sz="3200" dirty="0"/>
              <a:t>inclusion of this </a:t>
            </a:r>
            <a:r>
              <a:rPr lang="en-US" sz="3200" dirty="0" smtClean="0"/>
              <a:t>section </a:t>
            </a:r>
            <a:r>
              <a:rPr lang="en-US" sz="3200" dirty="0"/>
              <a:t>at the end follows a certain format, as well. </a:t>
            </a:r>
          </a:p>
        </p:txBody>
      </p:sp>
    </p:spTree>
    <p:extLst>
      <p:ext uri="{BB962C8B-B14F-4D97-AF65-F5344CB8AC3E}">
        <p14:creationId xmlns:p14="http://schemas.microsoft.com/office/powerpoint/2010/main" val="150708267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Work Cited/Bibliography</a:t>
            </a:r>
          </a:p>
        </p:txBody>
      </p:sp>
      <p:sp>
        <p:nvSpPr>
          <p:cNvPr id="3" name="Content Placeholder 2"/>
          <p:cNvSpPr>
            <a:spLocks noGrp="1"/>
          </p:cNvSpPr>
          <p:nvPr>
            <p:ph idx="1"/>
          </p:nvPr>
        </p:nvSpPr>
        <p:spPr/>
        <p:txBody>
          <a:bodyPr/>
          <a:lstStyle/>
          <a:p>
            <a:pPr algn="just"/>
            <a:r>
              <a:rPr lang="en-US" sz="3200" dirty="0"/>
              <a:t>There are different formats of citations to prepare the work cited page or bibliography. Some authors use end notes for this purpose</a:t>
            </a:r>
            <a:r>
              <a:rPr lang="en-US" sz="3200" dirty="0" smtClean="0"/>
              <a:t>.</a:t>
            </a:r>
          </a:p>
          <a:p>
            <a:pPr algn="just"/>
            <a:r>
              <a:rPr lang="en-US" sz="3200" dirty="0"/>
              <a:t>Most of the researchers related to social sciences, arts and humanities use the MLA (Modern Language Associations) style whereas the studies based on natural sciences use the APA (American Psychological Associations) style.</a:t>
            </a:r>
          </a:p>
          <a:p>
            <a:pPr marL="0" indent="0">
              <a:buNone/>
            </a:pPr>
            <a:endParaRPr lang="en-US" dirty="0" smtClean="0"/>
          </a:p>
          <a:p>
            <a:endParaRPr lang="en-US" dirty="0"/>
          </a:p>
        </p:txBody>
      </p:sp>
    </p:spTree>
    <p:extLst>
      <p:ext uri="{BB962C8B-B14F-4D97-AF65-F5344CB8AC3E}">
        <p14:creationId xmlns:p14="http://schemas.microsoft.com/office/powerpoint/2010/main" val="12661032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6239" y="394570"/>
            <a:ext cx="11426325" cy="1045923"/>
          </a:xfrm>
        </p:spPr>
        <p:txBody>
          <a:bodyPr>
            <a:normAutofit/>
          </a:bodyPr>
          <a:lstStyle/>
          <a:p>
            <a:pPr algn="ctr"/>
            <a:r>
              <a:rPr lang="en-US" sz="4400" dirty="0"/>
              <a:t>Language of a Report </a:t>
            </a:r>
          </a:p>
        </p:txBody>
      </p:sp>
      <p:pic>
        <p:nvPicPr>
          <p:cNvPr id="5" name="Picture Placeholder 4"/>
          <p:cNvPicPr>
            <a:picLocks noGrp="1" noChangeAspect="1"/>
          </p:cNvPicPr>
          <p:nvPr>
            <p:ph type="pic" idx="1"/>
          </p:nvPr>
        </p:nvPicPr>
        <p:blipFill>
          <a:blip r:embed="rId2">
            <a:extLst>
              <a:ext uri="{28A0092B-C50C-407E-A947-70E740481C1C}">
                <a14:useLocalDpi xmlns:a14="http://schemas.microsoft.com/office/drawing/2010/main" val="0"/>
              </a:ext>
            </a:extLst>
          </a:blip>
          <a:srcRect l="16374" r="16374"/>
          <a:stretch>
            <a:fillRect/>
          </a:stretch>
        </p:blipFill>
        <p:spPr>
          <a:xfrm>
            <a:off x="0" y="1603332"/>
            <a:ext cx="4810424" cy="5267195"/>
          </a:xfrm>
        </p:spPr>
      </p:pic>
      <p:sp>
        <p:nvSpPr>
          <p:cNvPr id="4" name="Text Placeholder 3"/>
          <p:cNvSpPr>
            <a:spLocks noGrp="1"/>
          </p:cNvSpPr>
          <p:nvPr>
            <p:ph type="body" sz="half" idx="2"/>
          </p:nvPr>
        </p:nvSpPr>
        <p:spPr>
          <a:xfrm>
            <a:off x="4772025" y="1603332"/>
            <a:ext cx="7419975" cy="5254668"/>
          </a:xfrm>
        </p:spPr>
        <p:txBody>
          <a:bodyPr>
            <a:normAutofit/>
          </a:bodyPr>
          <a:lstStyle/>
          <a:p>
            <a:pPr marL="457200" indent="-457200" algn="justLow">
              <a:buFont typeface="Arial" panose="020B0604020202020204" pitchFamily="34" charset="0"/>
              <a:buChar char="•"/>
            </a:pPr>
            <a:r>
              <a:rPr lang="en-US" sz="3200" dirty="0"/>
              <a:t>Clarity within a report can be maintained with the use of active verbs rather than the passive verbs. </a:t>
            </a:r>
          </a:p>
          <a:p>
            <a:pPr marL="457200" indent="-457200" algn="justLow">
              <a:buFont typeface="Arial" panose="020B0604020202020204" pitchFamily="34" charset="0"/>
              <a:buChar char="•"/>
            </a:pPr>
            <a:r>
              <a:rPr lang="en-US" sz="3200" dirty="0"/>
              <a:t>Brevity can be ensured with the use of simple and declarative sentences. </a:t>
            </a:r>
            <a:endParaRPr lang="en-US" sz="3200" dirty="0" smtClean="0"/>
          </a:p>
          <a:p>
            <a:pPr marL="457200" indent="-457200" algn="justLow">
              <a:buFont typeface="Arial" panose="020B0604020202020204" pitchFamily="34" charset="0"/>
              <a:buChar char="•"/>
            </a:pPr>
            <a:r>
              <a:rPr lang="en-US" sz="3200" dirty="0" smtClean="0"/>
              <a:t>Objectivity </a:t>
            </a:r>
            <a:r>
              <a:rPr lang="en-US" sz="3200" dirty="0"/>
              <a:t>can be achieved by </a:t>
            </a:r>
            <a:r>
              <a:rPr lang="en-US" sz="3200" dirty="0" smtClean="0"/>
              <a:t>avoiding </a:t>
            </a:r>
            <a:r>
              <a:rPr lang="en-US" sz="3200" dirty="0"/>
              <a:t>the use of first person singular and plural. </a:t>
            </a:r>
          </a:p>
        </p:txBody>
      </p:sp>
    </p:spTree>
    <p:extLst>
      <p:ext uri="{BB962C8B-B14F-4D97-AF65-F5344CB8AC3E}">
        <p14:creationId xmlns:p14="http://schemas.microsoft.com/office/powerpoint/2010/main" val="168101442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Deductive Report vs. Inductive Report </a:t>
            </a:r>
          </a:p>
        </p:txBody>
      </p:sp>
      <p:sp>
        <p:nvSpPr>
          <p:cNvPr id="3" name="Content Placeholder 2"/>
          <p:cNvSpPr>
            <a:spLocks noGrp="1"/>
          </p:cNvSpPr>
          <p:nvPr>
            <p:ph idx="1"/>
          </p:nvPr>
        </p:nvSpPr>
        <p:spPr>
          <a:xfrm>
            <a:off x="407963" y="1825625"/>
            <a:ext cx="11408899" cy="4351338"/>
          </a:xfrm>
        </p:spPr>
        <p:txBody>
          <a:bodyPr/>
          <a:lstStyle/>
          <a:p>
            <a:r>
              <a:rPr lang="en-US" dirty="0"/>
              <a:t>There are two modes of report based on the manner of reasoning and drawing conclusion for initiating </a:t>
            </a:r>
            <a:r>
              <a:rPr lang="en-US" dirty="0" smtClean="0"/>
              <a:t>an action. </a:t>
            </a:r>
          </a:p>
          <a:p>
            <a:pPr marL="0" indent="0">
              <a:buNone/>
            </a:pPr>
            <a:endParaRPr lang="en-US" dirty="0"/>
          </a:p>
        </p:txBody>
      </p:sp>
    </p:spTree>
    <p:extLst>
      <p:ext uri="{BB962C8B-B14F-4D97-AF65-F5344CB8AC3E}">
        <p14:creationId xmlns:p14="http://schemas.microsoft.com/office/powerpoint/2010/main" val="151930685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Deductive vs. Inductive Reasoning</a:t>
            </a:r>
          </a:p>
        </p:txBody>
      </p:sp>
      <p:sp>
        <p:nvSpPr>
          <p:cNvPr id="3" name="Content Placeholder 2"/>
          <p:cNvSpPr>
            <a:spLocks noGrp="1"/>
          </p:cNvSpPr>
          <p:nvPr>
            <p:ph sz="half" idx="1"/>
          </p:nvPr>
        </p:nvSpPr>
        <p:spPr/>
        <p:txBody>
          <a:bodyPr>
            <a:normAutofit/>
          </a:bodyPr>
          <a:lstStyle/>
          <a:p>
            <a:pPr algn="just"/>
            <a:r>
              <a:rPr lang="en-US" sz="3200" dirty="0"/>
              <a:t>Deductive reasoning is a logical process that uses general ideas to form specific conclusions</a:t>
            </a:r>
            <a:r>
              <a:rPr lang="en-US" sz="3200" dirty="0" smtClean="0"/>
              <a:t>.</a:t>
            </a:r>
          </a:p>
          <a:p>
            <a:pPr algn="just"/>
            <a:r>
              <a:rPr lang="en-US" sz="3200" dirty="0"/>
              <a:t>For example, If A = B and </a:t>
            </a:r>
            <a:endParaRPr lang="en-US" sz="3200" dirty="0" smtClean="0"/>
          </a:p>
          <a:p>
            <a:pPr marL="0" indent="0" algn="just">
              <a:buNone/>
            </a:pPr>
            <a:r>
              <a:rPr lang="en-US" sz="3200" dirty="0" smtClean="0"/>
              <a:t>B </a:t>
            </a:r>
            <a:r>
              <a:rPr lang="en-US" sz="3200" dirty="0"/>
              <a:t>= C, then A must equal C.</a:t>
            </a:r>
          </a:p>
        </p:txBody>
      </p:sp>
      <p:sp>
        <p:nvSpPr>
          <p:cNvPr id="4" name="Content Placeholder 3"/>
          <p:cNvSpPr>
            <a:spLocks noGrp="1"/>
          </p:cNvSpPr>
          <p:nvPr>
            <p:ph sz="half" idx="2"/>
          </p:nvPr>
        </p:nvSpPr>
        <p:spPr/>
        <p:txBody>
          <a:bodyPr>
            <a:noAutofit/>
          </a:bodyPr>
          <a:lstStyle/>
          <a:p>
            <a:pPr algn="just"/>
            <a:r>
              <a:rPr lang="en-US" sz="3200" dirty="0"/>
              <a:t>Inductive reasoning is a method of thinking that uses observations to form general conclusions. </a:t>
            </a:r>
            <a:endParaRPr lang="en-US" sz="3200" dirty="0" smtClean="0"/>
          </a:p>
          <a:p>
            <a:pPr algn="just"/>
            <a:r>
              <a:rPr lang="en-US" sz="3200" dirty="0"/>
              <a:t> </a:t>
            </a:r>
            <a:r>
              <a:rPr lang="en-US" sz="3200" dirty="0" smtClean="0"/>
              <a:t>cause-and-effect </a:t>
            </a:r>
            <a:r>
              <a:rPr lang="en-US" sz="3200" dirty="0"/>
              <a:t>reasoning’, involves using specific examples and </a:t>
            </a:r>
            <a:r>
              <a:rPr lang="en-US" sz="3200" dirty="0" smtClean="0"/>
              <a:t>observations </a:t>
            </a:r>
            <a:r>
              <a:rPr lang="en-US" sz="3200" dirty="0"/>
              <a:t>to draw general conclusions.</a:t>
            </a:r>
          </a:p>
        </p:txBody>
      </p:sp>
    </p:spTree>
    <p:extLst>
      <p:ext uri="{BB962C8B-B14F-4D97-AF65-F5344CB8AC3E}">
        <p14:creationId xmlns:p14="http://schemas.microsoft.com/office/powerpoint/2010/main" val="149050496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5400" dirty="0">
                <a:effectLst>
                  <a:outerShdw blurRad="38100" dist="38100" dir="2700000" algn="tl">
                    <a:srgbClr val="000000">
                      <a:alpha val="43137"/>
                    </a:srgbClr>
                  </a:outerShdw>
                </a:effectLst>
              </a:rPr>
              <a:t>Deductive Report</a:t>
            </a:r>
          </a:p>
        </p:txBody>
      </p:sp>
      <p:sp>
        <p:nvSpPr>
          <p:cNvPr id="3" name="Content Placeholder 2"/>
          <p:cNvSpPr>
            <a:spLocks noGrp="1"/>
          </p:cNvSpPr>
          <p:nvPr>
            <p:ph idx="1"/>
          </p:nvPr>
        </p:nvSpPr>
        <p:spPr/>
        <p:txBody>
          <a:bodyPr>
            <a:normAutofit/>
          </a:bodyPr>
          <a:lstStyle/>
          <a:p>
            <a:r>
              <a:rPr lang="en-US" sz="3200" dirty="0"/>
              <a:t>This is the mode of report where general information is used to draw a specific conclusion. The order of </a:t>
            </a:r>
            <a:r>
              <a:rPr lang="en-US" sz="3200" dirty="0" smtClean="0"/>
              <a:t>sections </a:t>
            </a:r>
            <a:r>
              <a:rPr lang="en-US" sz="3200" dirty="0"/>
              <a:t>is as follows: </a:t>
            </a:r>
          </a:p>
          <a:p>
            <a:pPr marL="514350" indent="-514350">
              <a:buFont typeface="+mj-lt"/>
              <a:buAutoNum type="arabicPeriod"/>
            </a:pPr>
            <a:r>
              <a:rPr lang="en-US" sz="3200" dirty="0" smtClean="0"/>
              <a:t>Introduction </a:t>
            </a:r>
          </a:p>
          <a:p>
            <a:pPr marL="514350" indent="-514350">
              <a:buFont typeface="+mj-lt"/>
              <a:buAutoNum type="arabicPeriod"/>
            </a:pPr>
            <a:r>
              <a:rPr lang="en-US" sz="3200" dirty="0" smtClean="0"/>
              <a:t>Conclusion </a:t>
            </a:r>
          </a:p>
          <a:p>
            <a:pPr marL="514350" indent="-514350">
              <a:buFont typeface="+mj-lt"/>
              <a:buAutoNum type="arabicPeriod"/>
            </a:pPr>
            <a:r>
              <a:rPr lang="en-US" sz="3200" dirty="0" smtClean="0"/>
              <a:t>Recommendations </a:t>
            </a:r>
            <a:endParaRPr lang="en-US" sz="3200" dirty="0"/>
          </a:p>
          <a:p>
            <a:pPr marL="514350" indent="-514350">
              <a:buFont typeface="+mj-lt"/>
              <a:buAutoNum type="arabicPeriod"/>
            </a:pPr>
            <a:r>
              <a:rPr lang="en-US" sz="3200" dirty="0" smtClean="0"/>
              <a:t>Discussion</a:t>
            </a:r>
            <a:endParaRPr lang="en-US" sz="3200" dirty="0"/>
          </a:p>
        </p:txBody>
      </p:sp>
    </p:spTree>
    <p:extLst>
      <p:ext uri="{BB962C8B-B14F-4D97-AF65-F5344CB8AC3E}">
        <p14:creationId xmlns:p14="http://schemas.microsoft.com/office/powerpoint/2010/main" val="291805888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5400" dirty="0">
                <a:effectLst>
                  <a:outerShdw blurRad="38100" dist="38100" dir="2700000" algn="tl">
                    <a:srgbClr val="000000">
                      <a:alpha val="43137"/>
                    </a:srgbClr>
                  </a:outerShdw>
                </a:effectLst>
              </a:rPr>
              <a:t>Deductive Report</a:t>
            </a:r>
          </a:p>
        </p:txBody>
      </p:sp>
      <p:sp>
        <p:nvSpPr>
          <p:cNvPr id="3" name="Content Placeholder 2"/>
          <p:cNvSpPr>
            <a:spLocks noGrp="1"/>
          </p:cNvSpPr>
          <p:nvPr>
            <p:ph idx="1"/>
          </p:nvPr>
        </p:nvSpPr>
        <p:spPr/>
        <p:txBody>
          <a:bodyPr>
            <a:normAutofit/>
          </a:bodyPr>
          <a:lstStyle/>
          <a:p>
            <a:pPr algn="justLow"/>
            <a:r>
              <a:rPr lang="en-US" sz="3200" dirty="0"/>
              <a:t>This mode of report writing is suitable for audience who is running short of time and can only read </a:t>
            </a:r>
            <a:r>
              <a:rPr lang="en-US" sz="3200" dirty="0" smtClean="0"/>
              <a:t>‘</a:t>
            </a:r>
            <a:r>
              <a:rPr lang="en-US" sz="3200" dirty="0"/>
              <a:t>Conclusion and Recommendations’. </a:t>
            </a:r>
            <a:endParaRPr lang="en-US" sz="3200" dirty="0" smtClean="0"/>
          </a:p>
          <a:p>
            <a:pPr algn="justLow"/>
            <a:r>
              <a:rPr lang="en-US" sz="3200" dirty="0" smtClean="0"/>
              <a:t>It </a:t>
            </a:r>
            <a:r>
              <a:rPr lang="en-US" sz="3200" dirty="0"/>
              <a:t>is also used to deliver routine messages which present </a:t>
            </a:r>
            <a:r>
              <a:rPr lang="en-US" sz="3200" dirty="0" smtClean="0"/>
              <a:t>neutral information</a:t>
            </a:r>
            <a:r>
              <a:rPr lang="en-US" sz="3200" dirty="0"/>
              <a:t>. For example, progress report of an employee.</a:t>
            </a:r>
          </a:p>
        </p:txBody>
      </p:sp>
    </p:spTree>
    <p:extLst>
      <p:ext uri="{BB962C8B-B14F-4D97-AF65-F5344CB8AC3E}">
        <p14:creationId xmlns:p14="http://schemas.microsoft.com/office/powerpoint/2010/main" val="206842204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6000" dirty="0">
                <a:effectLst>
                  <a:outerShdw blurRad="38100" dist="38100" dir="2700000" algn="tl">
                    <a:srgbClr val="000000">
                      <a:alpha val="43137"/>
                    </a:srgbClr>
                  </a:outerShdw>
                </a:effectLst>
              </a:rPr>
              <a:t>Inductive Report</a:t>
            </a:r>
          </a:p>
        </p:txBody>
      </p:sp>
      <p:sp>
        <p:nvSpPr>
          <p:cNvPr id="3" name="Content Placeholder 2"/>
          <p:cNvSpPr>
            <a:spLocks noGrp="1"/>
          </p:cNvSpPr>
          <p:nvPr>
            <p:ph idx="1"/>
          </p:nvPr>
        </p:nvSpPr>
        <p:spPr/>
        <p:txBody>
          <a:bodyPr/>
          <a:lstStyle/>
          <a:p>
            <a:pPr marL="0" indent="0" algn="justLow">
              <a:buNone/>
            </a:pPr>
            <a:r>
              <a:rPr lang="en-US" sz="3200" dirty="0"/>
              <a:t>In this mode of report, the discussion precedes the conclusion. In other words, you generalize your </a:t>
            </a:r>
            <a:r>
              <a:rPr lang="en-US" sz="3200" dirty="0" smtClean="0"/>
              <a:t>conclusion </a:t>
            </a:r>
            <a:r>
              <a:rPr lang="en-US" sz="3200" dirty="0"/>
              <a:t>based on a specific discussion at the outset of report. The sections are as follows: </a:t>
            </a:r>
          </a:p>
          <a:p>
            <a:pPr marL="514350" indent="-514350">
              <a:buFont typeface="+mj-lt"/>
              <a:buAutoNum type="arabicPeriod"/>
            </a:pPr>
            <a:r>
              <a:rPr lang="en-US" sz="3200" dirty="0" smtClean="0"/>
              <a:t>Introduction </a:t>
            </a:r>
            <a:endParaRPr lang="en-US" sz="3200" dirty="0"/>
          </a:p>
          <a:p>
            <a:pPr marL="514350" indent="-514350">
              <a:buFont typeface="+mj-lt"/>
              <a:buAutoNum type="arabicPeriod"/>
            </a:pPr>
            <a:r>
              <a:rPr lang="en-US" sz="3200" dirty="0" smtClean="0"/>
              <a:t>Discussion </a:t>
            </a:r>
            <a:endParaRPr lang="en-US" sz="3200" dirty="0"/>
          </a:p>
          <a:p>
            <a:pPr marL="514350" indent="-514350">
              <a:buFont typeface="+mj-lt"/>
              <a:buAutoNum type="arabicPeriod"/>
            </a:pPr>
            <a:r>
              <a:rPr lang="en-US" sz="3200" dirty="0" smtClean="0"/>
              <a:t>Conclusion </a:t>
            </a:r>
            <a:endParaRPr lang="en-US" sz="3200" dirty="0"/>
          </a:p>
          <a:p>
            <a:pPr marL="514350" indent="-514350">
              <a:buFont typeface="+mj-lt"/>
              <a:buAutoNum type="arabicPeriod"/>
            </a:pPr>
            <a:r>
              <a:rPr lang="en-US" sz="3200" dirty="0" smtClean="0"/>
              <a:t>Recommendations</a:t>
            </a:r>
            <a:endParaRPr lang="en-US" sz="3200" dirty="0"/>
          </a:p>
        </p:txBody>
      </p:sp>
    </p:spTree>
    <p:extLst>
      <p:ext uri="{BB962C8B-B14F-4D97-AF65-F5344CB8AC3E}">
        <p14:creationId xmlns:p14="http://schemas.microsoft.com/office/powerpoint/2010/main" val="48273875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Inductive Report</a:t>
            </a:r>
          </a:p>
        </p:txBody>
      </p:sp>
      <p:sp>
        <p:nvSpPr>
          <p:cNvPr id="3" name="Content Placeholder 2"/>
          <p:cNvSpPr>
            <a:spLocks noGrp="1"/>
          </p:cNvSpPr>
          <p:nvPr>
            <p:ph idx="1"/>
          </p:nvPr>
        </p:nvSpPr>
        <p:spPr/>
        <p:txBody>
          <a:bodyPr>
            <a:normAutofit/>
          </a:bodyPr>
          <a:lstStyle/>
          <a:p>
            <a:pPr algn="just"/>
            <a:r>
              <a:rPr lang="en-US" sz="4000" dirty="0"/>
              <a:t>It requires the provision and use of factual information to draw a conclusion. </a:t>
            </a:r>
            <a:endParaRPr lang="en-US" sz="4000" dirty="0" smtClean="0"/>
          </a:p>
          <a:p>
            <a:pPr algn="just"/>
            <a:r>
              <a:rPr lang="en-US" sz="4000" dirty="0" smtClean="0"/>
              <a:t>Such </a:t>
            </a:r>
            <a:r>
              <a:rPr lang="en-US" sz="4000" dirty="0"/>
              <a:t>types of reports are </a:t>
            </a:r>
            <a:r>
              <a:rPr lang="en-US" sz="4000" dirty="0" smtClean="0"/>
              <a:t>used </a:t>
            </a:r>
            <a:r>
              <a:rPr lang="en-US" sz="4000" dirty="0"/>
              <a:t>in case of informed readers who offer a strong and anticipated resistance with respect to the </a:t>
            </a:r>
            <a:r>
              <a:rPr lang="en-US" sz="4000" dirty="0" smtClean="0"/>
              <a:t>problem </a:t>
            </a:r>
            <a:r>
              <a:rPr lang="en-US" sz="4000" dirty="0"/>
              <a:t>under investigation.</a:t>
            </a:r>
          </a:p>
        </p:txBody>
      </p:sp>
    </p:spTree>
    <p:extLst>
      <p:ext uri="{BB962C8B-B14F-4D97-AF65-F5344CB8AC3E}">
        <p14:creationId xmlns:p14="http://schemas.microsoft.com/office/powerpoint/2010/main" val="158990416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effectLst>
                  <a:outerShdw blurRad="38100" dist="38100" dir="2700000" algn="tl">
                    <a:srgbClr val="000000">
                      <a:alpha val="43137"/>
                    </a:srgbClr>
                  </a:outerShdw>
                </a:effectLst>
              </a:rPr>
              <a:t>Deductive vs. Inductive </a:t>
            </a:r>
            <a:r>
              <a:rPr lang="en-US" dirty="0" smtClean="0">
                <a:effectLst>
                  <a:outerShdw blurRad="38100" dist="38100" dir="2700000" algn="tl">
                    <a:srgbClr val="000000">
                      <a:alpha val="43137"/>
                    </a:srgbClr>
                  </a:outerShdw>
                </a:effectLst>
              </a:rPr>
              <a:t>Report </a:t>
            </a:r>
            <a:endParaRPr lang="en-US" dirty="0">
              <a:effectLst>
                <a:outerShdw blurRad="38100" dist="38100" dir="2700000" algn="tl">
                  <a:srgbClr val="000000">
                    <a:alpha val="43137"/>
                  </a:srgbClr>
                </a:outerShdw>
              </a:effectLst>
            </a:endParaRPr>
          </a:p>
        </p:txBody>
      </p:sp>
      <p:sp>
        <p:nvSpPr>
          <p:cNvPr id="3" name="Content Placeholder 2"/>
          <p:cNvSpPr>
            <a:spLocks noGrp="1"/>
          </p:cNvSpPr>
          <p:nvPr>
            <p:ph sz="half" idx="1"/>
          </p:nvPr>
        </p:nvSpPr>
        <p:spPr/>
        <p:txBody>
          <a:bodyPr/>
          <a:lstStyle/>
          <a:p>
            <a:pPr marL="514350" indent="-514350">
              <a:buFont typeface="+mj-lt"/>
              <a:buAutoNum type="arabicPeriod"/>
            </a:pPr>
            <a:r>
              <a:rPr lang="en-US" sz="4000" dirty="0">
                <a:solidFill>
                  <a:srgbClr val="00B050"/>
                </a:solidFill>
              </a:rPr>
              <a:t>Introduction </a:t>
            </a:r>
          </a:p>
          <a:p>
            <a:pPr marL="514350" indent="-514350">
              <a:buFont typeface="+mj-lt"/>
              <a:buAutoNum type="arabicPeriod"/>
            </a:pPr>
            <a:r>
              <a:rPr lang="en-US" sz="4000" dirty="0">
                <a:solidFill>
                  <a:srgbClr val="FF0000"/>
                </a:solidFill>
              </a:rPr>
              <a:t>Conclusion </a:t>
            </a:r>
          </a:p>
          <a:p>
            <a:pPr marL="514350" indent="-514350">
              <a:buFont typeface="+mj-lt"/>
              <a:buAutoNum type="arabicPeriod"/>
            </a:pPr>
            <a:r>
              <a:rPr lang="en-US" sz="4000" dirty="0">
                <a:solidFill>
                  <a:srgbClr val="FF0000"/>
                </a:solidFill>
              </a:rPr>
              <a:t>Recommendations </a:t>
            </a:r>
          </a:p>
          <a:p>
            <a:pPr marL="514350" indent="-514350">
              <a:buFont typeface="+mj-lt"/>
              <a:buAutoNum type="arabicPeriod"/>
            </a:pPr>
            <a:r>
              <a:rPr lang="en-US" sz="4000" dirty="0">
                <a:solidFill>
                  <a:srgbClr val="FF0000"/>
                </a:solidFill>
              </a:rPr>
              <a:t>Discussion</a:t>
            </a:r>
          </a:p>
          <a:p>
            <a:pPr marL="0" indent="0">
              <a:buNone/>
            </a:pPr>
            <a:endParaRPr lang="en-US" dirty="0"/>
          </a:p>
        </p:txBody>
      </p:sp>
      <p:sp>
        <p:nvSpPr>
          <p:cNvPr id="4" name="Content Placeholder 3"/>
          <p:cNvSpPr>
            <a:spLocks noGrp="1"/>
          </p:cNvSpPr>
          <p:nvPr>
            <p:ph sz="half" idx="2"/>
          </p:nvPr>
        </p:nvSpPr>
        <p:spPr/>
        <p:txBody>
          <a:bodyPr/>
          <a:lstStyle/>
          <a:p>
            <a:pPr marL="514350" indent="-514350">
              <a:buFont typeface="+mj-lt"/>
              <a:buAutoNum type="arabicPeriod"/>
            </a:pPr>
            <a:r>
              <a:rPr lang="en-US" sz="4000" dirty="0">
                <a:solidFill>
                  <a:srgbClr val="00B050"/>
                </a:solidFill>
              </a:rPr>
              <a:t>Introduction </a:t>
            </a:r>
          </a:p>
          <a:p>
            <a:pPr marL="514350" indent="-514350">
              <a:buFont typeface="+mj-lt"/>
              <a:buAutoNum type="arabicPeriod"/>
            </a:pPr>
            <a:r>
              <a:rPr lang="en-US" sz="4000" dirty="0">
                <a:solidFill>
                  <a:srgbClr val="FF0000"/>
                </a:solidFill>
              </a:rPr>
              <a:t>Discussion </a:t>
            </a:r>
          </a:p>
          <a:p>
            <a:pPr marL="514350" indent="-514350">
              <a:buFont typeface="+mj-lt"/>
              <a:buAutoNum type="arabicPeriod"/>
            </a:pPr>
            <a:r>
              <a:rPr lang="en-US" sz="4000" dirty="0">
                <a:solidFill>
                  <a:srgbClr val="FF0000"/>
                </a:solidFill>
              </a:rPr>
              <a:t>Conclusion </a:t>
            </a:r>
          </a:p>
          <a:p>
            <a:pPr marL="514350" indent="-514350">
              <a:buFont typeface="+mj-lt"/>
              <a:buAutoNum type="arabicPeriod"/>
            </a:pPr>
            <a:r>
              <a:rPr lang="en-US" sz="4000" dirty="0">
                <a:solidFill>
                  <a:srgbClr val="FF0000"/>
                </a:solidFill>
              </a:rPr>
              <a:t>Recommendations</a:t>
            </a:r>
          </a:p>
          <a:p>
            <a:pPr marL="0" indent="0">
              <a:buNone/>
            </a:pPr>
            <a:endParaRPr lang="en-US" b="1" dirty="0"/>
          </a:p>
        </p:txBody>
      </p:sp>
    </p:spTree>
    <p:extLst>
      <p:ext uri="{BB962C8B-B14F-4D97-AF65-F5344CB8AC3E}">
        <p14:creationId xmlns:p14="http://schemas.microsoft.com/office/powerpoint/2010/main" val="282007273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Summary </a:t>
            </a:r>
            <a:endParaRPr lang="en-US" dirty="0"/>
          </a:p>
        </p:txBody>
      </p:sp>
      <p:sp>
        <p:nvSpPr>
          <p:cNvPr id="3" name="Content Placeholder 2"/>
          <p:cNvSpPr>
            <a:spLocks noGrp="1"/>
          </p:cNvSpPr>
          <p:nvPr>
            <p:ph idx="1"/>
          </p:nvPr>
        </p:nvSpPr>
        <p:spPr/>
        <p:txBody>
          <a:bodyPr>
            <a:normAutofit/>
          </a:bodyPr>
          <a:lstStyle/>
          <a:p>
            <a:r>
              <a:rPr lang="en-US" sz="4000" dirty="0" smtClean="0"/>
              <a:t>Structure of report </a:t>
            </a:r>
          </a:p>
          <a:p>
            <a:r>
              <a:rPr lang="en-US" sz="4000" dirty="0" smtClean="0"/>
              <a:t>Key part of a report </a:t>
            </a:r>
          </a:p>
          <a:p>
            <a:r>
              <a:rPr lang="en-US" sz="4000" dirty="0"/>
              <a:t>Deductive reasoning </a:t>
            </a:r>
            <a:endParaRPr lang="en-US" sz="4000" dirty="0" smtClean="0"/>
          </a:p>
          <a:p>
            <a:r>
              <a:rPr lang="en-US" sz="4000" dirty="0" smtClean="0"/>
              <a:t>Indicative reasoning </a:t>
            </a:r>
          </a:p>
          <a:p>
            <a:r>
              <a:rPr lang="en-US" sz="4000" dirty="0" smtClean="0"/>
              <a:t>Inductive vs deductive report </a:t>
            </a:r>
            <a:endParaRPr lang="en-US" sz="4000" dirty="0"/>
          </a:p>
        </p:txBody>
      </p:sp>
    </p:spTree>
    <p:extLst>
      <p:ext uri="{BB962C8B-B14F-4D97-AF65-F5344CB8AC3E}">
        <p14:creationId xmlns:p14="http://schemas.microsoft.com/office/powerpoint/2010/main" val="324586657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357</TotalTime>
  <Words>1207</Words>
  <Application>Microsoft Office PowerPoint</Application>
  <PresentationFormat>Widescreen</PresentationFormat>
  <Paragraphs>139</Paragraphs>
  <Slides>31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31</vt:i4>
      </vt:variant>
    </vt:vector>
  </HeadingPairs>
  <TitlesOfParts>
    <vt:vector size="36" baseType="lpstr">
      <vt:lpstr>Arial</vt:lpstr>
      <vt:lpstr>Calibri</vt:lpstr>
      <vt:lpstr>Calibri Light</vt:lpstr>
      <vt:lpstr>Candara</vt:lpstr>
      <vt:lpstr>Office Theme</vt:lpstr>
      <vt:lpstr>PowerPoint Presentation</vt:lpstr>
      <vt:lpstr>Previous Lecture </vt:lpstr>
      <vt:lpstr>AUDIENCE </vt:lpstr>
      <vt:lpstr>Technical Readers </vt:lpstr>
      <vt:lpstr>Managerial Readers </vt:lpstr>
      <vt:lpstr>General Readers</vt:lpstr>
      <vt:lpstr>Technical Report Writing </vt:lpstr>
      <vt:lpstr>PURPOSE </vt:lpstr>
      <vt:lpstr>EXAMPLES </vt:lpstr>
      <vt:lpstr>Universal Characteristics of a Report</vt:lpstr>
      <vt:lpstr>Universal Characteristics of a Report</vt:lpstr>
      <vt:lpstr>Structure of a Report: Overview</vt:lpstr>
      <vt:lpstr>Title Page</vt:lpstr>
      <vt:lpstr>Abstract or Executive Summary </vt:lpstr>
      <vt:lpstr>Table of Contents </vt:lpstr>
      <vt:lpstr>Introduction </vt:lpstr>
      <vt:lpstr>Design and Procedure</vt:lpstr>
      <vt:lpstr>Results and Discussion</vt:lpstr>
      <vt:lpstr>Conclusion</vt:lpstr>
      <vt:lpstr> Conclusion</vt:lpstr>
      <vt:lpstr> Work Cited/Bibliography</vt:lpstr>
      <vt:lpstr> Work Cited/Bibliography</vt:lpstr>
      <vt:lpstr>Language of a Report </vt:lpstr>
      <vt:lpstr>Deductive Report vs. Inductive Report </vt:lpstr>
      <vt:lpstr>Deductive vs. Inductive Reasoning</vt:lpstr>
      <vt:lpstr>Deductive Report</vt:lpstr>
      <vt:lpstr>Deductive Report</vt:lpstr>
      <vt:lpstr>Inductive Report</vt:lpstr>
      <vt:lpstr>Inductive Report</vt:lpstr>
      <vt:lpstr>Deductive vs. Inductive Report </vt:lpstr>
      <vt:lpstr>Summary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Tab &amp; Tech</dc:creator>
  <cp:lastModifiedBy>Tab &amp; Tech</cp:lastModifiedBy>
  <cp:revision>33</cp:revision>
  <dcterms:created xsi:type="dcterms:W3CDTF">2025-02-16T14:54:30Z</dcterms:created>
  <dcterms:modified xsi:type="dcterms:W3CDTF">2025-09-09T16:05:21Z</dcterms:modified>
</cp:coreProperties>
</file>