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6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BDE045-137C-4FBE-8DB5-DC4F76DE271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D345BC-5D3A-4C32-9D8A-C84A0658156C}">
      <dgm:prSet phldrT="[Text]" custT="1"/>
      <dgm:spPr>
        <a:noFill/>
        <a:ln w="76200"/>
      </dgm:spPr>
      <dgm:t>
        <a:bodyPr/>
        <a:lstStyle/>
        <a:p>
          <a:r>
            <a:rPr lang="en-US" sz="3200" dirty="0" smtClean="0">
              <a:solidFill>
                <a:srgbClr val="FF0000"/>
              </a:solidFill>
              <a:latin typeface="+mj-lt"/>
            </a:rPr>
            <a:t>Practice of conveying complex technical information </a:t>
          </a:r>
          <a:endParaRPr lang="en-US" sz="3200" dirty="0">
            <a:latin typeface="+mj-lt"/>
          </a:endParaRPr>
        </a:p>
      </dgm:t>
    </dgm:pt>
    <dgm:pt modelId="{0852876A-56F6-4216-9E80-2CD6E3F2447D}" type="parTrans" cxnId="{536E475C-B561-4CB0-94E2-F8A943A20CC8}">
      <dgm:prSet/>
      <dgm:spPr/>
      <dgm:t>
        <a:bodyPr/>
        <a:lstStyle/>
        <a:p>
          <a:endParaRPr lang="en-US"/>
        </a:p>
      </dgm:t>
    </dgm:pt>
    <dgm:pt modelId="{61392DDF-71E4-4568-84E1-82C9EE5598B5}" type="sibTrans" cxnId="{536E475C-B561-4CB0-94E2-F8A943A20CC8}">
      <dgm:prSet/>
      <dgm:spPr/>
      <dgm:t>
        <a:bodyPr/>
        <a:lstStyle/>
        <a:p>
          <a:endParaRPr lang="en-US"/>
        </a:p>
      </dgm:t>
    </dgm:pt>
    <dgm:pt modelId="{80CE3E06-318E-4D4C-A49E-85530FBB9E62}">
      <dgm:prSet phldrT="[Text]" custT="1"/>
      <dgm:spPr>
        <a:solidFill>
          <a:schemeClr val="bg1"/>
        </a:solidFill>
        <a:ln w="76200"/>
      </dgm:spPr>
      <dgm:t>
        <a:bodyPr/>
        <a:lstStyle/>
        <a:p>
          <a:r>
            <a:rPr lang="en-US" sz="2800" dirty="0" smtClean="0">
              <a:solidFill>
                <a:srgbClr val="FF0000"/>
              </a:solidFill>
            </a:rPr>
            <a:t>Help users to understand and effectively utilize products, services, or processes</a:t>
          </a:r>
          <a:endParaRPr lang="en-US" sz="2800" dirty="0">
            <a:solidFill>
              <a:srgbClr val="FF0000"/>
            </a:solidFill>
          </a:endParaRPr>
        </a:p>
      </dgm:t>
    </dgm:pt>
    <dgm:pt modelId="{B7EEC054-71DA-41F5-80D4-CE473CF8D072}" type="parTrans" cxnId="{52ABA2E1-EAF3-4863-802E-B4C02ACAE341}">
      <dgm:prSet/>
      <dgm:spPr/>
      <dgm:t>
        <a:bodyPr/>
        <a:lstStyle/>
        <a:p>
          <a:endParaRPr lang="en-US"/>
        </a:p>
      </dgm:t>
    </dgm:pt>
    <dgm:pt modelId="{89C026D8-3336-4922-9694-BBD715A06A55}" type="sibTrans" cxnId="{52ABA2E1-EAF3-4863-802E-B4C02ACAE341}">
      <dgm:prSet/>
      <dgm:spPr/>
      <dgm:t>
        <a:bodyPr/>
        <a:lstStyle/>
        <a:p>
          <a:endParaRPr lang="en-US"/>
        </a:p>
      </dgm:t>
    </dgm:pt>
    <dgm:pt modelId="{3C9E7BAA-D088-4FD6-9C41-2C254E64AC1C}">
      <dgm:prSet phldrT="[Text]" custT="1"/>
      <dgm:spPr>
        <a:solidFill>
          <a:schemeClr val="bg1"/>
        </a:solidFill>
        <a:ln w="76200"/>
      </dgm:spPr>
      <dgm:t>
        <a:bodyPr/>
        <a:lstStyle/>
        <a:p>
          <a:pPr algn="justLow"/>
          <a:r>
            <a:rPr lang="en-US" sz="3200" dirty="0" smtClean="0">
              <a:solidFill>
                <a:schemeClr val="tx2">
                  <a:lumMod val="75000"/>
                </a:schemeClr>
              </a:solidFill>
            </a:rPr>
            <a:t>Creating content like user manuals, instructions, reports etc. </a:t>
          </a:r>
          <a:endParaRPr lang="en-US" sz="3200" dirty="0">
            <a:solidFill>
              <a:schemeClr val="tx2">
                <a:lumMod val="75000"/>
              </a:schemeClr>
            </a:solidFill>
          </a:endParaRPr>
        </a:p>
      </dgm:t>
    </dgm:pt>
    <dgm:pt modelId="{5387BA9C-587B-48BA-BA26-6EEC9D7C385B}" type="parTrans" cxnId="{27D4DDC9-38AF-44B7-8655-FBCB56B6D779}">
      <dgm:prSet/>
      <dgm:spPr/>
      <dgm:t>
        <a:bodyPr/>
        <a:lstStyle/>
        <a:p>
          <a:endParaRPr lang="en-US"/>
        </a:p>
      </dgm:t>
    </dgm:pt>
    <dgm:pt modelId="{00CD821A-E51A-4037-A40B-83E4B0FC27FC}" type="sibTrans" cxnId="{27D4DDC9-38AF-44B7-8655-FBCB56B6D779}">
      <dgm:prSet/>
      <dgm:spPr/>
      <dgm:t>
        <a:bodyPr/>
        <a:lstStyle/>
        <a:p>
          <a:endParaRPr lang="en-US"/>
        </a:p>
      </dgm:t>
    </dgm:pt>
    <dgm:pt modelId="{D47AC394-F0DD-45E3-81A1-A2AA5FE49F5B}">
      <dgm:prSet phldrT="[Text]" custT="1"/>
      <dgm:spPr>
        <a:solidFill>
          <a:schemeClr val="bg1"/>
        </a:solidFill>
        <a:ln w="76200"/>
      </dgm:spPr>
      <dgm:t>
        <a:bodyPr/>
        <a:lstStyle/>
        <a:p>
          <a:r>
            <a:rPr lang="en-US" sz="3200" dirty="0" smtClean="0">
              <a:solidFill>
                <a:schemeClr val="tx1"/>
              </a:solidFill>
            </a:rPr>
            <a:t>In a clear, concise, and accessible way to specific audiences</a:t>
          </a:r>
          <a:endParaRPr lang="en-US" sz="3200" dirty="0">
            <a:solidFill>
              <a:schemeClr val="tx1"/>
            </a:solidFill>
          </a:endParaRPr>
        </a:p>
      </dgm:t>
    </dgm:pt>
    <dgm:pt modelId="{E762EA0D-19FC-43A2-BA7D-9F9EAF3AA717}" type="parTrans" cxnId="{4AE39FED-981D-45C3-ACA7-2F6F18C5406A}">
      <dgm:prSet/>
      <dgm:spPr/>
      <dgm:t>
        <a:bodyPr/>
        <a:lstStyle/>
        <a:p>
          <a:endParaRPr lang="en-US"/>
        </a:p>
      </dgm:t>
    </dgm:pt>
    <dgm:pt modelId="{A4C3C020-9E43-4D73-9852-7C6F529B7977}" type="sibTrans" cxnId="{4AE39FED-981D-45C3-ACA7-2F6F18C5406A}">
      <dgm:prSet/>
      <dgm:spPr/>
      <dgm:t>
        <a:bodyPr/>
        <a:lstStyle/>
        <a:p>
          <a:endParaRPr lang="en-US"/>
        </a:p>
      </dgm:t>
    </dgm:pt>
    <dgm:pt modelId="{319B473E-B6A7-41E3-8386-31774912BDDB}">
      <dgm:prSet phldrT="[Text]" custT="1"/>
      <dgm:spPr>
        <a:solidFill>
          <a:schemeClr val="bg1"/>
        </a:solidFill>
        <a:ln w="76200"/>
      </dgm:spPr>
      <dgm:t>
        <a:bodyPr/>
        <a:lstStyle/>
        <a:p>
          <a:r>
            <a:rPr lang="en-US" sz="3200" dirty="0" smtClean="0">
              <a:solidFill>
                <a:srgbClr val="002060"/>
              </a:solidFill>
            </a:rPr>
            <a:t>Written or visual formats</a:t>
          </a:r>
          <a:endParaRPr lang="en-US" sz="3200" dirty="0">
            <a:solidFill>
              <a:srgbClr val="002060"/>
            </a:solidFill>
          </a:endParaRPr>
        </a:p>
      </dgm:t>
    </dgm:pt>
    <dgm:pt modelId="{1D077597-5950-497E-A32F-39A965F1338D}" type="parTrans" cxnId="{DA1DBCEF-3200-4B1D-9D04-714E712A7EF8}">
      <dgm:prSet/>
      <dgm:spPr/>
      <dgm:t>
        <a:bodyPr/>
        <a:lstStyle/>
        <a:p>
          <a:endParaRPr lang="en-US"/>
        </a:p>
      </dgm:t>
    </dgm:pt>
    <dgm:pt modelId="{FCF4C03E-55A6-4EC3-8B87-92A0D11CA436}" type="sibTrans" cxnId="{DA1DBCEF-3200-4B1D-9D04-714E712A7EF8}">
      <dgm:prSet/>
      <dgm:spPr/>
      <dgm:t>
        <a:bodyPr/>
        <a:lstStyle/>
        <a:p>
          <a:endParaRPr lang="en-US"/>
        </a:p>
      </dgm:t>
    </dgm:pt>
    <dgm:pt modelId="{70B1D60E-3D63-471F-A330-DBC144CEBD09}">
      <dgm:prSet phldrT="[Text]" custT="1"/>
      <dgm:spPr>
        <a:solidFill>
          <a:schemeClr val="bg1"/>
        </a:solidFill>
        <a:ln w="76200"/>
      </dgm:spPr>
      <dgm:t>
        <a:bodyPr/>
        <a:lstStyle/>
        <a:p>
          <a:r>
            <a:rPr lang="en-US" sz="3200" dirty="0" smtClean="0">
              <a:solidFill>
                <a:srgbClr val="FF0000"/>
              </a:solidFill>
            </a:rPr>
            <a:t>Be easily understood by the intended audience</a:t>
          </a:r>
          <a:endParaRPr lang="en-US" sz="3200" dirty="0">
            <a:solidFill>
              <a:srgbClr val="FF0000"/>
            </a:solidFill>
          </a:endParaRPr>
        </a:p>
      </dgm:t>
    </dgm:pt>
    <dgm:pt modelId="{6D790893-AC57-4C8B-B6C2-6DC4912243D7}" type="parTrans" cxnId="{0C266628-92D7-4A92-95E7-28D78FBFAF93}">
      <dgm:prSet/>
      <dgm:spPr/>
      <dgm:t>
        <a:bodyPr/>
        <a:lstStyle/>
        <a:p>
          <a:endParaRPr lang="en-US"/>
        </a:p>
      </dgm:t>
    </dgm:pt>
    <dgm:pt modelId="{F8BA6198-C547-449B-82A8-C7691DF83A94}" type="sibTrans" cxnId="{0C266628-92D7-4A92-95E7-28D78FBFAF93}">
      <dgm:prSet/>
      <dgm:spPr/>
      <dgm:t>
        <a:bodyPr/>
        <a:lstStyle/>
        <a:p>
          <a:endParaRPr lang="en-US"/>
        </a:p>
      </dgm:t>
    </dgm:pt>
    <dgm:pt modelId="{1E846F58-D4A1-4C4A-A0C0-DB207F0E802F}" type="pres">
      <dgm:prSet presAssocID="{B0BDE045-137C-4FBE-8DB5-DC4F76DE271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BD35B3-8DF1-466F-B014-A9DCD20DCEE2}" type="pres">
      <dgm:prSet presAssocID="{9FD345BC-5D3A-4C32-9D8A-C84A0658156C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576470-EA76-4EC6-875B-EA820FFFAF53}" type="pres">
      <dgm:prSet presAssocID="{61392DDF-71E4-4568-84E1-82C9EE5598B5}" presName="sibTrans" presStyleCnt="0"/>
      <dgm:spPr/>
    </dgm:pt>
    <dgm:pt modelId="{32FC1514-22FB-4C9B-8E40-771344BB4819}" type="pres">
      <dgm:prSet presAssocID="{D47AC394-F0DD-45E3-81A1-A2AA5FE49F5B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64DC0A-D45D-42BD-94BB-E96710A49A45}" type="pres">
      <dgm:prSet presAssocID="{A4C3C020-9E43-4D73-9852-7C6F529B7977}" presName="sibTrans" presStyleCnt="0"/>
      <dgm:spPr/>
    </dgm:pt>
    <dgm:pt modelId="{90C2250D-191D-4419-9BE0-3A953E093A0F}" type="pres">
      <dgm:prSet presAssocID="{319B473E-B6A7-41E3-8386-31774912BDDB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A5336B-3434-4DB7-9EF1-B63BBE6B42BA}" type="pres">
      <dgm:prSet presAssocID="{FCF4C03E-55A6-4EC3-8B87-92A0D11CA436}" presName="sibTrans" presStyleCnt="0"/>
      <dgm:spPr/>
    </dgm:pt>
    <dgm:pt modelId="{6E244451-CF6B-4E1F-A8C0-CE3AEA1CD1CF}" type="pres">
      <dgm:prSet presAssocID="{80CE3E06-318E-4D4C-A49E-85530FBB9E62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209014-C7DF-45FA-9AFE-DB8862D2B2CD}" type="pres">
      <dgm:prSet presAssocID="{89C026D8-3336-4922-9694-BBD715A06A55}" presName="sibTrans" presStyleCnt="0"/>
      <dgm:spPr/>
    </dgm:pt>
    <dgm:pt modelId="{3E86CE82-F2AB-46BB-BF72-E7182878DA15}" type="pres">
      <dgm:prSet presAssocID="{3C9E7BAA-D088-4FD6-9C41-2C254E64AC1C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3524E2-4BA4-428B-A676-91626C2D4A45}" type="pres">
      <dgm:prSet presAssocID="{00CD821A-E51A-4037-A40B-83E4B0FC27FC}" presName="sibTrans" presStyleCnt="0"/>
      <dgm:spPr/>
    </dgm:pt>
    <dgm:pt modelId="{4E45D1A7-4537-4D13-AB28-E0C966364BC8}" type="pres">
      <dgm:prSet presAssocID="{70B1D60E-3D63-471F-A330-DBC144CEBD09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45092AF-4643-4DE0-9C06-2F0E5E249A2E}" type="presOf" srcId="{9FD345BC-5D3A-4C32-9D8A-C84A0658156C}" destId="{1BBD35B3-8DF1-466F-B014-A9DCD20DCEE2}" srcOrd="0" destOrd="0" presId="urn:microsoft.com/office/officeart/2005/8/layout/default"/>
    <dgm:cxn modelId="{B8809B4B-4B3C-40BC-8032-785C9B7E8748}" type="presOf" srcId="{B0BDE045-137C-4FBE-8DB5-DC4F76DE2717}" destId="{1E846F58-D4A1-4C4A-A0C0-DB207F0E802F}" srcOrd="0" destOrd="0" presId="urn:microsoft.com/office/officeart/2005/8/layout/default"/>
    <dgm:cxn modelId="{52ABA2E1-EAF3-4863-802E-B4C02ACAE341}" srcId="{B0BDE045-137C-4FBE-8DB5-DC4F76DE2717}" destId="{80CE3E06-318E-4D4C-A49E-85530FBB9E62}" srcOrd="3" destOrd="0" parTransId="{B7EEC054-71DA-41F5-80D4-CE473CF8D072}" sibTransId="{89C026D8-3336-4922-9694-BBD715A06A55}"/>
    <dgm:cxn modelId="{F89B22F4-859B-48A6-94D9-35A4DECEB5B1}" type="presOf" srcId="{D47AC394-F0DD-45E3-81A1-A2AA5FE49F5B}" destId="{32FC1514-22FB-4C9B-8E40-771344BB4819}" srcOrd="0" destOrd="0" presId="urn:microsoft.com/office/officeart/2005/8/layout/default"/>
    <dgm:cxn modelId="{4AE39FED-981D-45C3-ACA7-2F6F18C5406A}" srcId="{B0BDE045-137C-4FBE-8DB5-DC4F76DE2717}" destId="{D47AC394-F0DD-45E3-81A1-A2AA5FE49F5B}" srcOrd="1" destOrd="0" parTransId="{E762EA0D-19FC-43A2-BA7D-9F9EAF3AA717}" sibTransId="{A4C3C020-9E43-4D73-9852-7C6F529B7977}"/>
    <dgm:cxn modelId="{6E2EAA9A-9880-4CFA-AB0C-C517B6A42599}" type="presOf" srcId="{80CE3E06-318E-4D4C-A49E-85530FBB9E62}" destId="{6E244451-CF6B-4E1F-A8C0-CE3AEA1CD1CF}" srcOrd="0" destOrd="0" presId="urn:microsoft.com/office/officeart/2005/8/layout/default"/>
    <dgm:cxn modelId="{0C266628-92D7-4A92-95E7-28D78FBFAF93}" srcId="{B0BDE045-137C-4FBE-8DB5-DC4F76DE2717}" destId="{70B1D60E-3D63-471F-A330-DBC144CEBD09}" srcOrd="5" destOrd="0" parTransId="{6D790893-AC57-4C8B-B6C2-6DC4912243D7}" sibTransId="{F8BA6198-C547-449B-82A8-C7691DF83A94}"/>
    <dgm:cxn modelId="{536E475C-B561-4CB0-94E2-F8A943A20CC8}" srcId="{B0BDE045-137C-4FBE-8DB5-DC4F76DE2717}" destId="{9FD345BC-5D3A-4C32-9D8A-C84A0658156C}" srcOrd="0" destOrd="0" parTransId="{0852876A-56F6-4216-9E80-2CD6E3F2447D}" sibTransId="{61392DDF-71E4-4568-84E1-82C9EE5598B5}"/>
    <dgm:cxn modelId="{082B086F-C07E-4550-8D9E-0B43EC885823}" type="presOf" srcId="{70B1D60E-3D63-471F-A330-DBC144CEBD09}" destId="{4E45D1A7-4537-4D13-AB28-E0C966364BC8}" srcOrd="0" destOrd="0" presId="urn:microsoft.com/office/officeart/2005/8/layout/default"/>
    <dgm:cxn modelId="{008CA798-6349-4C5B-B8DC-5C0C55368F02}" type="presOf" srcId="{3C9E7BAA-D088-4FD6-9C41-2C254E64AC1C}" destId="{3E86CE82-F2AB-46BB-BF72-E7182878DA15}" srcOrd="0" destOrd="0" presId="urn:microsoft.com/office/officeart/2005/8/layout/default"/>
    <dgm:cxn modelId="{27D4DDC9-38AF-44B7-8655-FBCB56B6D779}" srcId="{B0BDE045-137C-4FBE-8DB5-DC4F76DE2717}" destId="{3C9E7BAA-D088-4FD6-9C41-2C254E64AC1C}" srcOrd="4" destOrd="0" parTransId="{5387BA9C-587B-48BA-BA26-6EEC9D7C385B}" sibTransId="{00CD821A-E51A-4037-A40B-83E4B0FC27FC}"/>
    <dgm:cxn modelId="{1B7BEAE8-2C1E-40A9-97F1-C4F203EE5137}" type="presOf" srcId="{319B473E-B6A7-41E3-8386-31774912BDDB}" destId="{90C2250D-191D-4419-9BE0-3A953E093A0F}" srcOrd="0" destOrd="0" presId="urn:microsoft.com/office/officeart/2005/8/layout/default"/>
    <dgm:cxn modelId="{DA1DBCEF-3200-4B1D-9D04-714E712A7EF8}" srcId="{B0BDE045-137C-4FBE-8DB5-DC4F76DE2717}" destId="{319B473E-B6A7-41E3-8386-31774912BDDB}" srcOrd="2" destOrd="0" parTransId="{1D077597-5950-497E-A32F-39A965F1338D}" sibTransId="{FCF4C03E-55A6-4EC3-8B87-92A0D11CA436}"/>
    <dgm:cxn modelId="{414EAE99-EDFD-48C4-A7E3-A0FCEB3DAC7E}" type="presParOf" srcId="{1E846F58-D4A1-4C4A-A0C0-DB207F0E802F}" destId="{1BBD35B3-8DF1-466F-B014-A9DCD20DCEE2}" srcOrd="0" destOrd="0" presId="urn:microsoft.com/office/officeart/2005/8/layout/default"/>
    <dgm:cxn modelId="{4103BD95-82B8-4625-90A9-4B5EF9BD86D3}" type="presParOf" srcId="{1E846F58-D4A1-4C4A-A0C0-DB207F0E802F}" destId="{21576470-EA76-4EC6-875B-EA820FFFAF53}" srcOrd="1" destOrd="0" presId="urn:microsoft.com/office/officeart/2005/8/layout/default"/>
    <dgm:cxn modelId="{24CCC1F4-0FA8-4592-BB5A-7F680D18EC16}" type="presParOf" srcId="{1E846F58-D4A1-4C4A-A0C0-DB207F0E802F}" destId="{32FC1514-22FB-4C9B-8E40-771344BB4819}" srcOrd="2" destOrd="0" presId="urn:microsoft.com/office/officeart/2005/8/layout/default"/>
    <dgm:cxn modelId="{BA95E7B0-62B5-4807-8501-11CF87F1D9A5}" type="presParOf" srcId="{1E846F58-D4A1-4C4A-A0C0-DB207F0E802F}" destId="{9A64DC0A-D45D-42BD-94BB-E96710A49A45}" srcOrd="3" destOrd="0" presId="urn:microsoft.com/office/officeart/2005/8/layout/default"/>
    <dgm:cxn modelId="{9D5F1E63-E0D6-4BD3-A3DF-B31136791255}" type="presParOf" srcId="{1E846F58-D4A1-4C4A-A0C0-DB207F0E802F}" destId="{90C2250D-191D-4419-9BE0-3A953E093A0F}" srcOrd="4" destOrd="0" presId="urn:microsoft.com/office/officeart/2005/8/layout/default"/>
    <dgm:cxn modelId="{83AB6198-46B1-4459-A080-606748379EDC}" type="presParOf" srcId="{1E846F58-D4A1-4C4A-A0C0-DB207F0E802F}" destId="{4EA5336B-3434-4DB7-9EF1-B63BBE6B42BA}" srcOrd="5" destOrd="0" presId="urn:microsoft.com/office/officeart/2005/8/layout/default"/>
    <dgm:cxn modelId="{DF59781C-3D38-4BD9-8011-690D8FE2E115}" type="presParOf" srcId="{1E846F58-D4A1-4C4A-A0C0-DB207F0E802F}" destId="{6E244451-CF6B-4E1F-A8C0-CE3AEA1CD1CF}" srcOrd="6" destOrd="0" presId="urn:microsoft.com/office/officeart/2005/8/layout/default"/>
    <dgm:cxn modelId="{8DD64B26-3BD0-4C0A-A57E-5C2B6B4B5229}" type="presParOf" srcId="{1E846F58-D4A1-4C4A-A0C0-DB207F0E802F}" destId="{A4209014-C7DF-45FA-9AFE-DB8862D2B2CD}" srcOrd="7" destOrd="0" presId="urn:microsoft.com/office/officeart/2005/8/layout/default"/>
    <dgm:cxn modelId="{BB724271-6B2E-4BAF-84A7-32B6BA25AB91}" type="presParOf" srcId="{1E846F58-D4A1-4C4A-A0C0-DB207F0E802F}" destId="{3E86CE82-F2AB-46BB-BF72-E7182878DA15}" srcOrd="8" destOrd="0" presId="urn:microsoft.com/office/officeart/2005/8/layout/default"/>
    <dgm:cxn modelId="{A5CFBEA8-4256-4DDD-B681-7D87E10ED5D9}" type="presParOf" srcId="{1E846F58-D4A1-4C4A-A0C0-DB207F0E802F}" destId="{803524E2-4BA4-428B-A676-91626C2D4A45}" srcOrd="9" destOrd="0" presId="urn:microsoft.com/office/officeart/2005/8/layout/default"/>
    <dgm:cxn modelId="{B290FFE3-C911-4077-86FF-5F23A414F217}" type="presParOf" srcId="{1E846F58-D4A1-4C4A-A0C0-DB207F0E802F}" destId="{4E45D1A7-4537-4D13-AB28-E0C966364BC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2E9AA7-9A43-4469-B218-CFD25209321B}" type="doc">
      <dgm:prSet loTypeId="urn:microsoft.com/office/officeart/2005/8/layout/process4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1BBFA17-68D0-4CE4-B6B9-A7F8BC66E277}">
      <dgm:prSet phldrT="[Text]" custT="1"/>
      <dgm:spPr/>
      <dgm:t>
        <a:bodyPr/>
        <a:lstStyle/>
        <a:p>
          <a:r>
            <a:rPr lang="en-US" sz="3600" dirty="0" smtClean="0"/>
            <a:t>Audience-related factors</a:t>
          </a:r>
          <a:endParaRPr lang="en-US" sz="3600" dirty="0"/>
        </a:p>
      </dgm:t>
    </dgm:pt>
    <dgm:pt modelId="{F7C2381C-0D4F-4B4C-9A21-F30D5D50F34F}" type="parTrans" cxnId="{497C0A59-7FB8-4C41-B5A9-C35CA14333BF}">
      <dgm:prSet/>
      <dgm:spPr/>
      <dgm:t>
        <a:bodyPr/>
        <a:lstStyle/>
        <a:p>
          <a:endParaRPr lang="en-US"/>
        </a:p>
      </dgm:t>
    </dgm:pt>
    <dgm:pt modelId="{2B9E83F7-B7A5-4D6D-8F29-2FC62E19CD07}" type="sibTrans" cxnId="{497C0A59-7FB8-4C41-B5A9-C35CA14333BF}">
      <dgm:prSet/>
      <dgm:spPr/>
      <dgm:t>
        <a:bodyPr/>
        <a:lstStyle/>
        <a:p>
          <a:endParaRPr lang="en-US"/>
        </a:p>
      </dgm:t>
    </dgm:pt>
    <dgm:pt modelId="{850D0F71-46B8-4B4B-8284-AF8CA25878B1}">
      <dgm:prSet phldrT="[Text]" custT="1"/>
      <dgm:spPr/>
      <dgm:t>
        <a:bodyPr/>
        <a:lstStyle/>
        <a:p>
          <a:r>
            <a:rPr lang="en-US" sz="3600" dirty="0" smtClean="0"/>
            <a:t>Purpose-related factors</a:t>
          </a:r>
          <a:endParaRPr lang="en-US" sz="3600" dirty="0"/>
        </a:p>
      </dgm:t>
    </dgm:pt>
    <dgm:pt modelId="{33C77124-BCFF-4B6A-8649-F27C5274DB1F}" type="parTrans" cxnId="{BB1F0B4D-C16F-472D-A90A-8A28FC3A393B}">
      <dgm:prSet/>
      <dgm:spPr/>
      <dgm:t>
        <a:bodyPr/>
        <a:lstStyle/>
        <a:p>
          <a:endParaRPr lang="en-US"/>
        </a:p>
      </dgm:t>
    </dgm:pt>
    <dgm:pt modelId="{08FDA68D-8EA6-4F3F-9833-6EC77D9B4768}" type="sibTrans" cxnId="{BB1F0B4D-C16F-472D-A90A-8A28FC3A393B}">
      <dgm:prSet/>
      <dgm:spPr/>
      <dgm:t>
        <a:bodyPr/>
        <a:lstStyle/>
        <a:p>
          <a:endParaRPr lang="en-US"/>
        </a:p>
      </dgm:t>
    </dgm:pt>
    <dgm:pt modelId="{543F5378-D9E5-4C3D-8521-22F14B5BC113}">
      <dgm:prSet phldrT="[Text]" custT="1"/>
      <dgm:spPr/>
      <dgm:t>
        <a:bodyPr/>
        <a:lstStyle/>
        <a:p>
          <a:r>
            <a:rPr lang="en-US" sz="3600" dirty="0" smtClean="0"/>
            <a:t>Document-related factors</a:t>
          </a:r>
          <a:endParaRPr lang="en-US" sz="3600" dirty="0"/>
        </a:p>
      </dgm:t>
    </dgm:pt>
    <dgm:pt modelId="{48708895-F55B-4B48-854A-F80A8965021C}" type="parTrans" cxnId="{0A1E8627-F53B-450E-8054-8DA778DC3A5B}">
      <dgm:prSet/>
      <dgm:spPr/>
      <dgm:t>
        <a:bodyPr/>
        <a:lstStyle/>
        <a:p>
          <a:endParaRPr lang="en-US"/>
        </a:p>
      </dgm:t>
    </dgm:pt>
    <dgm:pt modelId="{1ADEB08B-3477-405D-AA55-68D3FCE9830A}" type="sibTrans" cxnId="{0A1E8627-F53B-450E-8054-8DA778DC3A5B}">
      <dgm:prSet/>
      <dgm:spPr/>
      <dgm:t>
        <a:bodyPr/>
        <a:lstStyle/>
        <a:p>
          <a:endParaRPr lang="en-US"/>
        </a:p>
      </dgm:t>
    </dgm:pt>
    <dgm:pt modelId="{81754736-C967-4453-9FE1-E284BEB1565A}" type="pres">
      <dgm:prSet presAssocID="{A22E9AA7-9A43-4469-B218-CFD25209321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A6F77C8-E31A-41C4-A6AE-AC020FACEDFF}" type="pres">
      <dgm:prSet presAssocID="{543F5378-D9E5-4C3D-8521-22F14B5BC113}" presName="boxAndChildren" presStyleCnt="0"/>
      <dgm:spPr/>
    </dgm:pt>
    <dgm:pt modelId="{CAF09B26-1B48-4A46-B9CA-5D548FEA9363}" type="pres">
      <dgm:prSet presAssocID="{543F5378-D9E5-4C3D-8521-22F14B5BC113}" presName="parentTextBox" presStyleLbl="node1" presStyleIdx="0" presStyleCnt="3"/>
      <dgm:spPr/>
      <dgm:t>
        <a:bodyPr/>
        <a:lstStyle/>
        <a:p>
          <a:endParaRPr lang="en-US"/>
        </a:p>
      </dgm:t>
    </dgm:pt>
    <dgm:pt modelId="{F6A7B3BD-C297-4248-AB99-61CE8850EBED}" type="pres">
      <dgm:prSet presAssocID="{08FDA68D-8EA6-4F3F-9833-6EC77D9B4768}" presName="sp" presStyleCnt="0"/>
      <dgm:spPr/>
    </dgm:pt>
    <dgm:pt modelId="{D9BE9CD0-87E2-4DE9-90FB-34A212C47AB6}" type="pres">
      <dgm:prSet presAssocID="{850D0F71-46B8-4B4B-8284-AF8CA25878B1}" presName="arrowAndChildren" presStyleCnt="0"/>
      <dgm:spPr/>
    </dgm:pt>
    <dgm:pt modelId="{0AD0CCF1-B32C-4227-87AE-1B5EE761A188}" type="pres">
      <dgm:prSet presAssocID="{850D0F71-46B8-4B4B-8284-AF8CA25878B1}" presName="parentTextArrow" presStyleLbl="node1" presStyleIdx="1" presStyleCnt="3"/>
      <dgm:spPr/>
      <dgm:t>
        <a:bodyPr/>
        <a:lstStyle/>
        <a:p>
          <a:endParaRPr lang="en-US"/>
        </a:p>
      </dgm:t>
    </dgm:pt>
    <dgm:pt modelId="{654D45DB-8D72-445E-877F-3ADE04185B14}" type="pres">
      <dgm:prSet presAssocID="{2B9E83F7-B7A5-4D6D-8F29-2FC62E19CD07}" presName="sp" presStyleCnt="0"/>
      <dgm:spPr/>
    </dgm:pt>
    <dgm:pt modelId="{4681B56E-27C5-4F19-989B-E91E32A0ED5B}" type="pres">
      <dgm:prSet presAssocID="{51BBFA17-68D0-4CE4-B6B9-A7F8BC66E277}" presName="arrowAndChildren" presStyleCnt="0"/>
      <dgm:spPr/>
    </dgm:pt>
    <dgm:pt modelId="{8EDE2F05-8AFF-480E-BC15-C2B049589BDF}" type="pres">
      <dgm:prSet presAssocID="{51BBFA17-68D0-4CE4-B6B9-A7F8BC66E277}" presName="parentTextArrow" presStyleLbl="node1" presStyleIdx="2" presStyleCnt="3"/>
      <dgm:spPr/>
      <dgm:t>
        <a:bodyPr/>
        <a:lstStyle/>
        <a:p>
          <a:endParaRPr lang="en-US"/>
        </a:p>
      </dgm:t>
    </dgm:pt>
  </dgm:ptLst>
  <dgm:cxnLst>
    <dgm:cxn modelId="{0A1E8627-F53B-450E-8054-8DA778DC3A5B}" srcId="{A22E9AA7-9A43-4469-B218-CFD25209321B}" destId="{543F5378-D9E5-4C3D-8521-22F14B5BC113}" srcOrd="2" destOrd="0" parTransId="{48708895-F55B-4B48-854A-F80A8965021C}" sibTransId="{1ADEB08B-3477-405D-AA55-68D3FCE9830A}"/>
    <dgm:cxn modelId="{038E6D29-90B9-437D-927C-D2E2F1876292}" type="presOf" srcId="{51BBFA17-68D0-4CE4-B6B9-A7F8BC66E277}" destId="{8EDE2F05-8AFF-480E-BC15-C2B049589BDF}" srcOrd="0" destOrd="0" presId="urn:microsoft.com/office/officeart/2005/8/layout/process4"/>
    <dgm:cxn modelId="{314B7DB4-69EE-4457-B55E-A129DA7028A0}" type="presOf" srcId="{850D0F71-46B8-4B4B-8284-AF8CA25878B1}" destId="{0AD0CCF1-B32C-4227-87AE-1B5EE761A188}" srcOrd="0" destOrd="0" presId="urn:microsoft.com/office/officeart/2005/8/layout/process4"/>
    <dgm:cxn modelId="{5D9471ED-0882-453B-AB95-77359F3A5AA3}" type="presOf" srcId="{543F5378-D9E5-4C3D-8521-22F14B5BC113}" destId="{CAF09B26-1B48-4A46-B9CA-5D548FEA9363}" srcOrd="0" destOrd="0" presId="urn:microsoft.com/office/officeart/2005/8/layout/process4"/>
    <dgm:cxn modelId="{7C4D033C-847B-4E10-A117-750D1543360A}" type="presOf" srcId="{A22E9AA7-9A43-4469-B218-CFD25209321B}" destId="{81754736-C967-4453-9FE1-E284BEB1565A}" srcOrd="0" destOrd="0" presId="urn:microsoft.com/office/officeart/2005/8/layout/process4"/>
    <dgm:cxn modelId="{BB1F0B4D-C16F-472D-A90A-8A28FC3A393B}" srcId="{A22E9AA7-9A43-4469-B218-CFD25209321B}" destId="{850D0F71-46B8-4B4B-8284-AF8CA25878B1}" srcOrd="1" destOrd="0" parTransId="{33C77124-BCFF-4B6A-8649-F27C5274DB1F}" sibTransId="{08FDA68D-8EA6-4F3F-9833-6EC77D9B4768}"/>
    <dgm:cxn modelId="{497C0A59-7FB8-4C41-B5A9-C35CA14333BF}" srcId="{A22E9AA7-9A43-4469-B218-CFD25209321B}" destId="{51BBFA17-68D0-4CE4-B6B9-A7F8BC66E277}" srcOrd="0" destOrd="0" parTransId="{F7C2381C-0D4F-4B4C-9A21-F30D5D50F34F}" sibTransId="{2B9E83F7-B7A5-4D6D-8F29-2FC62E19CD07}"/>
    <dgm:cxn modelId="{1B94A8B6-7655-4C88-A313-0FDFEF59B366}" type="presParOf" srcId="{81754736-C967-4453-9FE1-E284BEB1565A}" destId="{AA6F77C8-E31A-41C4-A6AE-AC020FACEDFF}" srcOrd="0" destOrd="0" presId="urn:microsoft.com/office/officeart/2005/8/layout/process4"/>
    <dgm:cxn modelId="{1599F8E7-AA04-4C81-BE58-BC56ECF3C823}" type="presParOf" srcId="{AA6F77C8-E31A-41C4-A6AE-AC020FACEDFF}" destId="{CAF09B26-1B48-4A46-B9CA-5D548FEA9363}" srcOrd="0" destOrd="0" presId="urn:microsoft.com/office/officeart/2005/8/layout/process4"/>
    <dgm:cxn modelId="{FB8036E9-DDA9-4C3E-98CA-41DCADF4A780}" type="presParOf" srcId="{81754736-C967-4453-9FE1-E284BEB1565A}" destId="{F6A7B3BD-C297-4248-AB99-61CE8850EBED}" srcOrd="1" destOrd="0" presId="urn:microsoft.com/office/officeart/2005/8/layout/process4"/>
    <dgm:cxn modelId="{81A2E209-A5D9-4CB3-ACAC-5DF7B2E3BC44}" type="presParOf" srcId="{81754736-C967-4453-9FE1-E284BEB1565A}" destId="{D9BE9CD0-87E2-4DE9-90FB-34A212C47AB6}" srcOrd="2" destOrd="0" presId="urn:microsoft.com/office/officeart/2005/8/layout/process4"/>
    <dgm:cxn modelId="{0C5F19C4-5941-4E7D-8AA4-D59DCAE9FC6D}" type="presParOf" srcId="{D9BE9CD0-87E2-4DE9-90FB-34A212C47AB6}" destId="{0AD0CCF1-B32C-4227-87AE-1B5EE761A188}" srcOrd="0" destOrd="0" presId="urn:microsoft.com/office/officeart/2005/8/layout/process4"/>
    <dgm:cxn modelId="{F1C1DB27-9F4E-4E35-B0FC-F72468D90BCA}" type="presParOf" srcId="{81754736-C967-4453-9FE1-E284BEB1565A}" destId="{654D45DB-8D72-445E-877F-3ADE04185B14}" srcOrd="3" destOrd="0" presId="urn:microsoft.com/office/officeart/2005/8/layout/process4"/>
    <dgm:cxn modelId="{7E67873D-E00B-4E20-B96F-EA1F835ECA47}" type="presParOf" srcId="{81754736-C967-4453-9FE1-E284BEB1565A}" destId="{4681B56E-27C5-4F19-989B-E91E32A0ED5B}" srcOrd="4" destOrd="0" presId="urn:microsoft.com/office/officeart/2005/8/layout/process4"/>
    <dgm:cxn modelId="{81D49A6B-FDEB-4826-92E5-591262342748}" type="presParOf" srcId="{4681B56E-27C5-4F19-989B-E91E32A0ED5B}" destId="{8EDE2F05-8AFF-480E-BC15-C2B049589BD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0C61A8-A121-4A72-AB4E-A49F981A6A07}" type="doc">
      <dgm:prSet loTypeId="urn:microsoft.com/office/officeart/2005/8/layout/arrow2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9CBEEC4-D762-49CF-A0B2-7D7640A55EE1}">
      <dgm:prSet phldrT="[Text]"/>
      <dgm:spPr/>
      <dgm:t>
        <a:bodyPr/>
        <a:lstStyle/>
        <a:p>
          <a:r>
            <a:rPr lang="en-US" dirty="0" smtClean="0"/>
            <a:t> inform   </a:t>
          </a:r>
          <a:endParaRPr lang="en-US" dirty="0"/>
        </a:p>
      </dgm:t>
    </dgm:pt>
    <dgm:pt modelId="{39E4FDD4-E753-4AF0-833F-96760DF09F4A}" type="parTrans" cxnId="{1E29A012-594F-436C-9B23-73E8BCB7933D}">
      <dgm:prSet/>
      <dgm:spPr/>
      <dgm:t>
        <a:bodyPr/>
        <a:lstStyle/>
        <a:p>
          <a:endParaRPr lang="en-US"/>
        </a:p>
      </dgm:t>
    </dgm:pt>
    <dgm:pt modelId="{A5864546-16D0-4FB4-A795-184F756EE702}" type="sibTrans" cxnId="{1E29A012-594F-436C-9B23-73E8BCB7933D}">
      <dgm:prSet/>
      <dgm:spPr/>
      <dgm:t>
        <a:bodyPr/>
        <a:lstStyle/>
        <a:p>
          <a:endParaRPr lang="en-US"/>
        </a:p>
      </dgm:t>
    </dgm:pt>
    <dgm:pt modelId="{7734B395-B419-46BE-B0DE-5AECC19ACDF1}">
      <dgm:prSet phldrT="[Text]"/>
      <dgm:spPr/>
      <dgm:t>
        <a:bodyPr/>
        <a:lstStyle/>
        <a:p>
          <a:r>
            <a:rPr lang="en-US" dirty="0" smtClean="0"/>
            <a:t>Instruct </a:t>
          </a:r>
          <a:endParaRPr lang="en-US" dirty="0"/>
        </a:p>
      </dgm:t>
    </dgm:pt>
    <dgm:pt modelId="{7AB64966-61C8-4E2A-B385-A589B6D10E2B}" type="parTrans" cxnId="{FD0238A2-103E-408E-99C6-20624157A909}">
      <dgm:prSet/>
      <dgm:spPr/>
      <dgm:t>
        <a:bodyPr/>
        <a:lstStyle/>
        <a:p>
          <a:endParaRPr lang="en-US"/>
        </a:p>
      </dgm:t>
    </dgm:pt>
    <dgm:pt modelId="{B065AE2A-68CA-454A-AF4C-0AB092A86790}" type="sibTrans" cxnId="{FD0238A2-103E-408E-99C6-20624157A909}">
      <dgm:prSet/>
      <dgm:spPr/>
      <dgm:t>
        <a:bodyPr/>
        <a:lstStyle/>
        <a:p>
          <a:endParaRPr lang="en-US"/>
        </a:p>
      </dgm:t>
    </dgm:pt>
    <dgm:pt modelId="{F9F4058C-3EF6-44B9-837C-A0C7F2927977}">
      <dgm:prSet phldrT="[Text]"/>
      <dgm:spPr/>
      <dgm:t>
        <a:bodyPr/>
        <a:lstStyle/>
        <a:p>
          <a:r>
            <a:rPr lang="en-US" dirty="0" smtClean="0"/>
            <a:t>Persuade </a:t>
          </a:r>
          <a:endParaRPr lang="en-US" dirty="0"/>
        </a:p>
      </dgm:t>
    </dgm:pt>
    <dgm:pt modelId="{773E1146-5774-4C62-A756-9FF9C6F950C8}" type="parTrans" cxnId="{DBF36477-9471-44D0-B815-C928C8BFA602}">
      <dgm:prSet/>
      <dgm:spPr/>
      <dgm:t>
        <a:bodyPr/>
        <a:lstStyle/>
        <a:p>
          <a:endParaRPr lang="en-US"/>
        </a:p>
      </dgm:t>
    </dgm:pt>
    <dgm:pt modelId="{85C9E8C3-A456-42CF-94F2-163D99D5D521}" type="sibTrans" cxnId="{DBF36477-9471-44D0-B815-C928C8BFA602}">
      <dgm:prSet/>
      <dgm:spPr/>
      <dgm:t>
        <a:bodyPr/>
        <a:lstStyle/>
        <a:p>
          <a:endParaRPr lang="en-US"/>
        </a:p>
      </dgm:t>
    </dgm:pt>
    <dgm:pt modelId="{88859345-4521-4FB1-8268-6B5B874D8644}" type="pres">
      <dgm:prSet presAssocID="{B80C61A8-A121-4A72-AB4E-A49F981A6A07}" presName="arrowDiagram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9364F4-77CB-4BBC-86AE-0B1B15087D4C}" type="pres">
      <dgm:prSet presAssocID="{B80C61A8-A121-4A72-AB4E-A49F981A6A07}" presName="arrow" presStyleLbl="bgShp" presStyleIdx="0" presStyleCnt="1"/>
      <dgm:spPr/>
    </dgm:pt>
    <dgm:pt modelId="{4B2E5C8B-78CC-4520-8C57-202AAC4BD12C}" type="pres">
      <dgm:prSet presAssocID="{B80C61A8-A121-4A72-AB4E-A49F981A6A07}" presName="arrowDiagram3" presStyleCnt="0"/>
      <dgm:spPr/>
    </dgm:pt>
    <dgm:pt modelId="{22AB666B-DB33-4C8B-B0A3-515D0383DB52}" type="pres">
      <dgm:prSet presAssocID="{49CBEEC4-D762-49CF-A0B2-7D7640A55EE1}" presName="bullet3a" presStyleLbl="node1" presStyleIdx="0" presStyleCnt="3"/>
      <dgm:spPr/>
    </dgm:pt>
    <dgm:pt modelId="{1DD5CEC6-62D5-4B41-ACCE-8003ABF81B45}" type="pres">
      <dgm:prSet presAssocID="{49CBEEC4-D762-49CF-A0B2-7D7640A55EE1}" presName="textBox3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483899-D2C8-4B01-9157-6A2CAF01315E}" type="pres">
      <dgm:prSet presAssocID="{7734B395-B419-46BE-B0DE-5AECC19ACDF1}" presName="bullet3b" presStyleLbl="node1" presStyleIdx="1" presStyleCnt="3"/>
      <dgm:spPr/>
    </dgm:pt>
    <dgm:pt modelId="{F267579C-0672-412D-9443-275DA0215C5E}" type="pres">
      <dgm:prSet presAssocID="{7734B395-B419-46BE-B0DE-5AECC19ACDF1}" presName="textBox3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7BFD6B-1A86-439E-9B82-426F24C10CB7}" type="pres">
      <dgm:prSet presAssocID="{F9F4058C-3EF6-44B9-837C-A0C7F2927977}" presName="bullet3c" presStyleLbl="node1" presStyleIdx="2" presStyleCnt="3"/>
      <dgm:spPr/>
    </dgm:pt>
    <dgm:pt modelId="{FC688DB6-B4CF-44E2-98B3-F6FA4D3BF225}" type="pres">
      <dgm:prSet presAssocID="{F9F4058C-3EF6-44B9-837C-A0C7F2927977}" presName="textBox3c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E29A012-594F-436C-9B23-73E8BCB7933D}" srcId="{B80C61A8-A121-4A72-AB4E-A49F981A6A07}" destId="{49CBEEC4-D762-49CF-A0B2-7D7640A55EE1}" srcOrd="0" destOrd="0" parTransId="{39E4FDD4-E753-4AF0-833F-96760DF09F4A}" sibTransId="{A5864546-16D0-4FB4-A795-184F756EE702}"/>
    <dgm:cxn modelId="{335DC484-E2D6-493D-9EC4-BEDF0F274B4C}" type="presOf" srcId="{F9F4058C-3EF6-44B9-837C-A0C7F2927977}" destId="{FC688DB6-B4CF-44E2-98B3-F6FA4D3BF225}" srcOrd="0" destOrd="0" presId="urn:microsoft.com/office/officeart/2005/8/layout/arrow2"/>
    <dgm:cxn modelId="{FD0238A2-103E-408E-99C6-20624157A909}" srcId="{B80C61A8-A121-4A72-AB4E-A49F981A6A07}" destId="{7734B395-B419-46BE-B0DE-5AECC19ACDF1}" srcOrd="1" destOrd="0" parTransId="{7AB64966-61C8-4E2A-B385-A589B6D10E2B}" sibTransId="{B065AE2A-68CA-454A-AF4C-0AB092A86790}"/>
    <dgm:cxn modelId="{DBF36477-9471-44D0-B815-C928C8BFA602}" srcId="{B80C61A8-A121-4A72-AB4E-A49F981A6A07}" destId="{F9F4058C-3EF6-44B9-837C-A0C7F2927977}" srcOrd="2" destOrd="0" parTransId="{773E1146-5774-4C62-A756-9FF9C6F950C8}" sibTransId="{85C9E8C3-A456-42CF-94F2-163D99D5D521}"/>
    <dgm:cxn modelId="{4250B905-2100-46EC-9465-FF07BF8D39A7}" type="presOf" srcId="{49CBEEC4-D762-49CF-A0B2-7D7640A55EE1}" destId="{1DD5CEC6-62D5-4B41-ACCE-8003ABF81B45}" srcOrd="0" destOrd="0" presId="urn:microsoft.com/office/officeart/2005/8/layout/arrow2"/>
    <dgm:cxn modelId="{7C449A7A-E57E-4139-882B-66E6E95F82DA}" type="presOf" srcId="{B80C61A8-A121-4A72-AB4E-A49F981A6A07}" destId="{88859345-4521-4FB1-8268-6B5B874D8644}" srcOrd="0" destOrd="0" presId="urn:microsoft.com/office/officeart/2005/8/layout/arrow2"/>
    <dgm:cxn modelId="{5B0B0BA3-3D64-4638-A745-1DD96B351DA4}" type="presOf" srcId="{7734B395-B419-46BE-B0DE-5AECC19ACDF1}" destId="{F267579C-0672-412D-9443-275DA0215C5E}" srcOrd="0" destOrd="0" presId="urn:microsoft.com/office/officeart/2005/8/layout/arrow2"/>
    <dgm:cxn modelId="{7CF0E8F3-424C-4517-AC16-904164CE2B64}" type="presParOf" srcId="{88859345-4521-4FB1-8268-6B5B874D8644}" destId="{859364F4-77CB-4BBC-86AE-0B1B15087D4C}" srcOrd="0" destOrd="0" presId="urn:microsoft.com/office/officeart/2005/8/layout/arrow2"/>
    <dgm:cxn modelId="{FF8213AB-59DE-49E0-BA93-4773545BC3C8}" type="presParOf" srcId="{88859345-4521-4FB1-8268-6B5B874D8644}" destId="{4B2E5C8B-78CC-4520-8C57-202AAC4BD12C}" srcOrd="1" destOrd="0" presId="urn:microsoft.com/office/officeart/2005/8/layout/arrow2"/>
    <dgm:cxn modelId="{FB8F1BCA-31A7-4673-BF04-26AB6862570A}" type="presParOf" srcId="{4B2E5C8B-78CC-4520-8C57-202AAC4BD12C}" destId="{22AB666B-DB33-4C8B-B0A3-515D0383DB52}" srcOrd="0" destOrd="0" presId="urn:microsoft.com/office/officeart/2005/8/layout/arrow2"/>
    <dgm:cxn modelId="{014E536A-D3C3-4896-9ED3-6DB1C44E80F6}" type="presParOf" srcId="{4B2E5C8B-78CC-4520-8C57-202AAC4BD12C}" destId="{1DD5CEC6-62D5-4B41-ACCE-8003ABF81B45}" srcOrd="1" destOrd="0" presId="urn:microsoft.com/office/officeart/2005/8/layout/arrow2"/>
    <dgm:cxn modelId="{2B68A88D-44CE-43FB-A981-671BEFF701A9}" type="presParOf" srcId="{4B2E5C8B-78CC-4520-8C57-202AAC4BD12C}" destId="{C6483899-D2C8-4B01-9157-6A2CAF01315E}" srcOrd="2" destOrd="0" presId="urn:microsoft.com/office/officeart/2005/8/layout/arrow2"/>
    <dgm:cxn modelId="{BCCD7840-E098-4868-B6A0-051D4501D9D3}" type="presParOf" srcId="{4B2E5C8B-78CC-4520-8C57-202AAC4BD12C}" destId="{F267579C-0672-412D-9443-275DA0215C5E}" srcOrd="3" destOrd="0" presId="urn:microsoft.com/office/officeart/2005/8/layout/arrow2"/>
    <dgm:cxn modelId="{785EE672-D60F-4042-97F7-43C83965E3A8}" type="presParOf" srcId="{4B2E5C8B-78CC-4520-8C57-202AAC4BD12C}" destId="{DF7BFD6B-1A86-439E-9B82-426F24C10CB7}" srcOrd="4" destOrd="0" presId="urn:microsoft.com/office/officeart/2005/8/layout/arrow2"/>
    <dgm:cxn modelId="{AFEF6718-4B69-4424-A052-179A7C08403B}" type="presParOf" srcId="{4B2E5C8B-78CC-4520-8C57-202AAC4BD12C}" destId="{FC688DB6-B4CF-44E2-98B3-F6FA4D3BF225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159796-930D-4407-A7EF-97267DBF7CF1}" type="doc">
      <dgm:prSet loTypeId="urn:microsoft.com/office/officeart/2009/layout/CircleArrowProcess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20A0025-749C-4302-801B-DEB09F5F31DC}">
      <dgm:prSet phldrT="[Text]"/>
      <dgm:spPr/>
      <dgm:t>
        <a:bodyPr/>
        <a:lstStyle/>
        <a:p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Effective Document 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345367-CC42-4C37-9D1A-7D5F71169F38}" type="parTrans" cxnId="{436D1449-EBA2-46BA-B324-9AA2C57F8FF7}">
      <dgm:prSet/>
      <dgm:spPr/>
      <dgm:t>
        <a:bodyPr/>
        <a:lstStyle/>
        <a:p>
          <a:endParaRPr lang="en-US"/>
        </a:p>
      </dgm:t>
    </dgm:pt>
    <dgm:pt modelId="{6524D9A6-650D-4576-8BFE-4E2C9450C17D}" type="sibTrans" cxnId="{436D1449-EBA2-46BA-B324-9AA2C57F8FF7}">
      <dgm:prSet/>
      <dgm:spPr/>
      <dgm:t>
        <a:bodyPr/>
        <a:lstStyle/>
        <a:p>
          <a:endParaRPr lang="en-US"/>
        </a:p>
      </dgm:t>
    </dgm:pt>
    <dgm:pt modelId="{A6F7ACE8-416B-40F4-ABD8-C470879B21F9}">
      <dgm:prSet phldrT="[Text]" custT="1"/>
      <dgm:spPr/>
      <dgm:t>
        <a:bodyPr/>
        <a:lstStyle/>
        <a:p>
          <a:r>
            <a:rPr lang="en-US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Information Delivery </a:t>
          </a:r>
          <a:endParaRPr lang="en-US" sz="4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0CAD9F8-CEBB-4B73-86D5-BFA98AEE6E8A}" type="parTrans" cxnId="{C7882E43-7A4D-4196-A43D-98F2149EEDB1}">
      <dgm:prSet/>
      <dgm:spPr/>
      <dgm:t>
        <a:bodyPr/>
        <a:lstStyle/>
        <a:p>
          <a:endParaRPr lang="en-US"/>
        </a:p>
      </dgm:t>
    </dgm:pt>
    <dgm:pt modelId="{F2FDD970-C109-4C3D-B9B0-1788D7ED45CC}" type="sibTrans" cxnId="{C7882E43-7A4D-4196-A43D-98F2149EEDB1}">
      <dgm:prSet/>
      <dgm:spPr/>
      <dgm:t>
        <a:bodyPr/>
        <a:lstStyle/>
        <a:p>
          <a:endParaRPr lang="en-US"/>
        </a:p>
      </dgm:t>
    </dgm:pt>
    <dgm:pt modelId="{6357DF66-A1B3-453B-A5BD-4947B186ABF5}">
      <dgm:prSet phldrT="[Text]" custT="1"/>
      <dgm:spPr/>
      <dgm:t>
        <a:bodyPr/>
        <a:lstStyle/>
        <a:p>
          <a:r>
            <a:rPr lang="en-US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Persuasive Reasoning </a:t>
          </a:r>
          <a:endParaRPr lang="en-US" sz="4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649F58C-2EE4-45B6-B075-AA424DDA22D1}" type="parTrans" cxnId="{BA3E45E8-0F5B-4373-B4E8-8ED893C83312}">
      <dgm:prSet/>
      <dgm:spPr/>
      <dgm:t>
        <a:bodyPr/>
        <a:lstStyle/>
        <a:p>
          <a:endParaRPr lang="en-US"/>
        </a:p>
      </dgm:t>
    </dgm:pt>
    <dgm:pt modelId="{10D9C753-E8F8-48D2-BCB6-31FF88D8B5EC}" type="sibTrans" cxnId="{BA3E45E8-0F5B-4373-B4E8-8ED893C83312}">
      <dgm:prSet/>
      <dgm:spPr/>
      <dgm:t>
        <a:bodyPr/>
        <a:lstStyle/>
        <a:p>
          <a:endParaRPr lang="en-US"/>
        </a:p>
      </dgm:t>
    </dgm:pt>
    <dgm:pt modelId="{080B2C43-C09F-447E-8437-7790999C3900}">
      <dgm:prSet phldrT="[Text]" custT="1"/>
      <dgm:spPr/>
      <dgm:t>
        <a:bodyPr/>
        <a:lstStyle/>
        <a:p>
          <a:r>
            <a:rPr lang="en-US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Ethical Presentation </a:t>
          </a:r>
          <a:endParaRPr lang="en-US" sz="4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9DA1A9-5926-4953-A2B2-94A608199F54}" type="parTrans" cxnId="{3395B8AE-0338-4A55-B37E-712A9DE0E394}">
      <dgm:prSet/>
      <dgm:spPr/>
      <dgm:t>
        <a:bodyPr/>
        <a:lstStyle/>
        <a:p>
          <a:endParaRPr lang="en-US"/>
        </a:p>
      </dgm:t>
    </dgm:pt>
    <dgm:pt modelId="{35EAA35A-8291-4410-8929-C1A036EFB405}" type="sibTrans" cxnId="{3395B8AE-0338-4A55-B37E-712A9DE0E394}">
      <dgm:prSet/>
      <dgm:spPr/>
      <dgm:t>
        <a:bodyPr/>
        <a:lstStyle/>
        <a:p>
          <a:endParaRPr lang="en-US"/>
        </a:p>
      </dgm:t>
    </dgm:pt>
    <dgm:pt modelId="{2E0E4322-B5D1-497C-AEF4-4C1341D50B92}">
      <dgm:prSet phldrT="[Text]" custT="1"/>
      <dgm:spPr/>
      <dgm:t>
        <a:bodyPr/>
        <a:lstStyle/>
        <a:p>
          <a:r>
            <a:rPr lang="en-US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Good Teamwork </a:t>
          </a:r>
          <a:endParaRPr lang="en-US" sz="4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E85223A-817D-48C2-949A-D2396F9F871E}" type="parTrans" cxnId="{39B6A996-9625-4E71-A1B1-23A08A60F734}">
      <dgm:prSet/>
      <dgm:spPr/>
      <dgm:t>
        <a:bodyPr/>
        <a:lstStyle/>
        <a:p>
          <a:endParaRPr lang="en-US"/>
        </a:p>
      </dgm:t>
    </dgm:pt>
    <dgm:pt modelId="{C4FE8E1A-F620-431A-A7E1-63B10299BDCA}" type="sibTrans" cxnId="{39B6A996-9625-4E71-A1B1-23A08A60F734}">
      <dgm:prSet/>
      <dgm:spPr/>
      <dgm:t>
        <a:bodyPr/>
        <a:lstStyle/>
        <a:p>
          <a:endParaRPr lang="en-US"/>
        </a:p>
      </dgm:t>
    </dgm:pt>
    <dgm:pt modelId="{00BB5192-1E67-4DCE-B149-48EA3CE699FC}" type="pres">
      <dgm:prSet presAssocID="{F8159796-930D-4407-A7EF-97267DBF7CF1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D80184C7-55EA-4C3D-8668-EADE6AB0A606}" type="pres">
      <dgm:prSet presAssocID="{520A0025-749C-4302-801B-DEB09F5F31DC}" presName="Accent1" presStyleCnt="0"/>
      <dgm:spPr/>
    </dgm:pt>
    <dgm:pt modelId="{561E1BBF-FC3C-40DE-9D2F-208649A89808}" type="pres">
      <dgm:prSet presAssocID="{520A0025-749C-4302-801B-DEB09F5F31DC}" presName="Accent" presStyleLbl="node1" presStyleIdx="0" presStyleCn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solidFill>
          <a:schemeClr val="accent2">
            <a:lumMod val="60000"/>
            <a:lumOff val="40000"/>
          </a:schemeClr>
        </a:solidFill>
      </dgm:spPr>
    </dgm:pt>
    <dgm:pt modelId="{BAF68C71-1E1C-4A9B-8D5A-B75B5C37F163}" type="pres">
      <dgm:prSet presAssocID="{520A0025-749C-4302-801B-DEB09F5F31DC}" presName="Child1" presStyleLbl="revTx" presStyleIdx="0" presStyleCnt="2" custScaleX="158182" custScaleY="246584" custLinFactNeighborX="14545" custLinFactNeighborY="-1152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25278D-8127-4F3D-9F12-C26B993B7A11}" type="pres">
      <dgm:prSet presAssocID="{520A0025-749C-4302-801B-DEB09F5F31DC}" presName="Parent1" presStyleLbl="revTx" presStyleIdx="1" presStyleCnt="2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AA71743-2918-4074-A74D-3538668F9B27}" type="presOf" srcId="{520A0025-749C-4302-801B-DEB09F5F31DC}" destId="{B225278D-8127-4F3D-9F12-C26B993B7A11}" srcOrd="0" destOrd="0" presId="urn:microsoft.com/office/officeart/2009/layout/CircleArrowProcess"/>
    <dgm:cxn modelId="{436D1449-EBA2-46BA-B324-9AA2C57F8FF7}" srcId="{F8159796-930D-4407-A7EF-97267DBF7CF1}" destId="{520A0025-749C-4302-801B-DEB09F5F31DC}" srcOrd="0" destOrd="0" parTransId="{68345367-CC42-4C37-9D1A-7D5F71169F38}" sibTransId="{6524D9A6-650D-4576-8BFE-4E2C9450C17D}"/>
    <dgm:cxn modelId="{39B6A996-9625-4E71-A1B1-23A08A60F734}" srcId="{520A0025-749C-4302-801B-DEB09F5F31DC}" destId="{2E0E4322-B5D1-497C-AEF4-4C1341D50B92}" srcOrd="3" destOrd="0" parTransId="{BE85223A-817D-48C2-949A-D2396F9F871E}" sibTransId="{C4FE8E1A-F620-431A-A7E1-63B10299BDCA}"/>
    <dgm:cxn modelId="{0E531ED7-9D8D-4115-89D1-D718A3FC55BC}" type="presOf" srcId="{F8159796-930D-4407-A7EF-97267DBF7CF1}" destId="{00BB5192-1E67-4DCE-B149-48EA3CE699FC}" srcOrd="0" destOrd="0" presId="urn:microsoft.com/office/officeart/2009/layout/CircleArrowProcess"/>
    <dgm:cxn modelId="{B0FC6C0D-E136-424C-B67D-EB7270BBA55D}" type="presOf" srcId="{2E0E4322-B5D1-497C-AEF4-4C1341D50B92}" destId="{BAF68C71-1E1C-4A9B-8D5A-B75B5C37F163}" srcOrd="0" destOrd="3" presId="urn:microsoft.com/office/officeart/2009/layout/CircleArrowProcess"/>
    <dgm:cxn modelId="{7FDA1803-AC8D-40F4-97D5-0A1DC0E1CE5A}" type="presOf" srcId="{080B2C43-C09F-447E-8437-7790999C3900}" destId="{BAF68C71-1E1C-4A9B-8D5A-B75B5C37F163}" srcOrd="0" destOrd="2" presId="urn:microsoft.com/office/officeart/2009/layout/CircleArrowProcess"/>
    <dgm:cxn modelId="{57E6E4C2-53C0-44A5-AE56-BFFA81517AEF}" type="presOf" srcId="{A6F7ACE8-416B-40F4-ABD8-C470879B21F9}" destId="{BAF68C71-1E1C-4A9B-8D5A-B75B5C37F163}" srcOrd="0" destOrd="0" presId="urn:microsoft.com/office/officeart/2009/layout/CircleArrowProcess"/>
    <dgm:cxn modelId="{1208DE16-4F62-4D08-A721-1A83FB153B27}" type="presOf" srcId="{6357DF66-A1B3-453B-A5BD-4947B186ABF5}" destId="{BAF68C71-1E1C-4A9B-8D5A-B75B5C37F163}" srcOrd="0" destOrd="1" presId="urn:microsoft.com/office/officeart/2009/layout/CircleArrowProcess"/>
    <dgm:cxn modelId="{BA3E45E8-0F5B-4373-B4E8-8ED893C83312}" srcId="{520A0025-749C-4302-801B-DEB09F5F31DC}" destId="{6357DF66-A1B3-453B-A5BD-4947B186ABF5}" srcOrd="1" destOrd="0" parTransId="{5649F58C-2EE4-45B6-B075-AA424DDA22D1}" sibTransId="{10D9C753-E8F8-48D2-BCB6-31FF88D8B5EC}"/>
    <dgm:cxn modelId="{C7882E43-7A4D-4196-A43D-98F2149EEDB1}" srcId="{520A0025-749C-4302-801B-DEB09F5F31DC}" destId="{A6F7ACE8-416B-40F4-ABD8-C470879B21F9}" srcOrd="0" destOrd="0" parTransId="{90CAD9F8-CEBB-4B73-86D5-BFA98AEE6E8A}" sibTransId="{F2FDD970-C109-4C3D-B9B0-1788D7ED45CC}"/>
    <dgm:cxn modelId="{3395B8AE-0338-4A55-B37E-712A9DE0E394}" srcId="{520A0025-749C-4302-801B-DEB09F5F31DC}" destId="{080B2C43-C09F-447E-8437-7790999C3900}" srcOrd="2" destOrd="0" parTransId="{209DA1A9-5926-4953-A2B2-94A608199F54}" sibTransId="{35EAA35A-8291-4410-8929-C1A036EFB405}"/>
    <dgm:cxn modelId="{D60AE501-171A-4C5E-ADBF-BB04181A1252}" type="presParOf" srcId="{00BB5192-1E67-4DCE-B149-48EA3CE699FC}" destId="{D80184C7-55EA-4C3D-8668-EADE6AB0A606}" srcOrd="0" destOrd="0" presId="urn:microsoft.com/office/officeart/2009/layout/CircleArrowProcess"/>
    <dgm:cxn modelId="{3548C25E-ED63-4FBC-A8C8-B25DBBBA0B60}" type="presParOf" srcId="{D80184C7-55EA-4C3D-8668-EADE6AB0A606}" destId="{561E1BBF-FC3C-40DE-9D2F-208649A89808}" srcOrd="0" destOrd="0" presId="urn:microsoft.com/office/officeart/2009/layout/CircleArrowProcess"/>
    <dgm:cxn modelId="{00DEB27C-D457-4C79-8C0F-E0920B17F3DE}" type="presParOf" srcId="{00BB5192-1E67-4DCE-B149-48EA3CE699FC}" destId="{BAF68C71-1E1C-4A9B-8D5A-B75B5C37F163}" srcOrd="1" destOrd="0" presId="urn:microsoft.com/office/officeart/2009/layout/CircleArrowProcess"/>
    <dgm:cxn modelId="{8C02082B-002C-4763-AB79-9BE995FE0324}" type="presParOf" srcId="{00BB5192-1E67-4DCE-B149-48EA3CE699FC}" destId="{B225278D-8127-4F3D-9F12-C26B993B7A11}" srcOrd="2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BD35B3-8DF1-466F-B014-A9DCD20DCEE2}">
      <dsp:nvSpPr>
        <dsp:cNvPr id="0" name=""/>
        <dsp:cNvSpPr/>
      </dsp:nvSpPr>
      <dsp:spPr>
        <a:xfrm>
          <a:off x="0" y="920114"/>
          <a:ext cx="3719146" cy="2231487"/>
        </a:xfrm>
        <a:prstGeom prst="rect">
          <a:avLst/>
        </a:prstGeom>
        <a:noFill/>
        <a:ln w="762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rgbClr val="FF0000"/>
              </a:solidFill>
              <a:latin typeface="+mj-lt"/>
            </a:rPr>
            <a:t>Practice of conveying complex technical information </a:t>
          </a:r>
          <a:endParaRPr lang="en-US" sz="3200" kern="1200" dirty="0">
            <a:latin typeface="+mj-lt"/>
          </a:endParaRPr>
        </a:p>
      </dsp:txBody>
      <dsp:txXfrm>
        <a:off x="0" y="920114"/>
        <a:ext cx="3719146" cy="2231487"/>
      </dsp:txXfrm>
    </dsp:sp>
    <dsp:sp modelId="{32FC1514-22FB-4C9B-8E40-771344BB4819}">
      <dsp:nvSpPr>
        <dsp:cNvPr id="0" name=""/>
        <dsp:cNvSpPr/>
      </dsp:nvSpPr>
      <dsp:spPr>
        <a:xfrm>
          <a:off x="4091060" y="920114"/>
          <a:ext cx="3719146" cy="2231487"/>
        </a:xfrm>
        <a:prstGeom prst="rect">
          <a:avLst/>
        </a:prstGeom>
        <a:solidFill>
          <a:schemeClr val="bg1"/>
        </a:solidFill>
        <a:ln w="762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chemeClr val="tx1"/>
              </a:solidFill>
            </a:rPr>
            <a:t>In a clear, concise, and accessible way to specific audiences</a:t>
          </a:r>
          <a:endParaRPr lang="en-US" sz="3200" kern="1200" dirty="0">
            <a:solidFill>
              <a:schemeClr val="tx1"/>
            </a:solidFill>
          </a:endParaRPr>
        </a:p>
      </dsp:txBody>
      <dsp:txXfrm>
        <a:off x="4091060" y="920114"/>
        <a:ext cx="3719146" cy="2231487"/>
      </dsp:txXfrm>
    </dsp:sp>
    <dsp:sp modelId="{90C2250D-191D-4419-9BE0-3A953E093A0F}">
      <dsp:nvSpPr>
        <dsp:cNvPr id="0" name=""/>
        <dsp:cNvSpPr/>
      </dsp:nvSpPr>
      <dsp:spPr>
        <a:xfrm>
          <a:off x="8182121" y="920114"/>
          <a:ext cx="3719146" cy="2231487"/>
        </a:xfrm>
        <a:prstGeom prst="rect">
          <a:avLst/>
        </a:prstGeom>
        <a:solidFill>
          <a:schemeClr val="bg1"/>
        </a:solidFill>
        <a:ln w="762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rgbClr val="002060"/>
              </a:solidFill>
            </a:rPr>
            <a:t>Written or visual formats</a:t>
          </a:r>
          <a:endParaRPr lang="en-US" sz="3200" kern="1200" dirty="0">
            <a:solidFill>
              <a:srgbClr val="002060"/>
            </a:solidFill>
          </a:endParaRPr>
        </a:p>
      </dsp:txBody>
      <dsp:txXfrm>
        <a:off x="8182121" y="920114"/>
        <a:ext cx="3719146" cy="2231487"/>
      </dsp:txXfrm>
    </dsp:sp>
    <dsp:sp modelId="{6E244451-CF6B-4E1F-A8C0-CE3AEA1CD1CF}">
      <dsp:nvSpPr>
        <dsp:cNvPr id="0" name=""/>
        <dsp:cNvSpPr/>
      </dsp:nvSpPr>
      <dsp:spPr>
        <a:xfrm>
          <a:off x="0" y="3523517"/>
          <a:ext cx="3719146" cy="2231487"/>
        </a:xfrm>
        <a:prstGeom prst="rect">
          <a:avLst/>
        </a:prstGeom>
        <a:solidFill>
          <a:schemeClr val="bg1"/>
        </a:solidFill>
        <a:ln w="762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solidFill>
                <a:srgbClr val="FF0000"/>
              </a:solidFill>
            </a:rPr>
            <a:t>Help users to understand and effectively utilize products, services, or processes</a:t>
          </a:r>
          <a:endParaRPr lang="en-US" sz="2800" kern="1200" dirty="0">
            <a:solidFill>
              <a:srgbClr val="FF0000"/>
            </a:solidFill>
          </a:endParaRPr>
        </a:p>
      </dsp:txBody>
      <dsp:txXfrm>
        <a:off x="0" y="3523517"/>
        <a:ext cx="3719146" cy="2231487"/>
      </dsp:txXfrm>
    </dsp:sp>
    <dsp:sp modelId="{3E86CE82-F2AB-46BB-BF72-E7182878DA15}">
      <dsp:nvSpPr>
        <dsp:cNvPr id="0" name=""/>
        <dsp:cNvSpPr/>
      </dsp:nvSpPr>
      <dsp:spPr>
        <a:xfrm>
          <a:off x="4091060" y="3523517"/>
          <a:ext cx="3719146" cy="2231487"/>
        </a:xfrm>
        <a:prstGeom prst="rect">
          <a:avLst/>
        </a:prstGeom>
        <a:solidFill>
          <a:schemeClr val="bg1"/>
        </a:solidFill>
        <a:ln w="762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justLow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chemeClr val="tx2">
                  <a:lumMod val="75000"/>
                </a:schemeClr>
              </a:solidFill>
            </a:rPr>
            <a:t>Creating content like user manuals, instructions, reports etc. </a:t>
          </a:r>
          <a:endParaRPr lang="en-US" sz="3200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4091060" y="3523517"/>
        <a:ext cx="3719146" cy="2231487"/>
      </dsp:txXfrm>
    </dsp:sp>
    <dsp:sp modelId="{4E45D1A7-4537-4D13-AB28-E0C966364BC8}">
      <dsp:nvSpPr>
        <dsp:cNvPr id="0" name=""/>
        <dsp:cNvSpPr/>
      </dsp:nvSpPr>
      <dsp:spPr>
        <a:xfrm>
          <a:off x="8182121" y="3523517"/>
          <a:ext cx="3719146" cy="2231487"/>
        </a:xfrm>
        <a:prstGeom prst="rect">
          <a:avLst/>
        </a:prstGeom>
        <a:solidFill>
          <a:schemeClr val="bg1"/>
        </a:solidFill>
        <a:ln w="762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rgbClr val="FF0000"/>
              </a:solidFill>
            </a:rPr>
            <a:t>Be easily understood by the intended audience</a:t>
          </a:r>
          <a:endParaRPr lang="en-US" sz="3200" kern="1200" dirty="0">
            <a:solidFill>
              <a:srgbClr val="FF0000"/>
            </a:solidFill>
          </a:endParaRPr>
        </a:p>
      </dsp:txBody>
      <dsp:txXfrm>
        <a:off x="8182121" y="3523517"/>
        <a:ext cx="3719146" cy="22314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09B26-1B48-4A46-B9CA-5D548FEA9363}">
      <dsp:nvSpPr>
        <dsp:cNvPr id="0" name=""/>
        <dsp:cNvSpPr/>
      </dsp:nvSpPr>
      <dsp:spPr>
        <a:xfrm>
          <a:off x="0" y="3275482"/>
          <a:ext cx="10866119" cy="10750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Document-related factors</a:t>
          </a:r>
          <a:endParaRPr lang="en-US" sz="3600" kern="1200" dirty="0"/>
        </a:p>
      </dsp:txBody>
      <dsp:txXfrm>
        <a:off x="0" y="3275482"/>
        <a:ext cx="10866119" cy="1075086"/>
      </dsp:txXfrm>
    </dsp:sp>
    <dsp:sp modelId="{0AD0CCF1-B32C-4227-87AE-1B5EE761A188}">
      <dsp:nvSpPr>
        <dsp:cNvPr id="0" name=""/>
        <dsp:cNvSpPr/>
      </dsp:nvSpPr>
      <dsp:spPr>
        <a:xfrm rot="10800000">
          <a:off x="0" y="1638125"/>
          <a:ext cx="10866119" cy="1653482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Purpose-related factors</a:t>
          </a:r>
          <a:endParaRPr lang="en-US" sz="3600" kern="1200" dirty="0"/>
        </a:p>
      </dsp:txBody>
      <dsp:txXfrm rot="10800000">
        <a:off x="0" y="1638125"/>
        <a:ext cx="10866119" cy="1074383"/>
      </dsp:txXfrm>
    </dsp:sp>
    <dsp:sp modelId="{8EDE2F05-8AFF-480E-BC15-C2B049589BDF}">
      <dsp:nvSpPr>
        <dsp:cNvPr id="0" name=""/>
        <dsp:cNvSpPr/>
      </dsp:nvSpPr>
      <dsp:spPr>
        <a:xfrm rot="10800000">
          <a:off x="0" y="769"/>
          <a:ext cx="10866119" cy="1653482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Audience-related factors</a:t>
          </a:r>
          <a:endParaRPr lang="en-US" sz="3600" kern="1200" dirty="0"/>
        </a:p>
      </dsp:txBody>
      <dsp:txXfrm rot="10800000">
        <a:off x="0" y="769"/>
        <a:ext cx="10866119" cy="10743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364F4-77CB-4BBC-86AE-0B1B15087D4C}">
      <dsp:nvSpPr>
        <dsp:cNvPr id="0" name=""/>
        <dsp:cNvSpPr/>
      </dsp:nvSpPr>
      <dsp:spPr>
        <a:xfrm>
          <a:off x="2305343" y="0"/>
          <a:ext cx="7178040" cy="4486275"/>
        </a:xfrm>
        <a:prstGeom prst="swooshArrow">
          <a:avLst>
            <a:gd name="adj1" fmla="val 25000"/>
            <a:gd name="adj2" fmla="val 2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B666B-DB33-4C8B-B0A3-515D0383DB52}">
      <dsp:nvSpPr>
        <dsp:cNvPr id="0" name=""/>
        <dsp:cNvSpPr/>
      </dsp:nvSpPr>
      <dsp:spPr>
        <a:xfrm>
          <a:off x="3216954" y="3096427"/>
          <a:ext cx="186629" cy="18662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5CEC6-62D5-4B41-ACCE-8003ABF81B45}">
      <dsp:nvSpPr>
        <dsp:cNvPr id="0" name=""/>
        <dsp:cNvSpPr/>
      </dsp:nvSpPr>
      <dsp:spPr>
        <a:xfrm>
          <a:off x="3310269" y="3189741"/>
          <a:ext cx="1672483" cy="1296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891" tIns="0" rIns="0" bIns="0" numCol="1" spcCol="1270" anchor="t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 inform   </a:t>
          </a:r>
          <a:endParaRPr lang="en-US" sz="3100" kern="1200" dirty="0"/>
        </a:p>
      </dsp:txBody>
      <dsp:txXfrm>
        <a:off x="3310269" y="3189741"/>
        <a:ext cx="1672483" cy="1296533"/>
      </dsp:txXfrm>
    </dsp:sp>
    <dsp:sp modelId="{C6483899-D2C8-4B01-9157-6A2CAF01315E}">
      <dsp:nvSpPr>
        <dsp:cNvPr id="0" name=""/>
        <dsp:cNvSpPr/>
      </dsp:nvSpPr>
      <dsp:spPr>
        <a:xfrm>
          <a:off x="4864314" y="1877057"/>
          <a:ext cx="337367" cy="337367"/>
        </a:xfrm>
        <a:prstGeom prst="ellips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7579C-0672-412D-9443-275DA0215C5E}">
      <dsp:nvSpPr>
        <dsp:cNvPr id="0" name=""/>
        <dsp:cNvSpPr/>
      </dsp:nvSpPr>
      <dsp:spPr>
        <a:xfrm>
          <a:off x="5032998" y="2045741"/>
          <a:ext cx="1722729" cy="244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764" tIns="0" rIns="0" bIns="0" numCol="1" spcCol="1270" anchor="t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Instruct </a:t>
          </a:r>
          <a:endParaRPr lang="en-US" sz="3100" kern="1200" dirty="0"/>
        </a:p>
      </dsp:txBody>
      <dsp:txXfrm>
        <a:off x="5032998" y="2045741"/>
        <a:ext cx="1722729" cy="2440533"/>
      </dsp:txXfrm>
    </dsp:sp>
    <dsp:sp modelId="{DF7BFD6B-1A86-439E-9B82-426F24C10CB7}">
      <dsp:nvSpPr>
        <dsp:cNvPr id="0" name=""/>
        <dsp:cNvSpPr/>
      </dsp:nvSpPr>
      <dsp:spPr>
        <a:xfrm>
          <a:off x="6845453" y="1135027"/>
          <a:ext cx="466572" cy="466572"/>
        </a:xfrm>
        <a:prstGeom prst="ellips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88DB6-B4CF-44E2-98B3-F6FA4D3BF225}">
      <dsp:nvSpPr>
        <dsp:cNvPr id="0" name=""/>
        <dsp:cNvSpPr/>
      </dsp:nvSpPr>
      <dsp:spPr>
        <a:xfrm>
          <a:off x="7078740" y="1368313"/>
          <a:ext cx="1722729" cy="3117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227" tIns="0" rIns="0" bIns="0" numCol="1" spcCol="1270" anchor="t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Persuade </a:t>
          </a:r>
          <a:endParaRPr lang="en-US" sz="3100" kern="1200" dirty="0"/>
        </a:p>
      </dsp:txBody>
      <dsp:txXfrm>
        <a:off x="7078740" y="1368313"/>
        <a:ext cx="1722729" cy="31179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E1BBF-FC3C-40DE-9D2F-208649A89808}">
      <dsp:nvSpPr>
        <dsp:cNvPr id="0" name=""/>
        <dsp:cNvSpPr/>
      </dsp:nvSpPr>
      <dsp:spPr>
        <a:xfrm>
          <a:off x="744321" y="0"/>
          <a:ext cx="5787567" cy="5788855"/>
        </a:xfrm>
        <a:prstGeom prst="circularArrow">
          <a:avLst>
            <a:gd name="adj1" fmla="val 10980"/>
            <a:gd name="adj2" fmla="val 1142322"/>
            <a:gd name="adj3" fmla="val 9000000"/>
            <a:gd name="adj4" fmla="val 10800000"/>
            <a:gd name="adj5" fmla="val 12500"/>
          </a:avLst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BAF68C71-1E1C-4A9B-8D5A-B75B5C37F163}">
      <dsp:nvSpPr>
        <dsp:cNvPr id="0" name=""/>
        <dsp:cNvSpPr/>
      </dsp:nvSpPr>
      <dsp:spPr>
        <a:xfrm>
          <a:off x="6027618" y="0"/>
          <a:ext cx="5493812" cy="5711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Information Delivery </a:t>
          </a:r>
          <a:endParaRPr lang="en-US" sz="4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Persuasive Reasoning </a:t>
          </a:r>
          <a:endParaRPr lang="en-US" sz="4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Ethical Presentation </a:t>
          </a:r>
          <a:endParaRPr lang="en-US" sz="4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Good Teamwork </a:t>
          </a:r>
          <a:endParaRPr lang="en-US" sz="4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027618" y="0"/>
        <a:ext cx="5493812" cy="5711183"/>
      </dsp:txXfrm>
    </dsp:sp>
    <dsp:sp modelId="{B225278D-8127-4F3D-9F12-C26B993B7A11}">
      <dsp:nvSpPr>
        <dsp:cNvPr id="0" name=""/>
        <dsp:cNvSpPr/>
      </dsp:nvSpPr>
      <dsp:spPr>
        <a:xfrm>
          <a:off x="2022421" y="2095565"/>
          <a:ext cx="3229516" cy="1614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Effective Document </a:t>
          </a:r>
          <a:endParaRPr lang="en-US" sz="5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22421" y="2095565"/>
        <a:ext cx="3229516" cy="16145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C7897-250C-4670-BD6F-18738C64362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D5387-BA79-40ED-964F-504985C28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81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3C9BE-9D19-42F1-ADAB-CDC7495DB8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47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9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3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26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8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83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1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0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7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0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84738-7184-4DFE-BD11-8D5ED52B4FEB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BEF3B-2E35-44EC-BFC8-E36EBA822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7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>
                  <p14:fade in="3250" out="2000"/>
                </p14:media>
              </p:ext>
            </p:extLst>
          </p:nvPr>
        </p:nvPicPr>
        <p:blipFill>
          <a:blip r:embed="rId4"/>
          <a:srcRect l="2475" t="15718" r="4031" b="43100"/>
          <a:stretch>
            <a:fillRect/>
          </a:stretch>
        </p:blipFill>
        <p:spPr>
          <a:xfrm>
            <a:off x="296936" y="1060827"/>
            <a:ext cx="11217856" cy="2779417"/>
          </a:xfrm>
          <a:custGeom>
            <a:avLst/>
            <a:gdLst/>
            <a:ahLst/>
            <a:cxnLst/>
            <a:rect l="l" t="t" r="r" b="b"/>
            <a:pathLst>
              <a:path w="11217856" h="2779417">
                <a:moveTo>
                  <a:pt x="6945780" y="2388568"/>
                </a:moveTo>
                <a:lnTo>
                  <a:pt x="6993445" y="2403122"/>
                </a:lnTo>
                <a:cubicBezTo>
                  <a:pt x="6985625" y="2528272"/>
                  <a:pt x="6951953" y="2622275"/>
                  <a:pt x="6892428" y="2685132"/>
                </a:cubicBezTo>
                <a:cubicBezTo>
                  <a:pt x="6832903" y="2747988"/>
                  <a:pt x="6749731" y="2779417"/>
                  <a:pt x="6642912" y="2779417"/>
                </a:cubicBezTo>
                <a:cubicBezTo>
                  <a:pt x="6561895" y="2779417"/>
                  <a:pt x="6484826" y="2753362"/>
                  <a:pt x="6411703" y="2701254"/>
                </a:cubicBezTo>
                <a:lnTo>
                  <a:pt x="6411703" y="2673780"/>
                </a:lnTo>
                <a:lnTo>
                  <a:pt x="6442397" y="2685899"/>
                </a:lnTo>
                <a:lnTo>
                  <a:pt x="6451050" y="2690997"/>
                </a:lnTo>
                <a:lnTo>
                  <a:pt x="6470890" y="2697150"/>
                </a:lnTo>
                <a:lnTo>
                  <a:pt x="6523149" y="2717784"/>
                </a:lnTo>
                <a:cubicBezTo>
                  <a:pt x="6561452" y="2727563"/>
                  <a:pt x="6600910" y="2732452"/>
                  <a:pt x="6641522" y="2732452"/>
                </a:cubicBezTo>
                <a:cubicBezTo>
                  <a:pt x="6729714" y="2732452"/>
                  <a:pt x="6801421" y="2704404"/>
                  <a:pt x="6856643" y="2648307"/>
                </a:cubicBezTo>
                <a:cubicBezTo>
                  <a:pt x="6883647" y="2620874"/>
                  <a:pt x="6903591" y="2590052"/>
                  <a:pt x="6916477" y="2555840"/>
                </a:cubicBezTo>
                <a:cubicBezTo>
                  <a:pt x="6929364" y="2521629"/>
                  <a:pt x="6938086" y="2475593"/>
                  <a:pt x="6942645" y="2417732"/>
                </a:cubicBezTo>
                <a:close/>
                <a:moveTo>
                  <a:pt x="802156" y="2388568"/>
                </a:moveTo>
                <a:lnTo>
                  <a:pt x="849821" y="2403122"/>
                </a:lnTo>
                <a:cubicBezTo>
                  <a:pt x="842001" y="2528272"/>
                  <a:pt x="808328" y="2622275"/>
                  <a:pt x="748804" y="2685132"/>
                </a:cubicBezTo>
                <a:cubicBezTo>
                  <a:pt x="689279" y="2747988"/>
                  <a:pt x="606107" y="2779417"/>
                  <a:pt x="499287" y="2779417"/>
                </a:cubicBezTo>
                <a:cubicBezTo>
                  <a:pt x="418271" y="2779417"/>
                  <a:pt x="341201" y="2753362"/>
                  <a:pt x="268078" y="2701254"/>
                </a:cubicBezTo>
                <a:lnTo>
                  <a:pt x="268078" y="2673780"/>
                </a:lnTo>
                <a:lnTo>
                  <a:pt x="298772" y="2685899"/>
                </a:lnTo>
                <a:lnTo>
                  <a:pt x="307425" y="2690997"/>
                </a:lnTo>
                <a:lnTo>
                  <a:pt x="327267" y="2697150"/>
                </a:lnTo>
                <a:lnTo>
                  <a:pt x="379525" y="2717784"/>
                </a:lnTo>
                <a:cubicBezTo>
                  <a:pt x="417828" y="2727563"/>
                  <a:pt x="457286" y="2732452"/>
                  <a:pt x="497898" y="2732452"/>
                </a:cubicBezTo>
                <a:cubicBezTo>
                  <a:pt x="586090" y="2732452"/>
                  <a:pt x="657796" y="2704404"/>
                  <a:pt x="713019" y="2648307"/>
                </a:cubicBezTo>
                <a:cubicBezTo>
                  <a:pt x="740022" y="2620874"/>
                  <a:pt x="759966" y="2590052"/>
                  <a:pt x="772853" y="2555840"/>
                </a:cubicBezTo>
                <a:cubicBezTo>
                  <a:pt x="785739" y="2521629"/>
                  <a:pt x="794462" y="2475593"/>
                  <a:pt x="799020" y="2417732"/>
                </a:cubicBezTo>
                <a:close/>
                <a:moveTo>
                  <a:pt x="7376595" y="2319489"/>
                </a:moveTo>
                <a:cubicBezTo>
                  <a:pt x="7376098" y="2328835"/>
                  <a:pt x="7371380" y="2347433"/>
                  <a:pt x="7362441" y="2375281"/>
                </a:cubicBezTo>
                <a:lnTo>
                  <a:pt x="7339536" y="2446451"/>
                </a:lnTo>
                <a:cubicBezTo>
                  <a:pt x="7327670" y="2482682"/>
                  <a:pt x="7321736" y="2512828"/>
                  <a:pt x="7321736" y="2536889"/>
                </a:cubicBezTo>
                <a:cubicBezTo>
                  <a:pt x="7321736" y="2561068"/>
                  <a:pt x="7325666" y="2580838"/>
                  <a:pt x="7333527" y="2596201"/>
                </a:cubicBezTo>
                <a:lnTo>
                  <a:pt x="7336141" y="2600525"/>
                </a:lnTo>
                <a:lnTo>
                  <a:pt x="7333384" y="2591830"/>
                </a:lnTo>
                <a:cubicBezTo>
                  <a:pt x="7330837" y="2578744"/>
                  <a:pt x="7329563" y="2564622"/>
                  <a:pt x="7329563" y="2549464"/>
                </a:cubicBezTo>
                <a:cubicBezTo>
                  <a:pt x="7329563" y="2499897"/>
                  <a:pt x="7348976" y="2430281"/>
                  <a:pt x="7387802" y="2340614"/>
                </a:cubicBezTo>
                <a:close/>
                <a:moveTo>
                  <a:pt x="7541660" y="2028540"/>
                </a:moveTo>
                <a:lnTo>
                  <a:pt x="7479774" y="2213785"/>
                </a:lnTo>
                <a:cubicBezTo>
                  <a:pt x="7482487" y="2215416"/>
                  <a:pt x="7484080" y="2216713"/>
                  <a:pt x="7484555" y="2217677"/>
                </a:cubicBezTo>
                <a:lnTo>
                  <a:pt x="7504235" y="2242882"/>
                </a:lnTo>
                <a:cubicBezTo>
                  <a:pt x="7519706" y="2258192"/>
                  <a:pt x="7536166" y="2277880"/>
                  <a:pt x="7553614" y="2301946"/>
                </a:cubicBezTo>
                <a:lnTo>
                  <a:pt x="7571088" y="2327037"/>
                </a:lnTo>
                <a:lnTo>
                  <a:pt x="7622925" y="2267054"/>
                </a:lnTo>
                <a:close/>
                <a:moveTo>
                  <a:pt x="3089413" y="1969923"/>
                </a:moveTo>
                <a:lnTo>
                  <a:pt x="3089413" y="2456636"/>
                </a:lnTo>
                <a:cubicBezTo>
                  <a:pt x="3089413" y="2531211"/>
                  <a:pt x="3096049" y="2581511"/>
                  <a:pt x="3109321" y="2607536"/>
                </a:cubicBezTo>
                <a:cubicBezTo>
                  <a:pt x="3112639" y="2614042"/>
                  <a:pt x="3116468" y="2620089"/>
                  <a:pt x="3120809" y="2625676"/>
                </a:cubicBezTo>
                <a:lnTo>
                  <a:pt x="3129664" y="2635035"/>
                </a:lnTo>
                <a:lnTo>
                  <a:pt x="3116779" y="2615797"/>
                </a:lnTo>
                <a:cubicBezTo>
                  <a:pt x="3104702" y="2591303"/>
                  <a:pt x="3098664" y="2562899"/>
                  <a:pt x="3098664" y="2530585"/>
                </a:cubicBezTo>
                <a:lnTo>
                  <a:pt x="3098664" y="2478962"/>
                </a:lnTo>
                <a:lnTo>
                  <a:pt x="3098664" y="2069378"/>
                </a:lnTo>
                <a:close/>
                <a:moveTo>
                  <a:pt x="2013088" y="1969923"/>
                </a:moveTo>
                <a:lnTo>
                  <a:pt x="2013088" y="2456636"/>
                </a:lnTo>
                <a:cubicBezTo>
                  <a:pt x="2013088" y="2531211"/>
                  <a:pt x="2019724" y="2581511"/>
                  <a:pt x="2032996" y="2607536"/>
                </a:cubicBezTo>
                <a:cubicBezTo>
                  <a:pt x="2036314" y="2614042"/>
                  <a:pt x="2040143" y="2620089"/>
                  <a:pt x="2044484" y="2625676"/>
                </a:cubicBezTo>
                <a:lnTo>
                  <a:pt x="2053339" y="2635036"/>
                </a:lnTo>
                <a:lnTo>
                  <a:pt x="2040454" y="2615797"/>
                </a:lnTo>
                <a:cubicBezTo>
                  <a:pt x="2028377" y="2591303"/>
                  <a:pt x="2022339" y="2562899"/>
                  <a:pt x="2022339" y="2530585"/>
                </a:cubicBezTo>
                <a:lnTo>
                  <a:pt x="2022339" y="2478962"/>
                </a:lnTo>
                <a:lnTo>
                  <a:pt x="2022339" y="2069378"/>
                </a:lnTo>
                <a:close/>
                <a:moveTo>
                  <a:pt x="10551757" y="1953179"/>
                </a:moveTo>
                <a:lnTo>
                  <a:pt x="10551757" y="2340836"/>
                </a:lnTo>
                <a:cubicBezTo>
                  <a:pt x="10551757" y="2466764"/>
                  <a:pt x="10559506" y="2547957"/>
                  <a:pt x="10575006" y="2584415"/>
                </a:cubicBezTo>
                <a:cubicBezTo>
                  <a:pt x="10578881" y="2593529"/>
                  <a:pt x="10584151" y="2602054"/>
                  <a:pt x="10590817" y="2609988"/>
                </a:cubicBezTo>
                <a:lnTo>
                  <a:pt x="10599705" y="2618084"/>
                </a:lnTo>
                <a:lnTo>
                  <a:pt x="10591608" y="2606505"/>
                </a:lnTo>
                <a:cubicBezTo>
                  <a:pt x="10570734" y="2569830"/>
                  <a:pt x="10560296" y="2520812"/>
                  <a:pt x="10560296" y="2459448"/>
                </a:cubicBezTo>
                <a:lnTo>
                  <a:pt x="10561008" y="2393860"/>
                </a:lnTo>
                <a:lnTo>
                  <a:pt x="10561008" y="2015920"/>
                </a:lnTo>
                <a:close/>
                <a:moveTo>
                  <a:pt x="5065357" y="1953179"/>
                </a:moveTo>
                <a:lnTo>
                  <a:pt x="5065357" y="2340836"/>
                </a:lnTo>
                <a:cubicBezTo>
                  <a:pt x="5065357" y="2466764"/>
                  <a:pt x="5073107" y="2547957"/>
                  <a:pt x="5088606" y="2584415"/>
                </a:cubicBezTo>
                <a:cubicBezTo>
                  <a:pt x="5092481" y="2593529"/>
                  <a:pt x="5097751" y="2602054"/>
                  <a:pt x="5104417" y="2609988"/>
                </a:cubicBezTo>
                <a:lnTo>
                  <a:pt x="5113306" y="2618085"/>
                </a:lnTo>
                <a:lnTo>
                  <a:pt x="5105209" y="2606505"/>
                </a:lnTo>
                <a:cubicBezTo>
                  <a:pt x="5084334" y="2569830"/>
                  <a:pt x="5073897" y="2520812"/>
                  <a:pt x="5073897" y="2459448"/>
                </a:cubicBezTo>
                <a:lnTo>
                  <a:pt x="5074608" y="2393860"/>
                </a:lnTo>
                <a:lnTo>
                  <a:pt x="5074608" y="2015920"/>
                </a:lnTo>
                <a:close/>
                <a:moveTo>
                  <a:pt x="7510039" y="1947597"/>
                </a:moveTo>
                <a:lnTo>
                  <a:pt x="7414186" y="2223213"/>
                </a:lnTo>
                <a:cubicBezTo>
                  <a:pt x="7447297" y="2255843"/>
                  <a:pt x="7476750" y="2289980"/>
                  <a:pt x="7502545" y="2325626"/>
                </a:cubicBezTo>
                <a:lnTo>
                  <a:pt x="7530690" y="2364794"/>
                </a:lnTo>
                <a:lnTo>
                  <a:pt x="7534133" y="2360616"/>
                </a:lnTo>
                <a:cubicBezTo>
                  <a:pt x="7535690" y="2358541"/>
                  <a:pt x="7537613" y="2357577"/>
                  <a:pt x="7539903" y="2357725"/>
                </a:cubicBezTo>
                <a:cubicBezTo>
                  <a:pt x="7509475" y="2314511"/>
                  <a:pt x="7471566" y="2270904"/>
                  <a:pt x="7426172" y="2226905"/>
                </a:cubicBezTo>
                <a:lnTo>
                  <a:pt x="7515476" y="1987290"/>
                </a:lnTo>
                <a:close/>
                <a:moveTo>
                  <a:pt x="3792459" y="1882378"/>
                </a:moveTo>
                <a:lnTo>
                  <a:pt x="3783920" y="1892805"/>
                </a:lnTo>
                <a:lnTo>
                  <a:pt x="3783920" y="2598063"/>
                </a:lnTo>
                <a:lnTo>
                  <a:pt x="3792459" y="2608178"/>
                </a:lnTo>
                <a:close/>
                <a:moveTo>
                  <a:pt x="2716134" y="1882378"/>
                </a:moveTo>
                <a:lnTo>
                  <a:pt x="2707595" y="1892805"/>
                </a:lnTo>
                <a:lnTo>
                  <a:pt x="2707595" y="2598063"/>
                </a:lnTo>
                <a:lnTo>
                  <a:pt x="2716134" y="2608179"/>
                </a:lnTo>
                <a:close/>
                <a:moveTo>
                  <a:pt x="8667150" y="1864319"/>
                </a:moveTo>
                <a:cubicBezTo>
                  <a:pt x="8647004" y="1864319"/>
                  <a:pt x="8626487" y="1865268"/>
                  <a:pt x="8605598" y="1867166"/>
                </a:cubicBezTo>
                <a:lnTo>
                  <a:pt x="8610935" y="1867166"/>
                </a:lnTo>
                <a:lnTo>
                  <a:pt x="8610935" y="2603522"/>
                </a:lnTo>
                <a:lnTo>
                  <a:pt x="8616628" y="2610173"/>
                </a:lnTo>
                <a:lnTo>
                  <a:pt x="8616628" y="1876405"/>
                </a:lnTo>
                <a:lnTo>
                  <a:pt x="8677724" y="1874993"/>
                </a:lnTo>
                <a:cubicBezTo>
                  <a:pt x="8697971" y="1874993"/>
                  <a:pt x="8715875" y="1876037"/>
                  <a:pt x="8731435" y="1878126"/>
                </a:cubicBezTo>
                <a:lnTo>
                  <a:pt x="8761533" y="1885259"/>
                </a:lnTo>
                <a:lnTo>
                  <a:pt x="8752977" y="1879858"/>
                </a:lnTo>
                <a:cubicBezTo>
                  <a:pt x="8731466" y="1869499"/>
                  <a:pt x="8702858" y="1864319"/>
                  <a:pt x="8667150" y="1864319"/>
                </a:cubicBezTo>
                <a:close/>
                <a:moveTo>
                  <a:pt x="9859539" y="1855069"/>
                </a:moveTo>
                <a:cubicBezTo>
                  <a:pt x="9712366" y="1855069"/>
                  <a:pt x="9638781" y="1988506"/>
                  <a:pt x="9638781" y="2255379"/>
                </a:cubicBezTo>
                <a:cubicBezTo>
                  <a:pt x="9638781" y="2424464"/>
                  <a:pt x="9673013" y="2535426"/>
                  <a:pt x="9741478" y="2588265"/>
                </a:cubicBezTo>
                <a:lnTo>
                  <a:pt x="9755042" y="2597276"/>
                </a:lnTo>
                <a:lnTo>
                  <a:pt x="9729779" y="2571409"/>
                </a:lnTo>
                <a:cubicBezTo>
                  <a:pt x="9710694" y="2548392"/>
                  <a:pt x="9696042" y="2522957"/>
                  <a:pt x="9685817" y="2495106"/>
                </a:cubicBezTo>
                <a:cubicBezTo>
                  <a:pt x="9665370" y="2439402"/>
                  <a:pt x="9655147" y="2364630"/>
                  <a:pt x="9655147" y="2270790"/>
                </a:cubicBezTo>
                <a:cubicBezTo>
                  <a:pt x="9655147" y="2003130"/>
                  <a:pt x="9727740" y="1869300"/>
                  <a:pt x="9872925" y="1869300"/>
                </a:cubicBezTo>
                <a:cubicBezTo>
                  <a:pt x="9939948" y="1869300"/>
                  <a:pt x="9990237" y="1899584"/>
                  <a:pt x="10023793" y="1960150"/>
                </a:cubicBezTo>
                <a:lnTo>
                  <a:pt x="9992282" y="1952645"/>
                </a:lnTo>
                <a:cubicBezTo>
                  <a:pt x="9948141" y="1927917"/>
                  <a:pt x="9908782" y="1915553"/>
                  <a:pt x="9874204" y="1915553"/>
                </a:cubicBezTo>
                <a:cubicBezTo>
                  <a:pt x="9761847" y="1915553"/>
                  <a:pt x="9705670" y="2031119"/>
                  <a:pt x="9705670" y="2262251"/>
                </a:cubicBezTo>
                <a:cubicBezTo>
                  <a:pt x="9705670" y="2433668"/>
                  <a:pt x="9743568" y="2549608"/>
                  <a:pt x="9819367" y="2610071"/>
                </a:cubicBezTo>
                <a:lnTo>
                  <a:pt x="9811487" y="2619643"/>
                </a:lnTo>
                <a:lnTo>
                  <a:pt x="9829748" y="2622850"/>
                </a:lnTo>
                <a:cubicBezTo>
                  <a:pt x="9838235" y="2623811"/>
                  <a:pt x="9847006" y="2624291"/>
                  <a:pt x="9856059" y="2624291"/>
                </a:cubicBezTo>
                <a:cubicBezTo>
                  <a:pt x="9922531" y="2624291"/>
                  <a:pt x="9973621" y="2592198"/>
                  <a:pt x="10009327" y="2528011"/>
                </a:cubicBezTo>
                <a:cubicBezTo>
                  <a:pt x="10045032" y="2463823"/>
                  <a:pt x="10062884" y="2367828"/>
                  <a:pt x="10062884" y="2240025"/>
                </a:cubicBezTo>
                <a:cubicBezTo>
                  <a:pt x="10062884" y="2095440"/>
                  <a:pt x="10049579" y="1997363"/>
                  <a:pt x="10022969" y="1945796"/>
                </a:cubicBezTo>
                <a:cubicBezTo>
                  <a:pt x="9979244" y="1885311"/>
                  <a:pt x="9924766" y="1855069"/>
                  <a:pt x="9859539" y="1855069"/>
                </a:cubicBezTo>
                <a:close/>
                <a:moveTo>
                  <a:pt x="1325139" y="1855069"/>
                </a:moveTo>
                <a:cubicBezTo>
                  <a:pt x="1177967" y="1855069"/>
                  <a:pt x="1104381" y="1988506"/>
                  <a:pt x="1104381" y="2255379"/>
                </a:cubicBezTo>
                <a:cubicBezTo>
                  <a:pt x="1104381" y="2424464"/>
                  <a:pt x="1138613" y="2535426"/>
                  <a:pt x="1207079" y="2588265"/>
                </a:cubicBezTo>
                <a:lnTo>
                  <a:pt x="1220642" y="2597276"/>
                </a:lnTo>
                <a:lnTo>
                  <a:pt x="1195379" y="2571409"/>
                </a:lnTo>
                <a:cubicBezTo>
                  <a:pt x="1176295" y="2548392"/>
                  <a:pt x="1161641" y="2522957"/>
                  <a:pt x="1151418" y="2495106"/>
                </a:cubicBezTo>
                <a:cubicBezTo>
                  <a:pt x="1130971" y="2439402"/>
                  <a:pt x="1120747" y="2364630"/>
                  <a:pt x="1120747" y="2270790"/>
                </a:cubicBezTo>
                <a:cubicBezTo>
                  <a:pt x="1120747" y="2003130"/>
                  <a:pt x="1193340" y="1869300"/>
                  <a:pt x="1338526" y="1869300"/>
                </a:cubicBezTo>
                <a:cubicBezTo>
                  <a:pt x="1405548" y="1869300"/>
                  <a:pt x="1455837" y="1899584"/>
                  <a:pt x="1489393" y="1960150"/>
                </a:cubicBezTo>
                <a:lnTo>
                  <a:pt x="1457883" y="1952645"/>
                </a:lnTo>
                <a:cubicBezTo>
                  <a:pt x="1413742" y="1927917"/>
                  <a:pt x="1374383" y="1915553"/>
                  <a:pt x="1339804" y="1915553"/>
                </a:cubicBezTo>
                <a:cubicBezTo>
                  <a:pt x="1227448" y="1915553"/>
                  <a:pt x="1171270" y="2031119"/>
                  <a:pt x="1171270" y="2262251"/>
                </a:cubicBezTo>
                <a:cubicBezTo>
                  <a:pt x="1171270" y="2433668"/>
                  <a:pt x="1209169" y="2549608"/>
                  <a:pt x="1284968" y="2610071"/>
                </a:cubicBezTo>
                <a:lnTo>
                  <a:pt x="1277088" y="2619643"/>
                </a:lnTo>
                <a:lnTo>
                  <a:pt x="1295348" y="2622850"/>
                </a:lnTo>
                <a:cubicBezTo>
                  <a:pt x="1303835" y="2623811"/>
                  <a:pt x="1312606" y="2624291"/>
                  <a:pt x="1321659" y="2624291"/>
                </a:cubicBezTo>
                <a:cubicBezTo>
                  <a:pt x="1388133" y="2624291"/>
                  <a:pt x="1439222" y="2592198"/>
                  <a:pt x="1474927" y="2528011"/>
                </a:cubicBezTo>
                <a:cubicBezTo>
                  <a:pt x="1510633" y="2463823"/>
                  <a:pt x="1528485" y="2367828"/>
                  <a:pt x="1528485" y="2240025"/>
                </a:cubicBezTo>
                <a:cubicBezTo>
                  <a:pt x="1528485" y="2095440"/>
                  <a:pt x="1515180" y="1997363"/>
                  <a:pt x="1488570" y="1945796"/>
                </a:cubicBezTo>
                <a:cubicBezTo>
                  <a:pt x="1444845" y="1885311"/>
                  <a:pt x="1390368" y="1855069"/>
                  <a:pt x="1325139" y="1855069"/>
                </a:cubicBezTo>
                <a:close/>
                <a:moveTo>
                  <a:pt x="6605365" y="1838702"/>
                </a:moveTo>
                <a:cubicBezTo>
                  <a:pt x="6551277" y="1838702"/>
                  <a:pt x="6501343" y="1864542"/>
                  <a:pt x="6455565" y="1916221"/>
                </a:cubicBezTo>
                <a:cubicBezTo>
                  <a:pt x="6417103" y="1974096"/>
                  <a:pt x="6397871" y="2078298"/>
                  <a:pt x="6397871" y="2228829"/>
                </a:cubicBezTo>
                <a:cubicBezTo>
                  <a:pt x="6397871" y="2358715"/>
                  <a:pt x="6419688" y="2459350"/>
                  <a:pt x="6463320" y="2530735"/>
                </a:cubicBezTo>
                <a:cubicBezTo>
                  <a:pt x="6476955" y="2553043"/>
                  <a:pt x="6492161" y="2571865"/>
                  <a:pt x="6508938" y="2587201"/>
                </a:cubicBezTo>
                <a:lnTo>
                  <a:pt x="6547739" y="2612264"/>
                </a:lnTo>
                <a:lnTo>
                  <a:pt x="6552305" y="2616344"/>
                </a:lnTo>
                <a:lnTo>
                  <a:pt x="6562796" y="2621990"/>
                </a:lnTo>
                <a:lnTo>
                  <a:pt x="6563979" y="2622754"/>
                </a:lnTo>
                <a:lnTo>
                  <a:pt x="6564621" y="2622972"/>
                </a:lnTo>
                <a:lnTo>
                  <a:pt x="6562796" y="2621990"/>
                </a:lnTo>
                <a:lnTo>
                  <a:pt x="6547739" y="2612264"/>
                </a:lnTo>
                <a:lnTo>
                  <a:pt x="6503766" y="2572969"/>
                </a:lnTo>
                <a:cubicBezTo>
                  <a:pt x="6489419" y="2555390"/>
                  <a:pt x="6476904" y="2534689"/>
                  <a:pt x="6466222" y="2510866"/>
                </a:cubicBezTo>
                <a:cubicBezTo>
                  <a:pt x="6432041" y="2434634"/>
                  <a:pt x="6414949" y="2339313"/>
                  <a:pt x="6414949" y="2224903"/>
                </a:cubicBezTo>
                <a:cubicBezTo>
                  <a:pt x="6414949" y="1975026"/>
                  <a:pt x="6485793" y="1850088"/>
                  <a:pt x="6627479" y="1850088"/>
                </a:cubicBezTo>
                <a:cubicBezTo>
                  <a:pt x="6651985" y="1850088"/>
                  <a:pt x="6675781" y="1855765"/>
                  <a:pt x="6698869" y="1867118"/>
                </a:cubicBezTo>
                <a:lnTo>
                  <a:pt x="6711196" y="1873991"/>
                </a:lnTo>
                <a:lnTo>
                  <a:pt x="6708163" y="1871552"/>
                </a:lnTo>
                <a:cubicBezTo>
                  <a:pt x="6677984" y="1849652"/>
                  <a:pt x="6643718" y="1838702"/>
                  <a:pt x="6605365" y="1838702"/>
                </a:cubicBezTo>
                <a:close/>
                <a:moveTo>
                  <a:pt x="461740" y="1838702"/>
                </a:moveTo>
                <a:cubicBezTo>
                  <a:pt x="407653" y="1838702"/>
                  <a:pt x="357719" y="1864542"/>
                  <a:pt x="311941" y="1916221"/>
                </a:cubicBezTo>
                <a:cubicBezTo>
                  <a:pt x="273478" y="1974096"/>
                  <a:pt x="254247" y="2078298"/>
                  <a:pt x="254247" y="2228829"/>
                </a:cubicBezTo>
                <a:cubicBezTo>
                  <a:pt x="254247" y="2358715"/>
                  <a:pt x="276063" y="2459350"/>
                  <a:pt x="319696" y="2530735"/>
                </a:cubicBezTo>
                <a:cubicBezTo>
                  <a:pt x="333331" y="2553043"/>
                  <a:pt x="348537" y="2571865"/>
                  <a:pt x="365313" y="2587201"/>
                </a:cubicBezTo>
                <a:lnTo>
                  <a:pt x="404116" y="2612265"/>
                </a:lnTo>
                <a:lnTo>
                  <a:pt x="408681" y="2616344"/>
                </a:lnTo>
                <a:lnTo>
                  <a:pt x="419169" y="2621988"/>
                </a:lnTo>
                <a:lnTo>
                  <a:pt x="420354" y="2622754"/>
                </a:lnTo>
                <a:lnTo>
                  <a:pt x="420997" y="2622972"/>
                </a:lnTo>
                <a:lnTo>
                  <a:pt x="419169" y="2621988"/>
                </a:lnTo>
                <a:lnTo>
                  <a:pt x="404116" y="2612265"/>
                </a:lnTo>
                <a:lnTo>
                  <a:pt x="360141" y="2572969"/>
                </a:lnTo>
                <a:cubicBezTo>
                  <a:pt x="345794" y="2555390"/>
                  <a:pt x="333280" y="2534689"/>
                  <a:pt x="322598" y="2510866"/>
                </a:cubicBezTo>
                <a:cubicBezTo>
                  <a:pt x="288416" y="2434634"/>
                  <a:pt x="271325" y="2339313"/>
                  <a:pt x="271325" y="2224903"/>
                </a:cubicBezTo>
                <a:cubicBezTo>
                  <a:pt x="271325" y="1975026"/>
                  <a:pt x="342168" y="1850088"/>
                  <a:pt x="483855" y="1850088"/>
                </a:cubicBezTo>
                <a:cubicBezTo>
                  <a:pt x="508360" y="1850088"/>
                  <a:pt x="532157" y="1855765"/>
                  <a:pt x="555244" y="1867118"/>
                </a:cubicBezTo>
                <a:lnTo>
                  <a:pt x="567571" y="1873991"/>
                </a:lnTo>
                <a:lnTo>
                  <a:pt x="564539" y="1871552"/>
                </a:lnTo>
                <a:cubicBezTo>
                  <a:pt x="534360" y="1849652"/>
                  <a:pt x="500094" y="1838702"/>
                  <a:pt x="461740" y="1838702"/>
                </a:cubicBezTo>
                <a:close/>
                <a:moveTo>
                  <a:pt x="11217856" y="1827728"/>
                </a:moveTo>
                <a:lnTo>
                  <a:pt x="11199822" y="1875438"/>
                </a:lnTo>
                <a:cubicBezTo>
                  <a:pt x="11164221" y="1883769"/>
                  <a:pt x="11140883" y="1897703"/>
                  <a:pt x="11129809" y="1917238"/>
                </a:cubicBezTo>
                <a:cubicBezTo>
                  <a:pt x="11118734" y="1936773"/>
                  <a:pt x="11113197" y="1972154"/>
                  <a:pt x="11113197" y="2023381"/>
                </a:cubicBezTo>
                <a:lnTo>
                  <a:pt x="11113197" y="2756646"/>
                </a:lnTo>
                <a:lnTo>
                  <a:pt x="10939504" y="2756646"/>
                </a:lnTo>
                <a:lnTo>
                  <a:pt x="10925283" y="2709681"/>
                </a:lnTo>
                <a:lnTo>
                  <a:pt x="11065521" y="2709681"/>
                </a:lnTo>
                <a:lnTo>
                  <a:pt x="11065521" y="2030352"/>
                </a:lnTo>
                <a:cubicBezTo>
                  <a:pt x="11065521" y="1961832"/>
                  <a:pt x="11074920" y="1913242"/>
                  <a:pt x="11093718" y="1884583"/>
                </a:cubicBezTo>
                <a:cubicBezTo>
                  <a:pt x="11112515" y="1855923"/>
                  <a:pt x="11153895" y="1836972"/>
                  <a:pt x="11217856" y="1827728"/>
                </a:cubicBezTo>
                <a:close/>
                <a:moveTo>
                  <a:pt x="5731455" y="1827728"/>
                </a:moveTo>
                <a:lnTo>
                  <a:pt x="5713422" y="1875438"/>
                </a:lnTo>
                <a:cubicBezTo>
                  <a:pt x="5677820" y="1883769"/>
                  <a:pt x="5654482" y="1897703"/>
                  <a:pt x="5643409" y="1917238"/>
                </a:cubicBezTo>
                <a:cubicBezTo>
                  <a:pt x="5632334" y="1936773"/>
                  <a:pt x="5626797" y="1972154"/>
                  <a:pt x="5626797" y="2023381"/>
                </a:cubicBezTo>
                <a:lnTo>
                  <a:pt x="5626797" y="2756646"/>
                </a:lnTo>
                <a:lnTo>
                  <a:pt x="5453104" y="2756646"/>
                </a:lnTo>
                <a:lnTo>
                  <a:pt x="5438883" y="2709681"/>
                </a:lnTo>
                <a:lnTo>
                  <a:pt x="5579121" y="2709681"/>
                </a:lnTo>
                <a:lnTo>
                  <a:pt x="5579121" y="2030352"/>
                </a:lnTo>
                <a:cubicBezTo>
                  <a:pt x="5579121" y="1961832"/>
                  <a:pt x="5588520" y="1913242"/>
                  <a:pt x="5607318" y="1884583"/>
                </a:cubicBezTo>
                <a:cubicBezTo>
                  <a:pt x="5626115" y="1855923"/>
                  <a:pt x="5667495" y="1836972"/>
                  <a:pt x="5731455" y="1827728"/>
                </a:cubicBezTo>
                <a:close/>
                <a:moveTo>
                  <a:pt x="6983038" y="1821224"/>
                </a:moveTo>
                <a:lnTo>
                  <a:pt x="7019262" y="1840548"/>
                </a:lnTo>
                <a:lnTo>
                  <a:pt x="7009489" y="1865842"/>
                </a:lnTo>
                <a:cubicBezTo>
                  <a:pt x="6958648" y="1952804"/>
                  <a:pt x="6916431" y="2034128"/>
                  <a:pt x="6882838" y="2109816"/>
                </a:cubicBezTo>
                <a:lnTo>
                  <a:pt x="6842178" y="2093416"/>
                </a:lnTo>
                <a:lnTo>
                  <a:pt x="6850895" y="2063619"/>
                </a:lnTo>
                <a:cubicBezTo>
                  <a:pt x="6874992" y="2012911"/>
                  <a:pt x="6895109" y="1974459"/>
                  <a:pt x="6911246" y="1948264"/>
                </a:cubicBezTo>
                <a:lnTo>
                  <a:pt x="6968840" y="1841126"/>
                </a:lnTo>
                <a:close/>
                <a:moveTo>
                  <a:pt x="839414" y="1821224"/>
                </a:moveTo>
                <a:lnTo>
                  <a:pt x="875638" y="1840548"/>
                </a:lnTo>
                <a:lnTo>
                  <a:pt x="865865" y="1865842"/>
                </a:lnTo>
                <a:cubicBezTo>
                  <a:pt x="815023" y="1952804"/>
                  <a:pt x="772807" y="2034128"/>
                  <a:pt x="739214" y="2109816"/>
                </a:cubicBezTo>
                <a:lnTo>
                  <a:pt x="698553" y="2093416"/>
                </a:lnTo>
                <a:lnTo>
                  <a:pt x="707271" y="2063619"/>
                </a:lnTo>
                <a:cubicBezTo>
                  <a:pt x="731368" y="2012911"/>
                  <a:pt x="751485" y="1974459"/>
                  <a:pt x="767622" y="1948264"/>
                </a:cubicBezTo>
                <a:lnTo>
                  <a:pt x="825216" y="1841126"/>
                </a:lnTo>
                <a:close/>
                <a:moveTo>
                  <a:pt x="4818239" y="1808871"/>
                </a:moveTo>
                <a:lnTo>
                  <a:pt x="4840565" y="1840225"/>
                </a:lnTo>
                <a:lnTo>
                  <a:pt x="4745679" y="1923080"/>
                </a:lnTo>
                <a:lnTo>
                  <a:pt x="4745679" y="2349798"/>
                </a:lnTo>
                <a:cubicBezTo>
                  <a:pt x="4745679" y="2493738"/>
                  <a:pt x="4733901" y="2588553"/>
                  <a:pt x="4710345" y="2634242"/>
                </a:cubicBezTo>
                <a:cubicBezTo>
                  <a:pt x="4662164" y="2726756"/>
                  <a:pt x="4568784" y="2773012"/>
                  <a:pt x="4430203" y="2773012"/>
                </a:cubicBezTo>
                <a:cubicBezTo>
                  <a:pt x="4311717" y="2773012"/>
                  <a:pt x="4220975" y="2734824"/>
                  <a:pt x="4157978" y="2658447"/>
                </a:cubicBezTo>
                <a:lnTo>
                  <a:pt x="4183806" y="2662561"/>
                </a:lnTo>
                <a:lnTo>
                  <a:pt x="4217150" y="2683086"/>
                </a:lnTo>
                <a:cubicBezTo>
                  <a:pt x="4267124" y="2711727"/>
                  <a:pt x="4335632" y="2726048"/>
                  <a:pt x="4422676" y="2726048"/>
                </a:cubicBezTo>
                <a:cubicBezTo>
                  <a:pt x="4545283" y="2726048"/>
                  <a:pt x="4625659" y="2695020"/>
                  <a:pt x="4663803" y="2632964"/>
                </a:cubicBezTo>
                <a:cubicBezTo>
                  <a:pt x="4686129" y="2577142"/>
                  <a:pt x="4697292" y="2484380"/>
                  <a:pt x="4697292" y="2354679"/>
                </a:cubicBezTo>
                <a:lnTo>
                  <a:pt x="4697292" y="1901544"/>
                </a:lnTo>
                <a:close/>
                <a:moveTo>
                  <a:pt x="8979870" y="1805969"/>
                </a:moveTo>
                <a:lnTo>
                  <a:pt x="9009556" y="1833121"/>
                </a:lnTo>
                <a:cubicBezTo>
                  <a:pt x="8976172" y="1879581"/>
                  <a:pt x="8941682" y="1950640"/>
                  <a:pt x="8906088" y="2046296"/>
                </a:cubicBezTo>
                <a:lnTo>
                  <a:pt x="8896859" y="2059293"/>
                </a:lnTo>
                <a:lnTo>
                  <a:pt x="8861080" y="2036445"/>
                </a:lnTo>
                <a:lnTo>
                  <a:pt x="8864971" y="2017666"/>
                </a:lnTo>
                <a:cubicBezTo>
                  <a:pt x="8899179" y="1921898"/>
                  <a:pt x="8932909" y="1854472"/>
                  <a:pt x="8966161" y="1815387"/>
                </a:cubicBezTo>
                <a:close/>
                <a:moveTo>
                  <a:pt x="10373572" y="1776083"/>
                </a:moveTo>
                <a:lnTo>
                  <a:pt x="10756115" y="1776083"/>
                </a:lnTo>
                <a:lnTo>
                  <a:pt x="10656894" y="1861451"/>
                </a:lnTo>
                <a:lnTo>
                  <a:pt x="10965899" y="2501021"/>
                </a:lnTo>
                <a:lnTo>
                  <a:pt x="10965899" y="2435177"/>
                </a:lnTo>
                <a:lnTo>
                  <a:pt x="10675928" y="1863263"/>
                </a:lnTo>
                <a:lnTo>
                  <a:pt x="10790071" y="1787246"/>
                </a:lnTo>
                <a:lnTo>
                  <a:pt x="10816200" y="1816899"/>
                </a:lnTo>
                <a:lnTo>
                  <a:pt x="10729565" y="1878028"/>
                </a:lnTo>
                <a:lnTo>
                  <a:pt x="10965899" y="2379629"/>
                </a:lnTo>
                <a:lnTo>
                  <a:pt x="10965899" y="2068033"/>
                </a:lnTo>
                <a:lnTo>
                  <a:pt x="10965899" y="2031052"/>
                </a:lnTo>
                <a:cubicBezTo>
                  <a:pt x="10965899" y="1952585"/>
                  <a:pt x="10959829" y="1900905"/>
                  <a:pt x="10947687" y="1876010"/>
                </a:cubicBezTo>
                <a:cubicBezTo>
                  <a:pt x="10935546" y="1851116"/>
                  <a:pt x="10902256" y="1817807"/>
                  <a:pt x="10847820" y="1776083"/>
                </a:cubicBezTo>
                <a:lnTo>
                  <a:pt x="11193718" y="1776083"/>
                </a:lnTo>
                <a:cubicBezTo>
                  <a:pt x="11137762" y="1820164"/>
                  <a:pt x="11102720" y="1852697"/>
                  <a:pt x="11088592" y="1873681"/>
                </a:cubicBezTo>
                <a:cubicBezTo>
                  <a:pt x="11067044" y="1906436"/>
                  <a:pt x="11056270" y="1957033"/>
                  <a:pt x="11056270" y="2025471"/>
                </a:cubicBezTo>
                <a:lnTo>
                  <a:pt x="11056270" y="2070823"/>
                </a:lnTo>
                <a:lnTo>
                  <a:pt x="11056270" y="2699719"/>
                </a:lnTo>
                <a:lnTo>
                  <a:pt x="10914765" y="2699719"/>
                </a:lnTo>
                <a:lnTo>
                  <a:pt x="10608684" y="2060627"/>
                </a:lnTo>
                <a:lnTo>
                  <a:pt x="10608684" y="2415397"/>
                </a:lnTo>
                <a:lnTo>
                  <a:pt x="10607762" y="2455857"/>
                </a:lnTo>
                <a:lnTo>
                  <a:pt x="10616067" y="2555301"/>
                </a:lnTo>
                <a:cubicBezTo>
                  <a:pt x="10624523" y="2597500"/>
                  <a:pt x="10644089" y="2628950"/>
                  <a:pt x="10674761" y="2649653"/>
                </a:cubicBezTo>
                <a:lnTo>
                  <a:pt x="10679256" y="2662089"/>
                </a:lnTo>
                <a:lnTo>
                  <a:pt x="10688493" y="2665463"/>
                </a:lnTo>
                <a:lnTo>
                  <a:pt x="10756115" y="2756646"/>
                </a:lnTo>
                <a:lnTo>
                  <a:pt x="10354482" y="2756646"/>
                </a:lnTo>
                <a:lnTo>
                  <a:pt x="10337292" y="2709681"/>
                </a:lnTo>
                <a:lnTo>
                  <a:pt x="10687114" y="2709681"/>
                </a:lnTo>
                <a:lnTo>
                  <a:pt x="10658762" y="2699719"/>
                </a:lnTo>
                <a:lnTo>
                  <a:pt x="10325441" y="2699719"/>
                </a:lnTo>
                <a:cubicBezTo>
                  <a:pt x="10384953" y="2662117"/>
                  <a:pt x="10423319" y="2627388"/>
                  <a:pt x="10440539" y="2595533"/>
                </a:cubicBezTo>
                <a:cubicBezTo>
                  <a:pt x="10457757" y="2563679"/>
                  <a:pt x="10466367" y="2507150"/>
                  <a:pt x="10466367" y="2425948"/>
                </a:cubicBezTo>
                <a:lnTo>
                  <a:pt x="10466367" y="1874804"/>
                </a:lnTo>
                <a:close/>
                <a:moveTo>
                  <a:pt x="9005893" y="1776083"/>
                </a:moveTo>
                <a:lnTo>
                  <a:pt x="9365721" y="1776083"/>
                </a:lnTo>
                <a:lnTo>
                  <a:pt x="9272226" y="1890715"/>
                </a:lnTo>
                <a:lnTo>
                  <a:pt x="9272226" y="2605379"/>
                </a:lnTo>
                <a:lnTo>
                  <a:pt x="9277918" y="2611488"/>
                </a:lnTo>
                <a:lnTo>
                  <a:pt x="9277918" y="1888258"/>
                </a:lnTo>
                <a:lnTo>
                  <a:pt x="9371636" y="1801900"/>
                </a:lnTo>
                <a:lnTo>
                  <a:pt x="9397476" y="1831097"/>
                </a:lnTo>
                <a:lnTo>
                  <a:pt x="9326306" y="1906403"/>
                </a:lnTo>
                <a:lnTo>
                  <a:pt x="9326306" y="2606669"/>
                </a:lnTo>
                <a:lnTo>
                  <a:pt x="9443517" y="2756646"/>
                </a:lnTo>
                <a:lnTo>
                  <a:pt x="9059840" y="2756646"/>
                </a:lnTo>
                <a:lnTo>
                  <a:pt x="9034423" y="2709681"/>
                </a:lnTo>
                <a:lnTo>
                  <a:pt x="9373182" y="2709681"/>
                </a:lnTo>
                <a:lnTo>
                  <a:pt x="9350209" y="2689063"/>
                </a:lnTo>
                <a:lnTo>
                  <a:pt x="9360140" y="2699719"/>
                </a:lnTo>
                <a:lnTo>
                  <a:pt x="9005893" y="2699719"/>
                </a:lnTo>
                <a:lnTo>
                  <a:pt x="9102869" y="2598597"/>
                </a:lnTo>
                <a:lnTo>
                  <a:pt x="9102869" y="1884010"/>
                </a:lnTo>
                <a:close/>
                <a:moveTo>
                  <a:pt x="8096248" y="1776083"/>
                </a:moveTo>
                <a:lnTo>
                  <a:pt x="8965360" y="1776083"/>
                </a:lnTo>
                <a:cubicBezTo>
                  <a:pt x="8960001" y="1797846"/>
                  <a:pt x="8956881" y="1809657"/>
                  <a:pt x="8955999" y="1811518"/>
                </a:cubicBezTo>
                <a:lnTo>
                  <a:pt x="8909546" y="1891359"/>
                </a:lnTo>
                <a:cubicBezTo>
                  <a:pt x="8892653" y="1923677"/>
                  <a:pt x="8877439" y="1961476"/>
                  <a:pt x="8863904" y="2004757"/>
                </a:cubicBezTo>
                <a:lnTo>
                  <a:pt x="8854831" y="2019345"/>
                </a:lnTo>
                <a:lnTo>
                  <a:pt x="8828080" y="2008804"/>
                </a:lnTo>
                <a:lnTo>
                  <a:pt x="8825378" y="1997052"/>
                </a:lnTo>
                <a:cubicBezTo>
                  <a:pt x="8822094" y="1984138"/>
                  <a:pt x="8818522" y="1972262"/>
                  <a:pt x="8814661" y="1961426"/>
                </a:cubicBezTo>
                <a:lnTo>
                  <a:pt x="8810713" y="1952103"/>
                </a:lnTo>
                <a:lnTo>
                  <a:pt x="8786754" y="1941871"/>
                </a:lnTo>
                <a:cubicBezTo>
                  <a:pt x="8750865" y="1928595"/>
                  <a:pt x="8716111" y="1921958"/>
                  <a:pt x="8682494" y="1921958"/>
                </a:cubicBezTo>
                <a:cubicBezTo>
                  <a:pt x="8673199" y="1921958"/>
                  <a:pt x="8667017" y="1922184"/>
                  <a:pt x="8663948" y="1922636"/>
                </a:cubicBezTo>
                <a:lnTo>
                  <a:pt x="8666728" y="2606846"/>
                </a:lnTo>
                <a:lnTo>
                  <a:pt x="8777669" y="2756646"/>
                </a:lnTo>
                <a:lnTo>
                  <a:pt x="8399562" y="2756646"/>
                </a:lnTo>
                <a:lnTo>
                  <a:pt x="8375923" y="2709681"/>
                </a:lnTo>
                <a:lnTo>
                  <a:pt x="8710124" y="2709681"/>
                </a:lnTo>
                <a:lnTo>
                  <a:pt x="8669611" y="2672079"/>
                </a:lnTo>
                <a:lnTo>
                  <a:pt x="8693268" y="2699719"/>
                </a:lnTo>
                <a:lnTo>
                  <a:pt x="8345325" y="2699719"/>
                </a:lnTo>
                <a:lnTo>
                  <a:pt x="8443001" y="2597062"/>
                </a:lnTo>
                <a:lnTo>
                  <a:pt x="8443001" y="1923614"/>
                </a:lnTo>
                <a:lnTo>
                  <a:pt x="8407701" y="1923381"/>
                </a:lnTo>
                <a:cubicBezTo>
                  <a:pt x="8363768" y="1923381"/>
                  <a:pt x="8333075" y="1931488"/>
                  <a:pt x="8315622" y="1947703"/>
                </a:cubicBezTo>
                <a:cubicBezTo>
                  <a:pt x="8298170" y="1963917"/>
                  <a:pt x="8287380" y="1998268"/>
                  <a:pt x="8283250" y="2050754"/>
                </a:cubicBezTo>
                <a:lnTo>
                  <a:pt x="8237187" y="2050754"/>
                </a:lnTo>
                <a:cubicBezTo>
                  <a:pt x="8242642" y="1982442"/>
                  <a:pt x="8258256" y="1936308"/>
                  <a:pt x="8284029" y="1912351"/>
                </a:cubicBezTo>
                <a:cubicBezTo>
                  <a:pt x="8309802" y="1888395"/>
                  <a:pt x="8346530" y="1876416"/>
                  <a:pt x="8394214" y="1876416"/>
                </a:cubicBezTo>
                <a:lnTo>
                  <a:pt x="8449672" y="1877206"/>
                </a:lnTo>
                <a:lnTo>
                  <a:pt x="8443001" y="1877094"/>
                </a:lnTo>
                <a:lnTo>
                  <a:pt x="8443001" y="1869890"/>
                </a:lnTo>
                <a:cubicBezTo>
                  <a:pt x="8427577" y="1868074"/>
                  <a:pt x="8409762" y="1867166"/>
                  <a:pt x="8389555" y="1867166"/>
                </a:cubicBezTo>
                <a:cubicBezTo>
                  <a:pt x="8333681" y="1867166"/>
                  <a:pt x="8293862" y="1878114"/>
                  <a:pt x="8270098" y="1900010"/>
                </a:cubicBezTo>
                <a:cubicBezTo>
                  <a:pt x="8246334" y="1921906"/>
                  <a:pt x="8232940" y="1964475"/>
                  <a:pt x="8229916" y="2027717"/>
                </a:cubicBezTo>
                <a:lnTo>
                  <a:pt x="8196771" y="2027717"/>
                </a:lnTo>
                <a:cubicBezTo>
                  <a:pt x="8174876" y="1956959"/>
                  <a:pt x="8143195" y="1882198"/>
                  <a:pt x="8101730" y="1803435"/>
                </a:cubicBezTo>
                <a:close/>
                <a:moveTo>
                  <a:pt x="7378040" y="1776083"/>
                </a:moveTo>
                <a:lnTo>
                  <a:pt x="7728840" y="1776083"/>
                </a:lnTo>
                <a:lnTo>
                  <a:pt x="7656280" y="1875860"/>
                </a:lnTo>
                <a:lnTo>
                  <a:pt x="7763630" y="2162651"/>
                </a:lnTo>
                <a:lnTo>
                  <a:pt x="7769433" y="2155024"/>
                </a:lnTo>
                <a:lnTo>
                  <a:pt x="7666176" y="1883754"/>
                </a:lnTo>
                <a:lnTo>
                  <a:pt x="7750299" y="1787246"/>
                </a:lnTo>
                <a:lnTo>
                  <a:pt x="7787446" y="1803935"/>
                </a:lnTo>
                <a:lnTo>
                  <a:pt x="7716988" y="1893750"/>
                </a:lnTo>
                <a:lnTo>
                  <a:pt x="7803957" y="2129483"/>
                </a:lnTo>
                <a:lnTo>
                  <a:pt x="7820390" y="2115542"/>
                </a:lnTo>
                <a:cubicBezTo>
                  <a:pt x="7835667" y="2103319"/>
                  <a:pt x="7851144" y="2093438"/>
                  <a:pt x="7866820" y="2085900"/>
                </a:cubicBezTo>
                <a:cubicBezTo>
                  <a:pt x="7883150" y="2145377"/>
                  <a:pt x="7904134" y="2202307"/>
                  <a:pt x="7929774" y="2256691"/>
                </a:cubicBezTo>
                <a:cubicBezTo>
                  <a:pt x="7905447" y="2255550"/>
                  <a:pt x="7890699" y="2254979"/>
                  <a:pt x="7885533" y="2254979"/>
                </a:cubicBezTo>
                <a:cubicBezTo>
                  <a:pt x="7844595" y="2254979"/>
                  <a:pt x="7817250" y="2259085"/>
                  <a:pt x="7803501" y="2267298"/>
                </a:cubicBezTo>
                <a:lnTo>
                  <a:pt x="7927595" y="2596262"/>
                </a:lnTo>
                <a:lnTo>
                  <a:pt x="7934337" y="2602791"/>
                </a:lnTo>
                <a:lnTo>
                  <a:pt x="7814786" y="2274881"/>
                </a:lnTo>
                <a:cubicBezTo>
                  <a:pt x="7839025" y="2267306"/>
                  <a:pt x="7861910" y="2263518"/>
                  <a:pt x="7883443" y="2263518"/>
                </a:cubicBezTo>
                <a:cubicBezTo>
                  <a:pt x="7896181" y="2263518"/>
                  <a:pt x="7908341" y="2264066"/>
                  <a:pt x="7919922" y="2265164"/>
                </a:cubicBezTo>
                <a:lnTo>
                  <a:pt x="7943514" y="2268692"/>
                </a:lnTo>
                <a:lnTo>
                  <a:pt x="7884555" y="2106136"/>
                </a:lnTo>
                <a:lnTo>
                  <a:pt x="7933587" y="2124960"/>
                </a:lnTo>
                <a:cubicBezTo>
                  <a:pt x="7944506" y="2169618"/>
                  <a:pt x="7970679" y="2234695"/>
                  <a:pt x="8012106" y="2320189"/>
                </a:cubicBezTo>
                <a:cubicBezTo>
                  <a:pt x="7990573" y="2318803"/>
                  <a:pt x="7979332" y="2318110"/>
                  <a:pt x="7978384" y="2318110"/>
                </a:cubicBezTo>
                <a:lnTo>
                  <a:pt x="7921868" y="2313240"/>
                </a:lnTo>
                <a:lnTo>
                  <a:pt x="7868611" y="2309849"/>
                </a:lnTo>
                <a:lnTo>
                  <a:pt x="7982442" y="2596984"/>
                </a:lnTo>
                <a:lnTo>
                  <a:pt x="8140480" y="2756646"/>
                </a:lnTo>
                <a:lnTo>
                  <a:pt x="7713941" y="2756646"/>
                </a:lnTo>
                <a:lnTo>
                  <a:pt x="7694083" y="2709681"/>
                </a:lnTo>
                <a:lnTo>
                  <a:pt x="8064563" y="2709681"/>
                </a:lnTo>
                <a:lnTo>
                  <a:pt x="7988693" y="2655427"/>
                </a:lnTo>
                <a:lnTo>
                  <a:pt x="8034432" y="2699719"/>
                </a:lnTo>
                <a:lnTo>
                  <a:pt x="7652923" y="2699719"/>
                </a:lnTo>
                <a:lnTo>
                  <a:pt x="7749209" y="2600253"/>
                </a:lnTo>
                <a:lnTo>
                  <a:pt x="7680663" y="2415063"/>
                </a:lnTo>
                <a:cubicBezTo>
                  <a:pt x="7641090" y="2462992"/>
                  <a:pt x="7606006" y="2512065"/>
                  <a:pt x="7575416" y="2562283"/>
                </a:cubicBezTo>
                <a:lnTo>
                  <a:pt x="7537802" y="2552877"/>
                </a:lnTo>
                <a:cubicBezTo>
                  <a:pt x="7552508" y="2524103"/>
                  <a:pt x="7570517" y="2495304"/>
                  <a:pt x="7591829" y="2466481"/>
                </a:cubicBezTo>
                <a:lnTo>
                  <a:pt x="7665547" y="2380090"/>
                </a:lnTo>
                <a:lnTo>
                  <a:pt x="7661662" y="2367621"/>
                </a:lnTo>
                <a:cubicBezTo>
                  <a:pt x="7617551" y="2410464"/>
                  <a:pt x="7573692" y="2463955"/>
                  <a:pt x="7530086" y="2528094"/>
                </a:cubicBezTo>
                <a:lnTo>
                  <a:pt x="7504925" y="2501187"/>
                </a:lnTo>
                <a:cubicBezTo>
                  <a:pt x="7492779" y="2481797"/>
                  <a:pt x="7479190" y="2461390"/>
                  <a:pt x="7464156" y="2439966"/>
                </a:cubicBezTo>
                <a:lnTo>
                  <a:pt x="7417872" y="2376939"/>
                </a:lnTo>
                <a:lnTo>
                  <a:pt x="7402330" y="2419309"/>
                </a:lnTo>
                <a:cubicBezTo>
                  <a:pt x="7386077" y="2468734"/>
                  <a:pt x="7377951" y="2511366"/>
                  <a:pt x="7377951" y="2547207"/>
                </a:cubicBezTo>
                <a:cubicBezTo>
                  <a:pt x="7377951" y="2574521"/>
                  <a:pt x="7382634" y="2597587"/>
                  <a:pt x="7391999" y="2616403"/>
                </a:cubicBezTo>
                <a:cubicBezTo>
                  <a:pt x="7401365" y="2635219"/>
                  <a:pt x="7424808" y="2667787"/>
                  <a:pt x="7462329" y="2714107"/>
                </a:cubicBezTo>
                <a:cubicBezTo>
                  <a:pt x="7465687" y="2718369"/>
                  <a:pt x="7471966" y="2732549"/>
                  <a:pt x="7481164" y="2756646"/>
                </a:cubicBezTo>
                <a:lnTo>
                  <a:pt x="7082099" y="2756646"/>
                </a:lnTo>
                <a:lnTo>
                  <a:pt x="7061285" y="2709681"/>
                </a:lnTo>
                <a:lnTo>
                  <a:pt x="7400659" y="2709681"/>
                </a:lnTo>
                <a:lnTo>
                  <a:pt x="7392688" y="2699719"/>
                </a:lnTo>
                <a:lnTo>
                  <a:pt x="7025005" y="2699719"/>
                </a:lnTo>
                <a:cubicBezTo>
                  <a:pt x="7094303" y="2648678"/>
                  <a:pt x="7147839" y="2594883"/>
                  <a:pt x="7185612" y="2538334"/>
                </a:cubicBezTo>
                <a:cubicBezTo>
                  <a:pt x="7218663" y="2488854"/>
                  <a:pt x="7252090" y="2413799"/>
                  <a:pt x="7285890" y="2313170"/>
                </a:cubicBezTo>
                <a:lnTo>
                  <a:pt x="7299363" y="2271669"/>
                </a:lnTo>
                <a:lnTo>
                  <a:pt x="7260270" y="2253397"/>
                </a:lnTo>
                <a:cubicBezTo>
                  <a:pt x="7242478" y="2248148"/>
                  <a:pt x="7220569" y="2244039"/>
                  <a:pt x="7194540" y="2241070"/>
                </a:cubicBezTo>
                <a:cubicBezTo>
                  <a:pt x="7221024" y="2190703"/>
                  <a:pt x="7243384" y="2142237"/>
                  <a:pt x="7261618" y="2095673"/>
                </a:cubicBezTo>
                <a:cubicBezTo>
                  <a:pt x="7279289" y="2104464"/>
                  <a:pt x="7289963" y="2110657"/>
                  <a:pt x="7293639" y="2114252"/>
                </a:cubicBezTo>
                <a:lnTo>
                  <a:pt x="7326283" y="2148909"/>
                </a:lnTo>
                <a:cubicBezTo>
                  <a:pt x="7334052" y="2153474"/>
                  <a:pt x="7339711" y="2159682"/>
                  <a:pt x="7343261" y="2167532"/>
                </a:cubicBezTo>
                <a:lnTo>
                  <a:pt x="7348031" y="2155380"/>
                </a:lnTo>
                <a:lnTo>
                  <a:pt x="7341204" y="2152222"/>
                </a:lnTo>
                <a:cubicBezTo>
                  <a:pt x="7319353" y="2133002"/>
                  <a:pt x="7301085" y="2117558"/>
                  <a:pt x="7286401" y="2105891"/>
                </a:cubicBezTo>
                <a:lnTo>
                  <a:pt x="7274782" y="2092627"/>
                </a:lnTo>
                <a:lnTo>
                  <a:pt x="7296763" y="2060083"/>
                </a:lnTo>
                <a:cubicBezTo>
                  <a:pt x="7329608" y="2078302"/>
                  <a:pt x="7352448" y="2097141"/>
                  <a:pt x="7365287" y="2116598"/>
                </a:cubicBezTo>
                <a:lnTo>
                  <a:pt x="7451989" y="1873181"/>
                </a:lnTo>
                <a:close/>
                <a:moveTo>
                  <a:pt x="5757868" y="1776083"/>
                </a:moveTo>
                <a:lnTo>
                  <a:pt x="6117696" y="1776083"/>
                </a:lnTo>
                <a:lnTo>
                  <a:pt x="6024201" y="1890715"/>
                </a:lnTo>
                <a:lnTo>
                  <a:pt x="6024201" y="2605379"/>
                </a:lnTo>
                <a:lnTo>
                  <a:pt x="6029894" y="2611487"/>
                </a:lnTo>
                <a:lnTo>
                  <a:pt x="6029894" y="1888258"/>
                </a:lnTo>
                <a:lnTo>
                  <a:pt x="6123612" y="1801900"/>
                </a:lnTo>
                <a:lnTo>
                  <a:pt x="6149451" y="1831097"/>
                </a:lnTo>
                <a:lnTo>
                  <a:pt x="6078281" y="1906403"/>
                </a:lnTo>
                <a:lnTo>
                  <a:pt x="6078281" y="2606669"/>
                </a:lnTo>
                <a:lnTo>
                  <a:pt x="6195493" y="2756646"/>
                </a:lnTo>
                <a:lnTo>
                  <a:pt x="5811815" y="2756646"/>
                </a:lnTo>
                <a:lnTo>
                  <a:pt x="5786398" y="2709681"/>
                </a:lnTo>
                <a:lnTo>
                  <a:pt x="6125157" y="2709681"/>
                </a:lnTo>
                <a:lnTo>
                  <a:pt x="6102188" y="2689066"/>
                </a:lnTo>
                <a:lnTo>
                  <a:pt x="6112115" y="2699719"/>
                </a:lnTo>
                <a:lnTo>
                  <a:pt x="5757868" y="2699719"/>
                </a:lnTo>
                <a:lnTo>
                  <a:pt x="5854844" y="2598597"/>
                </a:lnTo>
                <a:lnTo>
                  <a:pt x="5854844" y="1884010"/>
                </a:lnTo>
                <a:close/>
                <a:moveTo>
                  <a:pt x="4887172" y="1776083"/>
                </a:moveTo>
                <a:lnTo>
                  <a:pt x="5269715" y="1776083"/>
                </a:lnTo>
                <a:lnTo>
                  <a:pt x="5170494" y="1861451"/>
                </a:lnTo>
                <a:lnTo>
                  <a:pt x="5479499" y="2501021"/>
                </a:lnTo>
                <a:lnTo>
                  <a:pt x="5479499" y="2435177"/>
                </a:lnTo>
                <a:lnTo>
                  <a:pt x="5189529" y="1863263"/>
                </a:lnTo>
                <a:lnTo>
                  <a:pt x="5303671" y="1787246"/>
                </a:lnTo>
                <a:lnTo>
                  <a:pt x="5329800" y="1816899"/>
                </a:lnTo>
                <a:lnTo>
                  <a:pt x="5243164" y="1878028"/>
                </a:lnTo>
                <a:lnTo>
                  <a:pt x="5479499" y="2379629"/>
                </a:lnTo>
                <a:lnTo>
                  <a:pt x="5479499" y="2068033"/>
                </a:lnTo>
                <a:lnTo>
                  <a:pt x="5479499" y="2031052"/>
                </a:lnTo>
                <a:cubicBezTo>
                  <a:pt x="5479499" y="1952585"/>
                  <a:pt x="5473429" y="1900905"/>
                  <a:pt x="5461287" y="1876010"/>
                </a:cubicBezTo>
                <a:cubicBezTo>
                  <a:pt x="5449146" y="1851116"/>
                  <a:pt x="5415857" y="1817807"/>
                  <a:pt x="5361421" y="1776083"/>
                </a:cubicBezTo>
                <a:lnTo>
                  <a:pt x="5707317" y="1776083"/>
                </a:lnTo>
                <a:cubicBezTo>
                  <a:pt x="5651362" y="1820164"/>
                  <a:pt x="5616320" y="1852697"/>
                  <a:pt x="5602192" y="1873681"/>
                </a:cubicBezTo>
                <a:cubicBezTo>
                  <a:pt x="5580644" y="1906436"/>
                  <a:pt x="5569871" y="1957033"/>
                  <a:pt x="5569871" y="2025471"/>
                </a:cubicBezTo>
                <a:lnTo>
                  <a:pt x="5569871" y="2070823"/>
                </a:lnTo>
                <a:lnTo>
                  <a:pt x="5569871" y="2699719"/>
                </a:lnTo>
                <a:lnTo>
                  <a:pt x="5428365" y="2699719"/>
                </a:lnTo>
                <a:lnTo>
                  <a:pt x="5122284" y="2060627"/>
                </a:lnTo>
                <a:lnTo>
                  <a:pt x="5122284" y="2415397"/>
                </a:lnTo>
                <a:lnTo>
                  <a:pt x="5121361" y="2455857"/>
                </a:lnTo>
                <a:lnTo>
                  <a:pt x="5129667" y="2555301"/>
                </a:lnTo>
                <a:cubicBezTo>
                  <a:pt x="5138124" y="2597500"/>
                  <a:pt x="5157689" y="2628950"/>
                  <a:pt x="5188362" y="2649653"/>
                </a:cubicBezTo>
                <a:lnTo>
                  <a:pt x="5192856" y="2662089"/>
                </a:lnTo>
                <a:lnTo>
                  <a:pt x="5202092" y="2665463"/>
                </a:lnTo>
                <a:lnTo>
                  <a:pt x="5269715" y="2756646"/>
                </a:lnTo>
                <a:lnTo>
                  <a:pt x="4868082" y="2756646"/>
                </a:lnTo>
                <a:lnTo>
                  <a:pt x="4850892" y="2709681"/>
                </a:lnTo>
                <a:lnTo>
                  <a:pt x="5200714" y="2709681"/>
                </a:lnTo>
                <a:lnTo>
                  <a:pt x="5172362" y="2699719"/>
                </a:lnTo>
                <a:lnTo>
                  <a:pt x="4839040" y="2699719"/>
                </a:lnTo>
                <a:cubicBezTo>
                  <a:pt x="4898554" y="2662117"/>
                  <a:pt x="4936920" y="2627388"/>
                  <a:pt x="4954138" y="2595533"/>
                </a:cubicBezTo>
                <a:cubicBezTo>
                  <a:pt x="4971358" y="2563679"/>
                  <a:pt x="4979967" y="2507150"/>
                  <a:pt x="4979967" y="2425948"/>
                </a:cubicBezTo>
                <a:lnTo>
                  <a:pt x="4979967" y="1874804"/>
                </a:lnTo>
                <a:close/>
                <a:moveTo>
                  <a:pt x="3981905" y="1776083"/>
                </a:moveTo>
                <a:lnTo>
                  <a:pt x="4340243" y="1776083"/>
                </a:lnTo>
                <a:lnTo>
                  <a:pt x="4245436" y="1888780"/>
                </a:lnTo>
                <a:lnTo>
                  <a:pt x="4245436" y="2353567"/>
                </a:lnTo>
                <a:lnTo>
                  <a:pt x="4246825" y="2460961"/>
                </a:lnTo>
                <a:cubicBezTo>
                  <a:pt x="4246825" y="2517057"/>
                  <a:pt x="4259796" y="2558185"/>
                  <a:pt x="4285735" y="2584343"/>
                </a:cubicBezTo>
                <a:cubicBezTo>
                  <a:pt x="4292220" y="2590882"/>
                  <a:pt x="4299898" y="2596604"/>
                  <a:pt x="4308768" y="2601509"/>
                </a:cubicBezTo>
                <a:lnTo>
                  <a:pt x="4314136" y="2603689"/>
                </a:lnTo>
                <a:lnTo>
                  <a:pt x="4291764" y="2584129"/>
                </a:lnTo>
                <a:cubicBezTo>
                  <a:pt x="4285254" y="2576880"/>
                  <a:pt x="4279988" y="2569160"/>
                  <a:pt x="4275967" y="2560972"/>
                </a:cubicBezTo>
                <a:cubicBezTo>
                  <a:pt x="4259882" y="2528216"/>
                  <a:pt x="4251840" y="2478980"/>
                  <a:pt x="4251840" y="2413262"/>
                </a:cubicBezTo>
                <a:lnTo>
                  <a:pt x="4251840" y="1884210"/>
                </a:lnTo>
                <a:lnTo>
                  <a:pt x="4347248" y="1799109"/>
                </a:lnTo>
                <a:lnTo>
                  <a:pt x="4369318" y="1829852"/>
                </a:lnTo>
                <a:lnTo>
                  <a:pt x="4300940" y="1902823"/>
                </a:lnTo>
                <a:lnTo>
                  <a:pt x="4300940" y="2401121"/>
                </a:lnTo>
                <a:lnTo>
                  <a:pt x="4300039" y="2461250"/>
                </a:lnTo>
                <a:lnTo>
                  <a:pt x="4321031" y="2547162"/>
                </a:lnTo>
                <a:cubicBezTo>
                  <a:pt x="4330088" y="2562120"/>
                  <a:pt x="4350117" y="2582671"/>
                  <a:pt x="4381115" y="2608814"/>
                </a:cubicBezTo>
                <a:lnTo>
                  <a:pt x="4382406" y="2621464"/>
                </a:lnTo>
                <a:lnTo>
                  <a:pt x="4420808" y="2623580"/>
                </a:lnTo>
                <a:cubicBezTo>
                  <a:pt x="4490951" y="2623580"/>
                  <a:pt x="4538030" y="2610986"/>
                  <a:pt x="4562046" y="2585799"/>
                </a:cubicBezTo>
                <a:cubicBezTo>
                  <a:pt x="4584817" y="2537574"/>
                  <a:pt x="4596202" y="2456120"/>
                  <a:pt x="4596202" y="2341436"/>
                </a:cubicBezTo>
                <a:lnTo>
                  <a:pt x="4598982" y="1896652"/>
                </a:lnTo>
                <a:lnTo>
                  <a:pt x="4490232" y="1776083"/>
                </a:lnTo>
                <a:lnTo>
                  <a:pt x="4816482" y="1776083"/>
                </a:lnTo>
                <a:lnTo>
                  <a:pt x="4691599" y="1896552"/>
                </a:lnTo>
                <a:lnTo>
                  <a:pt x="4691599" y="2340736"/>
                </a:lnTo>
                <a:cubicBezTo>
                  <a:pt x="4691599" y="2423873"/>
                  <a:pt x="4688825" y="2484254"/>
                  <a:pt x="4683277" y="2521879"/>
                </a:cubicBezTo>
                <a:cubicBezTo>
                  <a:pt x="4677729" y="2559504"/>
                  <a:pt x="4667257" y="2583590"/>
                  <a:pt x="4651861" y="2594138"/>
                </a:cubicBezTo>
                <a:cubicBezTo>
                  <a:pt x="4607387" y="2672590"/>
                  <a:pt x="4524784" y="2711816"/>
                  <a:pt x="4404053" y="2711816"/>
                </a:cubicBezTo>
                <a:cubicBezTo>
                  <a:pt x="4277642" y="2711816"/>
                  <a:pt x="4188880" y="2680373"/>
                  <a:pt x="4137764" y="2617487"/>
                </a:cubicBezTo>
                <a:cubicBezTo>
                  <a:pt x="4097115" y="2568032"/>
                  <a:pt x="4076790" y="2475085"/>
                  <a:pt x="4076790" y="2338646"/>
                </a:cubicBezTo>
                <a:lnTo>
                  <a:pt x="4076790" y="1881931"/>
                </a:lnTo>
                <a:close/>
                <a:moveTo>
                  <a:pt x="1837027" y="1776083"/>
                </a:moveTo>
                <a:lnTo>
                  <a:pt x="2226986" y="1776083"/>
                </a:lnTo>
                <a:lnTo>
                  <a:pt x="2125830" y="1885945"/>
                </a:lnTo>
                <a:lnTo>
                  <a:pt x="2309875" y="2451477"/>
                </a:lnTo>
                <a:lnTo>
                  <a:pt x="2319214" y="2404523"/>
                </a:lnTo>
                <a:lnTo>
                  <a:pt x="2140606" y="1882109"/>
                </a:lnTo>
                <a:lnTo>
                  <a:pt x="2246677" y="1805391"/>
                </a:lnTo>
                <a:lnTo>
                  <a:pt x="2275830" y="1832376"/>
                </a:lnTo>
                <a:lnTo>
                  <a:pt x="2188616" y="1898342"/>
                </a:lnTo>
                <a:lnTo>
                  <a:pt x="2340295" y="2364963"/>
                </a:lnTo>
                <a:lnTo>
                  <a:pt x="2505494" y="1885055"/>
                </a:lnTo>
                <a:lnTo>
                  <a:pt x="2420370" y="1776083"/>
                </a:lnTo>
                <a:lnTo>
                  <a:pt x="2803180" y="1776083"/>
                </a:lnTo>
                <a:lnTo>
                  <a:pt x="2716841" y="1881514"/>
                </a:lnTo>
                <a:lnTo>
                  <a:pt x="2813165" y="1818655"/>
                </a:lnTo>
                <a:lnTo>
                  <a:pt x="2841940" y="1845618"/>
                </a:lnTo>
                <a:lnTo>
                  <a:pt x="2763098" y="1908527"/>
                </a:lnTo>
                <a:lnTo>
                  <a:pt x="2763098" y="2599486"/>
                </a:lnTo>
                <a:lnTo>
                  <a:pt x="2869526" y="2737259"/>
                </a:lnTo>
                <a:lnTo>
                  <a:pt x="2858237" y="2709681"/>
                </a:lnTo>
                <a:lnTo>
                  <a:pt x="3200888" y="2709681"/>
                </a:lnTo>
                <a:lnTo>
                  <a:pt x="3181475" y="2699719"/>
                </a:lnTo>
                <a:lnTo>
                  <a:pt x="2863819" y="2699719"/>
                </a:lnTo>
                <a:lnTo>
                  <a:pt x="2881553" y="2667698"/>
                </a:lnTo>
                <a:cubicBezTo>
                  <a:pt x="2933691" y="2639049"/>
                  <a:pt x="2967374" y="2611318"/>
                  <a:pt x="2982603" y="2584504"/>
                </a:cubicBezTo>
                <a:cubicBezTo>
                  <a:pt x="2997832" y="2557690"/>
                  <a:pt x="3005446" y="2514137"/>
                  <a:pt x="3005446" y="2453845"/>
                </a:cubicBezTo>
                <a:lnTo>
                  <a:pt x="3005446" y="1883110"/>
                </a:lnTo>
                <a:lnTo>
                  <a:pt x="2913352" y="1776083"/>
                </a:lnTo>
                <a:lnTo>
                  <a:pt x="3303312" y="1776083"/>
                </a:lnTo>
                <a:lnTo>
                  <a:pt x="3202155" y="1885945"/>
                </a:lnTo>
                <a:lnTo>
                  <a:pt x="3386200" y="2451477"/>
                </a:lnTo>
                <a:lnTo>
                  <a:pt x="3395539" y="2404523"/>
                </a:lnTo>
                <a:lnTo>
                  <a:pt x="3216932" y="1882109"/>
                </a:lnTo>
                <a:lnTo>
                  <a:pt x="3323002" y="1805391"/>
                </a:lnTo>
                <a:lnTo>
                  <a:pt x="3352155" y="1832376"/>
                </a:lnTo>
                <a:lnTo>
                  <a:pt x="3264941" y="1898342"/>
                </a:lnTo>
                <a:lnTo>
                  <a:pt x="3416620" y="2364963"/>
                </a:lnTo>
                <a:lnTo>
                  <a:pt x="3581819" y="1885055"/>
                </a:lnTo>
                <a:lnTo>
                  <a:pt x="3496696" y="1776083"/>
                </a:lnTo>
                <a:lnTo>
                  <a:pt x="3879506" y="1776083"/>
                </a:lnTo>
                <a:lnTo>
                  <a:pt x="3793166" y="1881514"/>
                </a:lnTo>
                <a:lnTo>
                  <a:pt x="3889490" y="1818655"/>
                </a:lnTo>
                <a:lnTo>
                  <a:pt x="3918265" y="1845618"/>
                </a:lnTo>
                <a:lnTo>
                  <a:pt x="3839423" y="1908527"/>
                </a:lnTo>
                <a:lnTo>
                  <a:pt x="3839423" y="2599486"/>
                </a:lnTo>
                <a:lnTo>
                  <a:pt x="3960826" y="2756646"/>
                </a:lnTo>
                <a:lnTo>
                  <a:pt x="3567076" y="2756646"/>
                </a:lnTo>
                <a:lnTo>
                  <a:pt x="3551754" y="2709681"/>
                </a:lnTo>
                <a:lnTo>
                  <a:pt x="3889089" y="2709681"/>
                </a:lnTo>
                <a:lnTo>
                  <a:pt x="3838333" y="2662522"/>
                </a:lnTo>
                <a:lnTo>
                  <a:pt x="3869733" y="2699719"/>
                </a:lnTo>
                <a:lnTo>
                  <a:pt x="3519722" y="2699719"/>
                </a:lnTo>
                <a:lnTo>
                  <a:pt x="3616697" y="2597285"/>
                </a:lnTo>
                <a:lnTo>
                  <a:pt x="3616697" y="2148553"/>
                </a:lnTo>
                <a:lnTo>
                  <a:pt x="3420378" y="2756646"/>
                </a:lnTo>
                <a:lnTo>
                  <a:pt x="3332031" y="2756646"/>
                </a:lnTo>
                <a:lnTo>
                  <a:pt x="3322980" y="2709681"/>
                </a:lnTo>
                <a:lnTo>
                  <a:pt x="3387779" y="2709681"/>
                </a:lnTo>
                <a:lnTo>
                  <a:pt x="3616697" y="2072202"/>
                </a:lnTo>
                <a:lnTo>
                  <a:pt x="3616697" y="1982476"/>
                </a:lnTo>
                <a:lnTo>
                  <a:pt x="3382030" y="2699008"/>
                </a:lnTo>
                <a:lnTo>
                  <a:pt x="3312240" y="2699008"/>
                </a:lnTo>
                <a:lnTo>
                  <a:pt x="3146340" y="2135989"/>
                </a:lnTo>
                <a:lnTo>
                  <a:pt x="3146340" y="2490825"/>
                </a:lnTo>
                <a:cubicBezTo>
                  <a:pt x="3146340" y="2539265"/>
                  <a:pt x="3149284" y="2572737"/>
                  <a:pt x="3155173" y="2591242"/>
                </a:cubicBezTo>
                <a:cubicBezTo>
                  <a:pt x="3161063" y="2609747"/>
                  <a:pt x="3175741" y="2630959"/>
                  <a:pt x="3199209" y="2654878"/>
                </a:cubicBezTo>
                <a:lnTo>
                  <a:pt x="3264941" y="2756646"/>
                </a:lnTo>
                <a:lnTo>
                  <a:pt x="2884502" y="2756646"/>
                </a:lnTo>
                <a:lnTo>
                  <a:pt x="2877461" y="2756646"/>
                </a:lnTo>
                <a:lnTo>
                  <a:pt x="2490751" y="2756646"/>
                </a:lnTo>
                <a:lnTo>
                  <a:pt x="2475429" y="2709681"/>
                </a:lnTo>
                <a:lnTo>
                  <a:pt x="2812765" y="2709681"/>
                </a:lnTo>
                <a:lnTo>
                  <a:pt x="2762008" y="2662522"/>
                </a:lnTo>
                <a:lnTo>
                  <a:pt x="2793408" y="2699719"/>
                </a:lnTo>
                <a:lnTo>
                  <a:pt x="2443397" y="2699719"/>
                </a:lnTo>
                <a:lnTo>
                  <a:pt x="2540372" y="2597285"/>
                </a:lnTo>
                <a:lnTo>
                  <a:pt x="2540372" y="2148553"/>
                </a:lnTo>
                <a:lnTo>
                  <a:pt x="2344053" y="2756646"/>
                </a:lnTo>
                <a:lnTo>
                  <a:pt x="2255706" y="2756646"/>
                </a:lnTo>
                <a:lnTo>
                  <a:pt x="2246655" y="2709681"/>
                </a:lnTo>
                <a:lnTo>
                  <a:pt x="2311454" y="2709681"/>
                </a:lnTo>
                <a:lnTo>
                  <a:pt x="2540372" y="2072202"/>
                </a:lnTo>
                <a:lnTo>
                  <a:pt x="2540372" y="1982476"/>
                </a:lnTo>
                <a:lnTo>
                  <a:pt x="2305705" y="2699008"/>
                </a:lnTo>
                <a:lnTo>
                  <a:pt x="2235914" y="2699008"/>
                </a:lnTo>
                <a:lnTo>
                  <a:pt x="2070015" y="2135989"/>
                </a:lnTo>
                <a:lnTo>
                  <a:pt x="2070015" y="2490825"/>
                </a:lnTo>
                <a:cubicBezTo>
                  <a:pt x="2070015" y="2539265"/>
                  <a:pt x="2072960" y="2572737"/>
                  <a:pt x="2078849" y="2591242"/>
                </a:cubicBezTo>
                <a:cubicBezTo>
                  <a:pt x="2084738" y="2609747"/>
                  <a:pt x="2099416" y="2630959"/>
                  <a:pt x="2122884" y="2654878"/>
                </a:cubicBezTo>
                <a:lnTo>
                  <a:pt x="2188616" y="2756646"/>
                </a:lnTo>
                <a:lnTo>
                  <a:pt x="1801137" y="2756646"/>
                </a:lnTo>
                <a:lnTo>
                  <a:pt x="1781912" y="2709681"/>
                </a:lnTo>
                <a:lnTo>
                  <a:pt x="2124563" y="2709681"/>
                </a:lnTo>
                <a:lnTo>
                  <a:pt x="2105150" y="2699719"/>
                </a:lnTo>
                <a:lnTo>
                  <a:pt x="1787494" y="2699719"/>
                </a:lnTo>
                <a:lnTo>
                  <a:pt x="1805228" y="2667698"/>
                </a:lnTo>
                <a:cubicBezTo>
                  <a:pt x="1857367" y="2639049"/>
                  <a:pt x="1891050" y="2611318"/>
                  <a:pt x="1906279" y="2584504"/>
                </a:cubicBezTo>
                <a:cubicBezTo>
                  <a:pt x="1921507" y="2557690"/>
                  <a:pt x="1929121" y="2514137"/>
                  <a:pt x="1929121" y="2453845"/>
                </a:cubicBezTo>
                <a:lnTo>
                  <a:pt x="1929121" y="1883110"/>
                </a:lnTo>
                <a:close/>
                <a:moveTo>
                  <a:pt x="9859595" y="1766832"/>
                </a:moveTo>
                <a:cubicBezTo>
                  <a:pt x="9933277" y="1766832"/>
                  <a:pt x="9997655" y="1784174"/>
                  <a:pt x="10052728" y="1818859"/>
                </a:cubicBezTo>
                <a:lnTo>
                  <a:pt x="10067877" y="1829721"/>
                </a:lnTo>
                <a:lnTo>
                  <a:pt x="10067877" y="1802600"/>
                </a:lnTo>
                <a:cubicBezTo>
                  <a:pt x="10151421" y="1837335"/>
                  <a:pt x="10213103" y="1894758"/>
                  <a:pt x="10252923" y="1974870"/>
                </a:cubicBezTo>
                <a:cubicBezTo>
                  <a:pt x="10292741" y="2054983"/>
                  <a:pt x="10312651" y="2146948"/>
                  <a:pt x="10312651" y="2250765"/>
                </a:cubicBezTo>
                <a:cubicBezTo>
                  <a:pt x="10312651" y="2403778"/>
                  <a:pt x="10273337" y="2527886"/>
                  <a:pt x="10194711" y="2623090"/>
                </a:cubicBezTo>
                <a:cubicBezTo>
                  <a:pt x="10116085" y="2718295"/>
                  <a:pt x="10012503" y="2765897"/>
                  <a:pt x="9883966" y="2765897"/>
                </a:cubicBezTo>
                <a:cubicBezTo>
                  <a:pt x="9801436" y="2765897"/>
                  <a:pt x="9722737" y="2736751"/>
                  <a:pt x="9647864" y="2678461"/>
                </a:cubicBezTo>
                <a:lnTo>
                  <a:pt x="9647864" y="2653567"/>
                </a:lnTo>
                <a:cubicBezTo>
                  <a:pt x="9718371" y="2696195"/>
                  <a:pt x="9795484" y="2717509"/>
                  <a:pt x="9879207" y="2717509"/>
                </a:cubicBezTo>
                <a:cubicBezTo>
                  <a:pt x="9991660" y="2717509"/>
                  <a:pt x="10084067" y="2675048"/>
                  <a:pt x="10156430" y="2590124"/>
                </a:cubicBezTo>
                <a:cubicBezTo>
                  <a:pt x="10228793" y="2505201"/>
                  <a:pt x="10264974" y="2396084"/>
                  <a:pt x="10264974" y="2262773"/>
                </a:cubicBezTo>
                <a:cubicBezTo>
                  <a:pt x="10264974" y="2163233"/>
                  <a:pt x="10248317" y="2076355"/>
                  <a:pt x="10215003" y="2002139"/>
                </a:cubicBezTo>
                <a:cubicBezTo>
                  <a:pt x="10190016" y="1946477"/>
                  <a:pt x="10156183" y="1900774"/>
                  <a:pt x="10113505" y="1865032"/>
                </a:cubicBezTo>
                <a:lnTo>
                  <a:pt x="10098524" y="1854387"/>
                </a:lnTo>
                <a:lnTo>
                  <a:pt x="10114349" y="1868805"/>
                </a:lnTo>
                <a:cubicBezTo>
                  <a:pt x="10123875" y="1878516"/>
                  <a:pt x="10133029" y="1888922"/>
                  <a:pt x="10141810" y="1900021"/>
                </a:cubicBezTo>
                <a:cubicBezTo>
                  <a:pt x="10212060" y="1988813"/>
                  <a:pt x="10247185" y="2106329"/>
                  <a:pt x="10247185" y="2252566"/>
                </a:cubicBezTo>
                <a:cubicBezTo>
                  <a:pt x="10247185" y="2391140"/>
                  <a:pt x="10212514" y="2502207"/>
                  <a:pt x="10143171" y="2585766"/>
                </a:cubicBezTo>
                <a:cubicBezTo>
                  <a:pt x="10073829" y="2669325"/>
                  <a:pt x="9980463" y="2711105"/>
                  <a:pt x="9863075" y="2711105"/>
                </a:cubicBezTo>
                <a:cubicBezTo>
                  <a:pt x="9770672" y="2711105"/>
                  <a:pt x="9688543" y="2681704"/>
                  <a:pt x="9616688" y="2622902"/>
                </a:cubicBezTo>
                <a:cubicBezTo>
                  <a:pt x="9511395" y="2536400"/>
                  <a:pt x="9458750" y="2408770"/>
                  <a:pt x="9458750" y="2240014"/>
                </a:cubicBezTo>
                <a:cubicBezTo>
                  <a:pt x="9458750" y="2096148"/>
                  <a:pt x="9494916" y="1981318"/>
                  <a:pt x="9567250" y="1895523"/>
                </a:cubicBezTo>
                <a:cubicBezTo>
                  <a:pt x="9639582" y="1809729"/>
                  <a:pt x="9737031" y="1766832"/>
                  <a:pt x="9859595" y="1766832"/>
                </a:cubicBezTo>
                <a:close/>
                <a:moveTo>
                  <a:pt x="1325195" y="1766832"/>
                </a:moveTo>
                <a:cubicBezTo>
                  <a:pt x="1398878" y="1766832"/>
                  <a:pt x="1463256" y="1784174"/>
                  <a:pt x="1518329" y="1818859"/>
                </a:cubicBezTo>
                <a:lnTo>
                  <a:pt x="1533477" y="1829721"/>
                </a:lnTo>
                <a:lnTo>
                  <a:pt x="1533477" y="1802600"/>
                </a:lnTo>
                <a:cubicBezTo>
                  <a:pt x="1617022" y="1837335"/>
                  <a:pt x="1678704" y="1894758"/>
                  <a:pt x="1718523" y="1974870"/>
                </a:cubicBezTo>
                <a:cubicBezTo>
                  <a:pt x="1758342" y="2054983"/>
                  <a:pt x="1778251" y="2146948"/>
                  <a:pt x="1778251" y="2250765"/>
                </a:cubicBezTo>
                <a:cubicBezTo>
                  <a:pt x="1778251" y="2403778"/>
                  <a:pt x="1738938" y="2527886"/>
                  <a:pt x="1660312" y="2623090"/>
                </a:cubicBezTo>
                <a:cubicBezTo>
                  <a:pt x="1581686" y="2718295"/>
                  <a:pt x="1478104" y="2765897"/>
                  <a:pt x="1349566" y="2765897"/>
                </a:cubicBezTo>
                <a:cubicBezTo>
                  <a:pt x="1267037" y="2765897"/>
                  <a:pt x="1188337" y="2736751"/>
                  <a:pt x="1113465" y="2678461"/>
                </a:cubicBezTo>
                <a:lnTo>
                  <a:pt x="1113465" y="2653567"/>
                </a:lnTo>
                <a:cubicBezTo>
                  <a:pt x="1183971" y="2696195"/>
                  <a:pt x="1261085" y="2717509"/>
                  <a:pt x="1344808" y="2717509"/>
                </a:cubicBezTo>
                <a:cubicBezTo>
                  <a:pt x="1457260" y="2717509"/>
                  <a:pt x="1549668" y="2675048"/>
                  <a:pt x="1622031" y="2590124"/>
                </a:cubicBezTo>
                <a:cubicBezTo>
                  <a:pt x="1694394" y="2505201"/>
                  <a:pt x="1730575" y="2396084"/>
                  <a:pt x="1730575" y="2262773"/>
                </a:cubicBezTo>
                <a:cubicBezTo>
                  <a:pt x="1730575" y="2163233"/>
                  <a:pt x="1713918" y="2076355"/>
                  <a:pt x="1680603" y="2002139"/>
                </a:cubicBezTo>
                <a:cubicBezTo>
                  <a:pt x="1655617" y="1946477"/>
                  <a:pt x="1621784" y="1900774"/>
                  <a:pt x="1579105" y="1865032"/>
                </a:cubicBezTo>
                <a:lnTo>
                  <a:pt x="1564125" y="1854387"/>
                </a:lnTo>
                <a:lnTo>
                  <a:pt x="1579949" y="1868805"/>
                </a:lnTo>
                <a:cubicBezTo>
                  <a:pt x="1589475" y="1878516"/>
                  <a:pt x="1598629" y="1888922"/>
                  <a:pt x="1607410" y="1900021"/>
                </a:cubicBezTo>
                <a:cubicBezTo>
                  <a:pt x="1677661" y="1988813"/>
                  <a:pt x="1712786" y="2106329"/>
                  <a:pt x="1712786" y="2252566"/>
                </a:cubicBezTo>
                <a:cubicBezTo>
                  <a:pt x="1712786" y="2391140"/>
                  <a:pt x="1678115" y="2502207"/>
                  <a:pt x="1608772" y="2585766"/>
                </a:cubicBezTo>
                <a:cubicBezTo>
                  <a:pt x="1539430" y="2669325"/>
                  <a:pt x="1446064" y="2711105"/>
                  <a:pt x="1328675" y="2711105"/>
                </a:cubicBezTo>
                <a:cubicBezTo>
                  <a:pt x="1236272" y="2711105"/>
                  <a:pt x="1154144" y="2681704"/>
                  <a:pt x="1082288" y="2622902"/>
                </a:cubicBezTo>
                <a:cubicBezTo>
                  <a:pt x="976996" y="2536400"/>
                  <a:pt x="924350" y="2408770"/>
                  <a:pt x="924350" y="2240014"/>
                </a:cubicBezTo>
                <a:cubicBezTo>
                  <a:pt x="924350" y="2096148"/>
                  <a:pt x="960517" y="1981318"/>
                  <a:pt x="1032850" y="1895523"/>
                </a:cubicBezTo>
                <a:cubicBezTo>
                  <a:pt x="1105183" y="1809729"/>
                  <a:pt x="1202631" y="1766832"/>
                  <a:pt x="1325195" y="1766832"/>
                </a:cubicBezTo>
                <a:close/>
                <a:moveTo>
                  <a:pt x="6611502" y="1752600"/>
                </a:moveTo>
                <a:cubicBezTo>
                  <a:pt x="6665264" y="1752600"/>
                  <a:pt x="6726360" y="1765861"/>
                  <a:pt x="6794791" y="1792382"/>
                </a:cubicBezTo>
                <a:cubicBezTo>
                  <a:pt x="6827768" y="1805236"/>
                  <a:pt x="6854816" y="1811662"/>
                  <a:pt x="6875934" y="1811662"/>
                </a:cubicBezTo>
                <a:cubicBezTo>
                  <a:pt x="6897681" y="1811662"/>
                  <a:pt x="6919526" y="1804921"/>
                  <a:pt x="6941466" y="1791437"/>
                </a:cubicBezTo>
                <a:lnTo>
                  <a:pt x="6968328" y="1806892"/>
                </a:lnTo>
                <a:lnTo>
                  <a:pt x="6944858" y="1839425"/>
                </a:lnTo>
                <a:cubicBezTo>
                  <a:pt x="6912828" y="1906484"/>
                  <a:pt x="6881018" y="1977602"/>
                  <a:pt x="6849427" y="2052778"/>
                </a:cubicBezTo>
                <a:lnTo>
                  <a:pt x="6838398" y="2074581"/>
                </a:lnTo>
                <a:lnTo>
                  <a:pt x="6808355" y="2064775"/>
                </a:lnTo>
                <a:cubicBezTo>
                  <a:pt x="6802867" y="2028351"/>
                  <a:pt x="6794174" y="1996166"/>
                  <a:pt x="6782279" y="1968220"/>
                </a:cubicBezTo>
                <a:lnTo>
                  <a:pt x="6766005" y="1937084"/>
                </a:lnTo>
                <a:lnTo>
                  <a:pt x="6766005" y="1946896"/>
                </a:lnTo>
                <a:cubicBezTo>
                  <a:pt x="6710131" y="1913192"/>
                  <a:pt x="6665079" y="1896341"/>
                  <a:pt x="6630848" y="1896341"/>
                </a:cubicBezTo>
                <a:cubicBezTo>
                  <a:pt x="6520122" y="1896341"/>
                  <a:pt x="6464760" y="2006392"/>
                  <a:pt x="6464760" y="2226493"/>
                </a:cubicBezTo>
                <a:cubicBezTo>
                  <a:pt x="6464760" y="2329592"/>
                  <a:pt x="6478195" y="2414478"/>
                  <a:pt x="6505065" y="2481152"/>
                </a:cubicBezTo>
                <a:cubicBezTo>
                  <a:pt x="6531935" y="2547826"/>
                  <a:pt x="6571935" y="2591840"/>
                  <a:pt x="6625067" y="2613195"/>
                </a:cubicBezTo>
                <a:lnTo>
                  <a:pt x="6625067" y="2636759"/>
                </a:lnTo>
                <a:lnTo>
                  <a:pt x="6642467" y="2637811"/>
                </a:lnTo>
                <a:cubicBezTo>
                  <a:pt x="6703382" y="2637811"/>
                  <a:pt x="6752009" y="2617472"/>
                  <a:pt x="6788348" y="2576793"/>
                </a:cubicBezTo>
                <a:cubicBezTo>
                  <a:pt x="6824686" y="2536114"/>
                  <a:pt x="6846433" y="2476864"/>
                  <a:pt x="6853585" y="2399042"/>
                </a:cubicBezTo>
                <a:cubicBezTo>
                  <a:pt x="6856262" y="2370838"/>
                  <a:pt x="6868915" y="2356736"/>
                  <a:pt x="6891544" y="2356736"/>
                </a:cubicBezTo>
                <a:cubicBezTo>
                  <a:pt x="6919644" y="2356736"/>
                  <a:pt x="6933694" y="2376579"/>
                  <a:pt x="6933694" y="2416264"/>
                </a:cubicBezTo>
                <a:cubicBezTo>
                  <a:pt x="6933694" y="2462843"/>
                  <a:pt x="6922991" y="2511394"/>
                  <a:pt x="6901584" y="2561917"/>
                </a:cubicBezTo>
                <a:cubicBezTo>
                  <a:pt x="6855865" y="2669914"/>
                  <a:pt x="6762010" y="2723913"/>
                  <a:pt x="6620019" y="2723913"/>
                </a:cubicBezTo>
                <a:cubicBezTo>
                  <a:pt x="6588604" y="2723913"/>
                  <a:pt x="6558815" y="2721170"/>
                  <a:pt x="6530654" y="2715684"/>
                </a:cubicBezTo>
                <a:lnTo>
                  <a:pt x="6470890" y="2697150"/>
                </a:lnTo>
                <a:lnTo>
                  <a:pt x="6442397" y="2685899"/>
                </a:lnTo>
                <a:lnTo>
                  <a:pt x="6381207" y="2649851"/>
                </a:lnTo>
                <a:cubicBezTo>
                  <a:pt x="6359553" y="2633393"/>
                  <a:pt x="6339526" y="2614192"/>
                  <a:pt x="6321126" y="2592248"/>
                </a:cubicBezTo>
                <a:cubicBezTo>
                  <a:pt x="6247525" y="2504471"/>
                  <a:pt x="6210724" y="2386359"/>
                  <a:pt x="6210724" y="2237912"/>
                </a:cubicBezTo>
                <a:cubicBezTo>
                  <a:pt x="6210724" y="2100984"/>
                  <a:pt x="6248952" y="1985867"/>
                  <a:pt x="6325406" y="1892560"/>
                </a:cubicBezTo>
                <a:cubicBezTo>
                  <a:pt x="6401860" y="1799254"/>
                  <a:pt x="6497226" y="1752600"/>
                  <a:pt x="6611502" y="1752600"/>
                </a:cubicBezTo>
                <a:close/>
                <a:moveTo>
                  <a:pt x="467878" y="1752600"/>
                </a:moveTo>
                <a:cubicBezTo>
                  <a:pt x="521639" y="1752600"/>
                  <a:pt x="582736" y="1765861"/>
                  <a:pt x="651166" y="1792382"/>
                </a:cubicBezTo>
                <a:cubicBezTo>
                  <a:pt x="684144" y="1805236"/>
                  <a:pt x="711191" y="1811662"/>
                  <a:pt x="732309" y="1811662"/>
                </a:cubicBezTo>
                <a:cubicBezTo>
                  <a:pt x="754057" y="1811662"/>
                  <a:pt x="775901" y="1804921"/>
                  <a:pt x="797842" y="1791437"/>
                </a:cubicBezTo>
                <a:lnTo>
                  <a:pt x="824704" y="1806892"/>
                </a:lnTo>
                <a:lnTo>
                  <a:pt x="801233" y="1839425"/>
                </a:lnTo>
                <a:cubicBezTo>
                  <a:pt x="769204" y="1906484"/>
                  <a:pt x="737394" y="1977602"/>
                  <a:pt x="705803" y="2052778"/>
                </a:cubicBezTo>
                <a:lnTo>
                  <a:pt x="694773" y="2074581"/>
                </a:lnTo>
                <a:lnTo>
                  <a:pt x="664731" y="2064775"/>
                </a:lnTo>
                <a:cubicBezTo>
                  <a:pt x="659242" y="2028351"/>
                  <a:pt x="650550" y="1996166"/>
                  <a:pt x="638654" y="1968220"/>
                </a:cubicBezTo>
                <a:lnTo>
                  <a:pt x="622380" y="1937083"/>
                </a:lnTo>
                <a:lnTo>
                  <a:pt x="622380" y="1946896"/>
                </a:lnTo>
                <a:cubicBezTo>
                  <a:pt x="566506" y="1913192"/>
                  <a:pt x="521454" y="1896341"/>
                  <a:pt x="487224" y="1896341"/>
                </a:cubicBezTo>
                <a:cubicBezTo>
                  <a:pt x="376498" y="1896341"/>
                  <a:pt x="321136" y="2006392"/>
                  <a:pt x="321136" y="2226493"/>
                </a:cubicBezTo>
                <a:cubicBezTo>
                  <a:pt x="321136" y="2329592"/>
                  <a:pt x="334571" y="2414478"/>
                  <a:pt x="361440" y="2481152"/>
                </a:cubicBezTo>
                <a:cubicBezTo>
                  <a:pt x="388310" y="2547826"/>
                  <a:pt x="428311" y="2591840"/>
                  <a:pt x="481442" y="2613195"/>
                </a:cubicBezTo>
                <a:lnTo>
                  <a:pt x="481442" y="2636759"/>
                </a:lnTo>
                <a:lnTo>
                  <a:pt x="498842" y="2637811"/>
                </a:lnTo>
                <a:cubicBezTo>
                  <a:pt x="559757" y="2637811"/>
                  <a:pt x="608384" y="2617472"/>
                  <a:pt x="644723" y="2576793"/>
                </a:cubicBezTo>
                <a:cubicBezTo>
                  <a:pt x="681062" y="2536114"/>
                  <a:pt x="702808" y="2476864"/>
                  <a:pt x="709961" y="2399042"/>
                </a:cubicBezTo>
                <a:cubicBezTo>
                  <a:pt x="712637" y="2370838"/>
                  <a:pt x="725290" y="2356736"/>
                  <a:pt x="747920" y="2356736"/>
                </a:cubicBezTo>
                <a:cubicBezTo>
                  <a:pt x="776020" y="2356736"/>
                  <a:pt x="790070" y="2376579"/>
                  <a:pt x="790070" y="2416264"/>
                </a:cubicBezTo>
                <a:cubicBezTo>
                  <a:pt x="790070" y="2462843"/>
                  <a:pt x="779366" y="2511394"/>
                  <a:pt x="757960" y="2561917"/>
                </a:cubicBezTo>
                <a:cubicBezTo>
                  <a:pt x="712240" y="2669914"/>
                  <a:pt x="618385" y="2723913"/>
                  <a:pt x="476394" y="2723913"/>
                </a:cubicBezTo>
                <a:cubicBezTo>
                  <a:pt x="444979" y="2723913"/>
                  <a:pt x="415191" y="2721170"/>
                  <a:pt x="387029" y="2715684"/>
                </a:cubicBezTo>
                <a:lnTo>
                  <a:pt x="327267" y="2697150"/>
                </a:lnTo>
                <a:lnTo>
                  <a:pt x="298772" y="2685899"/>
                </a:lnTo>
                <a:lnTo>
                  <a:pt x="237582" y="2649851"/>
                </a:lnTo>
                <a:cubicBezTo>
                  <a:pt x="215929" y="2633393"/>
                  <a:pt x="195901" y="2614192"/>
                  <a:pt x="177501" y="2592248"/>
                </a:cubicBezTo>
                <a:cubicBezTo>
                  <a:pt x="103900" y="2504471"/>
                  <a:pt x="67100" y="2386359"/>
                  <a:pt x="67100" y="2237912"/>
                </a:cubicBezTo>
                <a:cubicBezTo>
                  <a:pt x="67100" y="2100984"/>
                  <a:pt x="105327" y="1985867"/>
                  <a:pt x="181782" y="1892560"/>
                </a:cubicBezTo>
                <a:cubicBezTo>
                  <a:pt x="258236" y="1799254"/>
                  <a:pt x="353602" y="1752600"/>
                  <a:pt x="467878" y="1752600"/>
                </a:cubicBezTo>
                <a:close/>
                <a:moveTo>
                  <a:pt x="1629753" y="714954"/>
                </a:moveTo>
                <a:lnTo>
                  <a:pt x="1677596" y="726751"/>
                </a:lnTo>
                <a:cubicBezTo>
                  <a:pt x="1704058" y="788347"/>
                  <a:pt x="1748535" y="851556"/>
                  <a:pt x="1811029" y="916377"/>
                </a:cubicBezTo>
                <a:lnTo>
                  <a:pt x="1822192" y="925194"/>
                </a:lnTo>
                <a:lnTo>
                  <a:pt x="1779808" y="1004046"/>
                </a:lnTo>
                <a:lnTo>
                  <a:pt x="1000890" y="1004046"/>
                </a:lnTo>
                <a:lnTo>
                  <a:pt x="983701" y="957082"/>
                </a:lnTo>
                <a:lnTo>
                  <a:pt x="1753302" y="957082"/>
                </a:lnTo>
                <a:lnTo>
                  <a:pt x="1771391" y="930475"/>
                </a:lnTo>
                <a:cubicBezTo>
                  <a:pt x="1705829" y="872214"/>
                  <a:pt x="1658616" y="800374"/>
                  <a:pt x="1629753" y="714954"/>
                </a:cubicBezTo>
                <a:close/>
                <a:moveTo>
                  <a:pt x="7544022" y="695419"/>
                </a:moveTo>
                <a:lnTo>
                  <a:pt x="7592143" y="707304"/>
                </a:lnTo>
                <a:lnTo>
                  <a:pt x="7599615" y="725450"/>
                </a:lnTo>
                <a:cubicBezTo>
                  <a:pt x="7629998" y="792583"/>
                  <a:pt x="7667470" y="856459"/>
                  <a:pt x="7712033" y="917077"/>
                </a:cubicBezTo>
                <a:lnTo>
                  <a:pt x="7717615" y="925950"/>
                </a:lnTo>
                <a:lnTo>
                  <a:pt x="7680680" y="1004046"/>
                </a:lnTo>
                <a:lnTo>
                  <a:pt x="6936640" y="1004046"/>
                </a:lnTo>
                <a:lnTo>
                  <a:pt x="6911223" y="957082"/>
                </a:lnTo>
                <a:lnTo>
                  <a:pt x="7654373" y="957082"/>
                </a:lnTo>
                <a:lnTo>
                  <a:pt x="7669605" y="929519"/>
                </a:lnTo>
                <a:cubicBezTo>
                  <a:pt x="7619580" y="870205"/>
                  <a:pt x="7578708" y="800659"/>
                  <a:pt x="7546991" y="720880"/>
                </a:cubicBezTo>
                <a:close/>
                <a:moveTo>
                  <a:pt x="5678956" y="635968"/>
                </a:moveTo>
                <a:lnTo>
                  <a:pt x="5726620" y="650522"/>
                </a:lnTo>
                <a:cubicBezTo>
                  <a:pt x="5718800" y="775672"/>
                  <a:pt x="5685127" y="869675"/>
                  <a:pt x="5625603" y="932532"/>
                </a:cubicBezTo>
                <a:cubicBezTo>
                  <a:pt x="5566078" y="995389"/>
                  <a:pt x="5482906" y="1026817"/>
                  <a:pt x="5376087" y="1026817"/>
                </a:cubicBezTo>
                <a:cubicBezTo>
                  <a:pt x="5295070" y="1026817"/>
                  <a:pt x="5218000" y="1000763"/>
                  <a:pt x="5144878" y="948654"/>
                </a:cubicBezTo>
                <a:lnTo>
                  <a:pt x="5144878" y="921180"/>
                </a:lnTo>
                <a:lnTo>
                  <a:pt x="5175572" y="933299"/>
                </a:lnTo>
                <a:lnTo>
                  <a:pt x="5184225" y="938397"/>
                </a:lnTo>
                <a:lnTo>
                  <a:pt x="5204065" y="944550"/>
                </a:lnTo>
                <a:lnTo>
                  <a:pt x="5256324" y="965184"/>
                </a:lnTo>
                <a:cubicBezTo>
                  <a:pt x="5294628" y="974963"/>
                  <a:pt x="5334085" y="979852"/>
                  <a:pt x="5374697" y="979852"/>
                </a:cubicBezTo>
                <a:cubicBezTo>
                  <a:pt x="5462889" y="979852"/>
                  <a:pt x="5534596" y="951804"/>
                  <a:pt x="5589818" y="895707"/>
                </a:cubicBezTo>
                <a:cubicBezTo>
                  <a:pt x="5616821" y="868274"/>
                  <a:pt x="5636766" y="837452"/>
                  <a:pt x="5649652" y="803240"/>
                </a:cubicBezTo>
                <a:cubicBezTo>
                  <a:pt x="5662539" y="769029"/>
                  <a:pt x="5671261" y="722993"/>
                  <a:pt x="5675820" y="665132"/>
                </a:cubicBezTo>
                <a:close/>
                <a:moveTo>
                  <a:pt x="2573806" y="635968"/>
                </a:moveTo>
                <a:lnTo>
                  <a:pt x="2621471" y="650522"/>
                </a:lnTo>
                <a:cubicBezTo>
                  <a:pt x="2613651" y="775672"/>
                  <a:pt x="2579979" y="869675"/>
                  <a:pt x="2520454" y="932532"/>
                </a:cubicBezTo>
                <a:cubicBezTo>
                  <a:pt x="2460929" y="995389"/>
                  <a:pt x="2377757" y="1026817"/>
                  <a:pt x="2270938" y="1026817"/>
                </a:cubicBezTo>
                <a:cubicBezTo>
                  <a:pt x="2189921" y="1026817"/>
                  <a:pt x="2112851" y="1000763"/>
                  <a:pt x="2039728" y="948654"/>
                </a:cubicBezTo>
                <a:lnTo>
                  <a:pt x="2039728" y="921180"/>
                </a:lnTo>
                <a:lnTo>
                  <a:pt x="2070422" y="933299"/>
                </a:lnTo>
                <a:lnTo>
                  <a:pt x="2079075" y="938397"/>
                </a:lnTo>
                <a:lnTo>
                  <a:pt x="2098917" y="944551"/>
                </a:lnTo>
                <a:lnTo>
                  <a:pt x="2151175" y="965184"/>
                </a:lnTo>
                <a:cubicBezTo>
                  <a:pt x="2189478" y="974963"/>
                  <a:pt x="2228936" y="979852"/>
                  <a:pt x="2269548" y="979852"/>
                </a:cubicBezTo>
                <a:cubicBezTo>
                  <a:pt x="2357740" y="979852"/>
                  <a:pt x="2429447" y="951804"/>
                  <a:pt x="2484669" y="895707"/>
                </a:cubicBezTo>
                <a:cubicBezTo>
                  <a:pt x="2511672" y="868274"/>
                  <a:pt x="2531616" y="837452"/>
                  <a:pt x="2544503" y="803240"/>
                </a:cubicBezTo>
                <a:cubicBezTo>
                  <a:pt x="2557390" y="769029"/>
                  <a:pt x="2566112" y="722993"/>
                  <a:pt x="2570670" y="665132"/>
                </a:cubicBezTo>
                <a:close/>
                <a:moveTo>
                  <a:pt x="6109769" y="566889"/>
                </a:moveTo>
                <a:cubicBezTo>
                  <a:pt x="6109273" y="576236"/>
                  <a:pt x="6104555" y="594833"/>
                  <a:pt x="6095615" y="622681"/>
                </a:cubicBezTo>
                <a:lnTo>
                  <a:pt x="6072711" y="693851"/>
                </a:lnTo>
                <a:cubicBezTo>
                  <a:pt x="6060844" y="730082"/>
                  <a:pt x="6054911" y="760228"/>
                  <a:pt x="6054911" y="784289"/>
                </a:cubicBezTo>
                <a:cubicBezTo>
                  <a:pt x="6054911" y="808468"/>
                  <a:pt x="6058841" y="828238"/>
                  <a:pt x="6066702" y="843601"/>
                </a:cubicBezTo>
                <a:lnTo>
                  <a:pt x="6069316" y="847925"/>
                </a:lnTo>
                <a:lnTo>
                  <a:pt x="6066559" y="839230"/>
                </a:lnTo>
                <a:cubicBezTo>
                  <a:pt x="6064011" y="826144"/>
                  <a:pt x="6062738" y="812022"/>
                  <a:pt x="6062738" y="796864"/>
                </a:cubicBezTo>
                <a:cubicBezTo>
                  <a:pt x="6062738" y="747298"/>
                  <a:pt x="6082151" y="677681"/>
                  <a:pt x="6120976" y="588014"/>
                </a:cubicBezTo>
                <a:close/>
                <a:moveTo>
                  <a:pt x="3248901" y="525717"/>
                </a:moveTo>
                <a:cubicBezTo>
                  <a:pt x="3215998" y="532455"/>
                  <a:pt x="3169737" y="535824"/>
                  <a:pt x="3110120" y="535824"/>
                </a:cubicBezTo>
                <a:cubicBezTo>
                  <a:pt x="3077877" y="535824"/>
                  <a:pt x="3053686" y="535016"/>
                  <a:pt x="3037549" y="533400"/>
                </a:cubicBezTo>
                <a:lnTo>
                  <a:pt x="2969960" y="527177"/>
                </a:lnTo>
                <a:lnTo>
                  <a:pt x="2969960" y="851400"/>
                </a:lnTo>
                <a:lnTo>
                  <a:pt x="2978499" y="860574"/>
                </a:lnTo>
                <a:lnTo>
                  <a:pt x="2978499" y="532143"/>
                </a:lnTo>
                <a:lnTo>
                  <a:pt x="3013923" y="533689"/>
                </a:lnTo>
                <a:cubicBezTo>
                  <a:pt x="3073347" y="537958"/>
                  <a:pt x="3117522" y="540093"/>
                  <a:pt x="3146444" y="540093"/>
                </a:cubicBezTo>
                <a:cubicBezTo>
                  <a:pt x="3189561" y="540093"/>
                  <a:pt x="3223714" y="535594"/>
                  <a:pt x="3248901" y="526595"/>
                </a:cubicBezTo>
                <a:close/>
                <a:moveTo>
                  <a:pt x="1204714" y="493840"/>
                </a:moveTo>
                <a:lnTo>
                  <a:pt x="1204714" y="856748"/>
                </a:lnTo>
                <a:lnTo>
                  <a:pt x="1220369" y="856748"/>
                </a:lnTo>
                <a:lnTo>
                  <a:pt x="1220369" y="498110"/>
                </a:lnTo>
                <a:lnTo>
                  <a:pt x="1377294" y="498110"/>
                </a:lnTo>
                <a:lnTo>
                  <a:pt x="1373182" y="493840"/>
                </a:lnTo>
                <a:close/>
                <a:moveTo>
                  <a:pt x="1486502" y="295619"/>
                </a:moveTo>
                <a:lnTo>
                  <a:pt x="1533466" y="310396"/>
                </a:lnTo>
                <a:lnTo>
                  <a:pt x="1533466" y="641416"/>
                </a:lnTo>
                <a:lnTo>
                  <a:pt x="1486502" y="627151"/>
                </a:lnTo>
                <a:close/>
                <a:moveTo>
                  <a:pt x="6274835" y="275940"/>
                </a:moveTo>
                <a:lnTo>
                  <a:pt x="6212949" y="461185"/>
                </a:lnTo>
                <a:cubicBezTo>
                  <a:pt x="6215662" y="462816"/>
                  <a:pt x="6217256" y="464113"/>
                  <a:pt x="6217730" y="465077"/>
                </a:cubicBezTo>
                <a:lnTo>
                  <a:pt x="6237409" y="490282"/>
                </a:lnTo>
                <a:cubicBezTo>
                  <a:pt x="6252881" y="505592"/>
                  <a:pt x="6269341" y="525280"/>
                  <a:pt x="6286788" y="549346"/>
                </a:cubicBezTo>
                <a:lnTo>
                  <a:pt x="6304262" y="574437"/>
                </a:lnTo>
                <a:lnTo>
                  <a:pt x="6356100" y="514454"/>
                </a:lnTo>
                <a:close/>
                <a:moveTo>
                  <a:pt x="3798533" y="200578"/>
                </a:moveTo>
                <a:lnTo>
                  <a:pt x="3798533" y="588236"/>
                </a:lnTo>
                <a:cubicBezTo>
                  <a:pt x="3798533" y="714164"/>
                  <a:pt x="3806282" y="795357"/>
                  <a:pt x="3821781" y="831815"/>
                </a:cubicBezTo>
                <a:cubicBezTo>
                  <a:pt x="3825656" y="840929"/>
                  <a:pt x="3830927" y="849454"/>
                  <a:pt x="3837593" y="857388"/>
                </a:cubicBezTo>
                <a:lnTo>
                  <a:pt x="3846481" y="865485"/>
                </a:lnTo>
                <a:lnTo>
                  <a:pt x="3838384" y="853905"/>
                </a:lnTo>
                <a:cubicBezTo>
                  <a:pt x="3817509" y="817230"/>
                  <a:pt x="3807072" y="768212"/>
                  <a:pt x="3807072" y="706848"/>
                </a:cubicBezTo>
                <a:lnTo>
                  <a:pt x="3807783" y="641260"/>
                </a:lnTo>
                <a:lnTo>
                  <a:pt x="3807783" y="263320"/>
                </a:lnTo>
                <a:close/>
                <a:moveTo>
                  <a:pt x="6243214" y="194997"/>
                </a:moveTo>
                <a:lnTo>
                  <a:pt x="6147361" y="470614"/>
                </a:lnTo>
                <a:cubicBezTo>
                  <a:pt x="6180472" y="503243"/>
                  <a:pt x="6209925" y="537380"/>
                  <a:pt x="6235719" y="573026"/>
                </a:cubicBezTo>
                <a:lnTo>
                  <a:pt x="6263865" y="612194"/>
                </a:lnTo>
                <a:lnTo>
                  <a:pt x="6267307" y="608016"/>
                </a:lnTo>
                <a:cubicBezTo>
                  <a:pt x="6268864" y="605941"/>
                  <a:pt x="6270788" y="604977"/>
                  <a:pt x="6273078" y="605125"/>
                </a:cubicBezTo>
                <a:cubicBezTo>
                  <a:pt x="6242650" y="561911"/>
                  <a:pt x="6204740" y="518305"/>
                  <a:pt x="6159347" y="474305"/>
                </a:cubicBezTo>
                <a:lnTo>
                  <a:pt x="6248651" y="234690"/>
                </a:lnTo>
                <a:close/>
                <a:moveTo>
                  <a:pt x="570902" y="111719"/>
                </a:moveTo>
                <a:cubicBezTo>
                  <a:pt x="550755" y="111719"/>
                  <a:pt x="530238" y="112668"/>
                  <a:pt x="509350" y="114566"/>
                </a:cubicBezTo>
                <a:lnTo>
                  <a:pt x="514687" y="114566"/>
                </a:lnTo>
                <a:lnTo>
                  <a:pt x="514687" y="850922"/>
                </a:lnTo>
                <a:lnTo>
                  <a:pt x="520379" y="857573"/>
                </a:lnTo>
                <a:lnTo>
                  <a:pt x="520379" y="123805"/>
                </a:lnTo>
                <a:lnTo>
                  <a:pt x="581475" y="122393"/>
                </a:lnTo>
                <a:cubicBezTo>
                  <a:pt x="601722" y="122393"/>
                  <a:pt x="619626" y="123437"/>
                  <a:pt x="635186" y="125526"/>
                </a:cubicBezTo>
                <a:lnTo>
                  <a:pt x="665284" y="132659"/>
                </a:lnTo>
                <a:lnTo>
                  <a:pt x="656727" y="127258"/>
                </a:lnTo>
                <a:cubicBezTo>
                  <a:pt x="635217" y="116899"/>
                  <a:pt x="606609" y="111719"/>
                  <a:pt x="570902" y="111719"/>
                </a:cubicBezTo>
                <a:close/>
                <a:moveTo>
                  <a:pt x="1315321" y="108873"/>
                </a:moveTo>
                <a:cubicBezTo>
                  <a:pt x="1280913" y="108873"/>
                  <a:pt x="1244044" y="109807"/>
                  <a:pt x="1204714" y="111675"/>
                </a:cubicBezTo>
                <a:lnTo>
                  <a:pt x="1204714" y="404892"/>
                </a:lnTo>
                <a:lnTo>
                  <a:pt x="1220369" y="404892"/>
                </a:lnTo>
                <a:lnTo>
                  <a:pt x="1220369" y="122349"/>
                </a:lnTo>
                <a:cubicBezTo>
                  <a:pt x="1265896" y="118109"/>
                  <a:pt x="1304329" y="115989"/>
                  <a:pt x="1335668" y="115989"/>
                </a:cubicBezTo>
                <a:cubicBezTo>
                  <a:pt x="1396761" y="115989"/>
                  <a:pt x="1442441" y="122815"/>
                  <a:pt x="1472709" y="136469"/>
                </a:cubicBezTo>
                <a:lnTo>
                  <a:pt x="1475822" y="138146"/>
                </a:lnTo>
                <a:lnTo>
                  <a:pt x="1475401" y="137793"/>
                </a:lnTo>
                <a:cubicBezTo>
                  <a:pt x="1472083" y="135328"/>
                  <a:pt x="1468746" y="133162"/>
                  <a:pt x="1465388" y="131293"/>
                </a:cubicBezTo>
                <a:cubicBezTo>
                  <a:pt x="1438525" y="116346"/>
                  <a:pt x="1388503" y="108873"/>
                  <a:pt x="1315321" y="108873"/>
                </a:cubicBezTo>
                <a:close/>
                <a:moveTo>
                  <a:pt x="5338540" y="86102"/>
                </a:moveTo>
                <a:cubicBezTo>
                  <a:pt x="5284452" y="86102"/>
                  <a:pt x="5234519" y="111942"/>
                  <a:pt x="5188740" y="163620"/>
                </a:cubicBezTo>
                <a:cubicBezTo>
                  <a:pt x="5150278" y="221496"/>
                  <a:pt x="5131046" y="325699"/>
                  <a:pt x="5131046" y="476228"/>
                </a:cubicBezTo>
                <a:cubicBezTo>
                  <a:pt x="5131046" y="606115"/>
                  <a:pt x="5152863" y="706750"/>
                  <a:pt x="5196495" y="778135"/>
                </a:cubicBezTo>
                <a:cubicBezTo>
                  <a:pt x="5210131" y="800443"/>
                  <a:pt x="5225337" y="819265"/>
                  <a:pt x="5242113" y="834601"/>
                </a:cubicBezTo>
                <a:lnTo>
                  <a:pt x="5280918" y="859666"/>
                </a:lnTo>
                <a:lnTo>
                  <a:pt x="5285480" y="863744"/>
                </a:lnTo>
                <a:lnTo>
                  <a:pt x="5295969" y="869388"/>
                </a:lnTo>
                <a:lnTo>
                  <a:pt x="5297154" y="870154"/>
                </a:lnTo>
                <a:lnTo>
                  <a:pt x="5297796" y="870372"/>
                </a:lnTo>
                <a:lnTo>
                  <a:pt x="5295969" y="869388"/>
                </a:lnTo>
                <a:lnTo>
                  <a:pt x="5280918" y="859666"/>
                </a:lnTo>
                <a:lnTo>
                  <a:pt x="5236941" y="820369"/>
                </a:lnTo>
                <a:cubicBezTo>
                  <a:pt x="5222594" y="802790"/>
                  <a:pt x="5210079" y="782089"/>
                  <a:pt x="5199397" y="758266"/>
                </a:cubicBezTo>
                <a:cubicBezTo>
                  <a:pt x="5165215" y="682034"/>
                  <a:pt x="5148124" y="586713"/>
                  <a:pt x="5148124" y="472304"/>
                </a:cubicBezTo>
                <a:cubicBezTo>
                  <a:pt x="5148124" y="222426"/>
                  <a:pt x="5218968" y="97488"/>
                  <a:pt x="5360654" y="97488"/>
                </a:cubicBezTo>
                <a:cubicBezTo>
                  <a:pt x="5385160" y="97488"/>
                  <a:pt x="5408956" y="103164"/>
                  <a:pt x="5432044" y="114518"/>
                </a:cubicBezTo>
                <a:lnTo>
                  <a:pt x="5444370" y="121391"/>
                </a:lnTo>
                <a:lnTo>
                  <a:pt x="5441338" y="118952"/>
                </a:lnTo>
                <a:cubicBezTo>
                  <a:pt x="5411160" y="97052"/>
                  <a:pt x="5376893" y="86102"/>
                  <a:pt x="5338540" y="86102"/>
                </a:cubicBezTo>
                <a:close/>
                <a:moveTo>
                  <a:pt x="2233390" y="86102"/>
                </a:moveTo>
                <a:cubicBezTo>
                  <a:pt x="2179302" y="86102"/>
                  <a:pt x="2129370" y="111942"/>
                  <a:pt x="2083591" y="163620"/>
                </a:cubicBezTo>
                <a:cubicBezTo>
                  <a:pt x="2045128" y="221496"/>
                  <a:pt x="2025897" y="325699"/>
                  <a:pt x="2025897" y="476228"/>
                </a:cubicBezTo>
                <a:cubicBezTo>
                  <a:pt x="2025897" y="606115"/>
                  <a:pt x="2047713" y="706750"/>
                  <a:pt x="2091346" y="778135"/>
                </a:cubicBezTo>
                <a:cubicBezTo>
                  <a:pt x="2104981" y="800443"/>
                  <a:pt x="2120187" y="819265"/>
                  <a:pt x="2136964" y="834601"/>
                </a:cubicBezTo>
                <a:lnTo>
                  <a:pt x="2175767" y="859666"/>
                </a:lnTo>
                <a:lnTo>
                  <a:pt x="2180331" y="863744"/>
                </a:lnTo>
                <a:lnTo>
                  <a:pt x="2190818" y="869388"/>
                </a:lnTo>
                <a:lnTo>
                  <a:pt x="2192005" y="870154"/>
                </a:lnTo>
                <a:lnTo>
                  <a:pt x="2192647" y="870372"/>
                </a:lnTo>
                <a:lnTo>
                  <a:pt x="2190818" y="869388"/>
                </a:lnTo>
                <a:lnTo>
                  <a:pt x="2175767" y="859666"/>
                </a:lnTo>
                <a:lnTo>
                  <a:pt x="2131791" y="820369"/>
                </a:lnTo>
                <a:cubicBezTo>
                  <a:pt x="2117444" y="802790"/>
                  <a:pt x="2104930" y="782089"/>
                  <a:pt x="2094248" y="758266"/>
                </a:cubicBezTo>
                <a:cubicBezTo>
                  <a:pt x="2060066" y="682034"/>
                  <a:pt x="2042975" y="586713"/>
                  <a:pt x="2042975" y="472304"/>
                </a:cubicBezTo>
                <a:cubicBezTo>
                  <a:pt x="2042975" y="222426"/>
                  <a:pt x="2113818" y="97488"/>
                  <a:pt x="2255505" y="97488"/>
                </a:cubicBezTo>
                <a:cubicBezTo>
                  <a:pt x="2280010" y="97488"/>
                  <a:pt x="2303807" y="103164"/>
                  <a:pt x="2326894" y="114518"/>
                </a:cubicBezTo>
                <a:lnTo>
                  <a:pt x="2339221" y="121391"/>
                </a:lnTo>
                <a:lnTo>
                  <a:pt x="2336189" y="118952"/>
                </a:lnTo>
                <a:cubicBezTo>
                  <a:pt x="2306010" y="97052"/>
                  <a:pt x="2271744" y="86102"/>
                  <a:pt x="2233390" y="86102"/>
                </a:cubicBezTo>
                <a:close/>
                <a:moveTo>
                  <a:pt x="4464631" y="75128"/>
                </a:moveTo>
                <a:lnTo>
                  <a:pt x="4446597" y="122838"/>
                </a:lnTo>
                <a:cubicBezTo>
                  <a:pt x="4410996" y="131169"/>
                  <a:pt x="4387658" y="145103"/>
                  <a:pt x="4376584" y="164638"/>
                </a:cubicBezTo>
                <a:cubicBezTo>
                  <a:pt x="4365510" y="184173"/>
                  <a:pt x="4359973" y="219554"/>
                  <a:pt x="4359973" y="270781"/>
                </a:cubicBezTo>
                <a:lnTo>
                  <a:pt x="4359973" y="1004046"/>
                </a:lnTo>
                <a:lnTo>
                  <a:pt x="4186279" y="1004046"/>
                </a:lnTo>
                <a:lnTo>
                  <a:pt x="4172059" y="957082"/>
                </a:lnTo>
                <a:lnTo>
                  <a:pt x="4312296" y="957082"/>
                </a:lnTo>
                <a:lnTo>
                  <a:pt x="4312296" y="277752"/>
                </a:lnTo>
                <a:cubicBezTo>
                  <a:pt x="4312296" y="209232"/>
                  <a:pt x="4321695" y="160642"/>
                  <a:pt x="4340493" y="131983"/>
                </a:cubicBezTo>
                <a:cubicBezTo>
                  <a:pt x="4359291" y="103323"/>
                  <a:pt x="4400670" y="84371"/>
                  <a:pt x="4464631" y="75128"/>
                </a:cubicBezTo>
                <a:close/>
                <a:moveTo>
                  <a:pt x="5716213" y="68624"/>
                </a:moveTo>
                <a:lnTo>
                  <a:pt x="5752437" y="87948"/>
                </a:lnTo>
                <a:lnTo>
                  <a:pt x="5742664" y="113242"/>
                </a:lnTo>
                <a:cubicBezTo>
                  <a:pt x="5691823" y="200204"/>
                  <a:pt x="5649606" y="281529"/>
                  <a:pt x="5616013" y="357216"/>
                </a:cubicBezTo>
                <a:lnTo>
                  <a:pt x="5575353" y="340816"/>
                </a:lnTo>
                <a:lnTo>
                  <a:pt x="5584070" y="311019"/>
                </a:lnTo>
                <a:cubicBezTo>
                  <a:pt x="5608167" y="260311"/>
                  <a:pt x="5628284" y="221859"/>
                  <a:pt x="5644421" y="195664"/>
                </a:cubicBezTo>
                <a:lnTo>
                  <a:pt x="5702015" y="88526"/>
                </a:lnTo>
                <a:close/>
                <a:moveTo>
                  <a:pt x="2611064" y="68624"/>
                </a:moveTo>
                <a:lnTo>
                  <a:pt x="2647288" y="87948"/>
                </a:lnTo>
                <a:lnTo>
                  <a:pt x="2637515" y="113242"/>
                </a:lnTo>
                <a:cubicBezTo>
                  <a:pt x="2586674" y="200204"/>
                  <a:pt x="2544457" y="281529"/>
                  <a:pt x="2510864" y="357216"/>
                </a:cubicBezTo>
                <a:lnTo>
                  <a:pt x="2470204" y="340816"/>
                </a:lnTo>
                <a:lnTo>
                  <a:pt x="2478921" y="311019"/>
                </a:lnTo>
                <a:cubicBezTo>
                  <a:pt x="2503018" y="260311"/>
                  <a:pt x="2523135" y="221859"/>
                  <a:pt x="2539272" y="195664"/>
                </a:cubicBezTo>
                <a:lnTo>
                  <a:pt x="2596866" y="88526"/>
                </a:lnTo>
                <a:close/>
                <a:moveTo>
                  <a:pt x="1715198" y="57639"/>
                </a:moveTo>
                <a:lnTo>
                  <a:pt x="1738469" y="87236"/>
                </a:lnTo>
                <a:lnTo>
                  <a:pt x="1731809" y="99789"/>
                </a:lnTo>
                <a:cubicBezTo>
                  <a:pt x="1675268" y="175780"/>
                  <a:pt x="1634675" y="242139"/>
                  <a:pt x="1610028" y="298866"/>
                </a:cubicBezTo>
                <a:lnTo>
                  <a:pt x="1578830" y="272371"/>
                </a:lnTo>
                <a:cubicBezTo>
                  <a:pt x="1611281" y="193711"/>
                  <a:pt x="1656737" y="122134"/>
                  <a:pt x="1715198" y="57639"/>
                </a:cubicBezTo>
                <a:close/>
                <a:moveTo>
                  <a:pt x="883621" y="53369"/>
                </a:moveTo>
                <a:lnTo>
                  <a:pt x="913307" y="80521"/>
                </a:lnTo>
                <a:cubicBezTo>
                  <a:pt x="879922" y="126981"/>
                  <a:pt x="845433" y="198040"/>
                  <a:pt x="809838" y="293696"/>
                </a:cubicBezTo>
                <a:lnTo>
                  <a:pt x="800610" y="306693"/>
                </a:lnTo>
                <a:lnTo>
                  <a:pt x="764831" y="283845"/>
                </a:lnTo>
                <a:lnTo>
                  <a:pt x="768722" y="265066"/>
                </a:lnTo>
                <a:cubicBezTo>
                  <a:pt x="802930" y="169298"/>
                  <a:pt x="836660" y="101872"/>
                  <a:pt x="869912" y="62787"/>
                </a:cubicBezTo>
                <a:close/>
                <a:moveTo>
                  <a:pt x="6892044" y="23483"/>
                </a:moveTo>
                <a:lnTo>
                  <a:pt x="7254996" y="23483"/>
                </a:lnTo>
                <a:lnTo>
                  <a:pt x="7156253" y="139015"/>
                </a:lnTo>
                <a:lnTo>
                  <a:pt x="7156253" y="864676"/>
                </a:lnTo>
                <a:lnTo>
                  <a:pt x="7145312" y="864676"/>
                </a:lnTo>
                <a:lnTo>
                  <a:pt x="7164080" y="866199"/>
                </a:lnTo>
                <a:lnTo>
                  <a:pt x="7164080" y="134301"/>
                </a:lnTo>
                <a:lnTo>
                  <a:pt x="7256619" y="50000"/>
                </a:lnTo>
                <a:lnTo>
                  <a:pt x="7278723" y="81521"/>
                </a:lnTo>
                <a:lnTo>
                  <a:pt x="7211045" y="154136"/>
                </a:lnTo>
                <a:lnTo>
                  <a:pt x="7211045" y="868211"/>
                </a:lnTo>
                <a:cubicBezTo>
                  <a:pt x="7221096" y="869108"/>
                  <a:pt x="7236117" y="869557"/>
                  <a:pt x="7256108" y="869557"/>
                </a:cubicBezTo>
                <a:cubicBezTo>
                  <a:pt x="7326577" y="869557"/>
                  <a:pt x="7379407" y="854343"/>
                  <a:pt x="7414597" y="823915"/>
                </a:cubicBezTo>
                <a:cubicBezTo>
                  <a:pt x="7449787" y="793487"/>
                  <a:pt x="7476844" y="738273"/>
                  <a:pt x="7495768" y="658272"/>
                </a:cubicBezTo>
                <a:cubicBezTo>
                  <a:pt x="7551138" y="789781"/>
                  <a:pt x="7602513" y="886064"/>
                  <a:pt x="7649892" y="947119"/>
                </a:cubicBezTo>
                <a:lnTo>
                  <a:pt x="6892044" y="947119"/>
                </a:lnTo>
                <a:lnTo>
                  <a:pt x="6988319" y="847108"/>
                </a:lnTo>
                <a:lnTo>
                  <a:pt x="6988319" y="132911"/>
                </a:lnTo>
                <a:close/>
                <a:moveTo>
                  <a:pt x="6111215" y="23483"/>
                </a:moveTo>
                <a:lnTo>
                  <a:pt x="6462014" y="23483"/>
                </a:lnTo>
                <a:lnTo>
                  <a:pt x="6389455" y="123260"/>
                </a:lnTo>
                <a:lnTo>
                  <a:pt x="6496805" y="410051"/>
                </a:lnTo>
                <a:lnTo>
                  <a:pt x="6502608" y="402424"/>
                </a:lnTo>
                <a:lnTo>
                  <a:pt x="6399351" y="131154"/>
                </a:lnTo>
                <a:lnTo>
                  <a:pt x="6483474" y="34646"/>
                </a:lnTo>
                <a:lnTo>
                  <a:pt x="6520620" y="51335"/>
                </a:lnTo>
                <a:lnTo>
                  <a:pt x="6450162" y="141150"/>
                </a:lnTo>
                <a:lnTo>
                  <a:pt x="6537132" y="376884"/>
                </a:lnTo>
                <a:lnTo>
                  <a:pt x="6553565" y="362942"/>
                </a:lnTo>
                <a:cubicBezTo>
                  <a:pt x="6568841" y="350719"/>
                  <a:pt x="6584318" y="340838"/>
                  <a:pt x="6599995" y="333300"/>
                </a:cubicBezTo>
                <a:cubicBezTo>
                  <a:pt x="6616325" y="392777"/>
                  <a:pt x="6637309" y="449707"/>
                  <a:pt x="6662948" y="504091"/>
                </a:cubicBezTo>
                <a:cubicBezTo>
                  <a:pt x="6638621" y="502950"/>
                  <a:pt x="6623874" y="502379"/>
                  <a:pt x="6618708" y="502379"/>
                </a:cubicBezTo>
                <a:cubicBezTo>
                  <a:pt x="6577770" y="502379"/>
                  <a:pt x="6550425" y="506486"/>
                  <a:pt x="6536676" y="514698"/>
                </a:cubicBezTo>
                <a:lnTo>
                  <a:pt x="6660769" y="843662"/>
                </a:lnTo>
                <a:lnTo>
                  <a:pt x="6667511" y="850191"/>
                </a:lnTo>
                <a:lnTo>
                  <a:pt x="6547961" y="522281"/>
                </a:lnTo>
                <a:cubicBezTo>
                  <a:pt x="6572199" y="514706"/>
                  <a:pt x="6595085" y="510918"/>
                  <a:pt x="6616618" y="510918"/>
                </a:cubicBezTo>
                <a:cubicBezTo>
                  <a:pt x="6629356" y="510918"/>
                  <a:pt x="6641516" y="511467"/>
                  <a:pt x="6653097" y="512564"/>
                </a:cubicBezTo>
                <a:lnTo>
                  <a:pt x="6676000" y="515989"/>
                </a:lnTo>
                <a:lnTo>
                  <a:pt x="6641131" y="438865"/>
                </a:lnTo>
                <a:cubicBezTo>
                  <a:pt x="6630871" y="410576"/>
                  <a:pt x="6623070" y="382132"/>
                  <a:pt x="6617729" y="353536"/>
                </a:cubicBezTo>
                <a:lnTo>
                  <a:pt x="6666762" y="372359"/>
                </a:lnTo>
                <a:cubicBezTo>
                  <a:pt x="6677680" y="417019"/>
                  <a:pt x="6703853" y="482095"/>
                  <a:pt x="6745281" y="567589"/>
                </a:cubicBezTo>
                <a:cubicBezTo>
                  <a:pt x="6723748" y="566203"/>
                  <a:pt x="6712508" y="565510"/>
                  <a:pt x="6711558" y="565510"/>
                </a:cubicBezTo>
                <a:lnTo>
                  <a:pt x="6655043" y="560640"/>
                </a:lnTo>
                <a:lnTo>
                  <a:pt x="6601786" y="557249"/>
                </a:lnTo>
                <a:lnTo>
                  <a:pt x="6715617" y="844384"/>
                </a:lnTo>
                <a:lnTo>
                  <a:pt x="6873655" y="1004046"/>
                </a:lnTo>
                <a:lnTo>
                  <a:pt x="6447116" y="1004046"/>
                </a:lnTo>
                <a:lnTo>
                  <a:pt x="6427258" y="957082"/>
                </a:lnTo>
                <a:lnTo>
                  <a:pt x="6797738" y="957082"/>
                </a:lnTo>
                <a:lnTo>
                  <a:pt x="6721867" y="902826"/>
                </a:lnTo>
                <a:lnTo>
                  <a:pt x="6767607" y="947119"/>
                </a:lnTo>
                <a:lnTo>
                  <a:pt x="6386098" y="947119"/>
                </a:lnTo>
                <a:lnTo>
                  <a:pt x="6482383" y="847653"/>
                </a:lnTo>
                <a:lnTo>
                  <a:pt x="6413838" y="662463"/>
                </a:lnTo>
                <a:cubicBezTo>
                  <a:pt x="6374264" y="710392"/>
                  <a:pt x="6339182" y="759465"/>
                  <a:pt x="6308591" y="809683"/>
                </a:cubicBezTo>
                <a:lnTo>
                  <a:pt x="6270977" y="800277"/>
                </a:lnTo>
                <a:cubicBezTo>
                  <a:pt x="6285683" y="771503"/>
                  <a:pt x="6303692" y="742704"/>
                  <a:pt x="6325004" y="713881"/>
                </a:cubicBezTo>
                <a:lnTo>
                  <a:pt x="6398722" y="627490"/>
                </a:lnTo>
                <a:lnTo>
                  <a:pt x="6394837" y="615021"/>
                </a:lnTo>
                <a:cubicBezTo>
                  <a:pt x="6350726" y="657864"/>
                  <a:pt x="6306867" y="711355"/>
                  <a:pt x="6263260" y="775494"/>
                </a:cubicBezTo>
                <a:lnTo>
                  <a:pt x="6238099" y="748587"/>
                </a:lnTo>
                <a:cubicBezTo>
                  <a:pt x="6225954" y="729197"/>
                  <a:pt x="6212365" y="708789"/>
                  <a:pt x="6197331" y="687366"/>
                </a:cubicBezTo>
                <a:lnTo>
                  <a:pt x="6151047" y="624339"/>
                </a:lnTo>
                <a:lnTo>
                  <a:pt x="6135505" y="666709"/>
                </a:lnTo>
                <a:cubicBezTo>
                  <a:pt x="6119252" y="716134"/>
                  <a:pt x="6111126" y="758766"/>
                  <a:pt x="6111126" y="794607"/>
                </a:cubicBezTo>
                <a:cubicBezTo>
                  <a:pt x="6111126" y="821921"/>
                  <a:pt x="6115809" y="844987"/>
                  <a:pt x="6125174" y="863803"/>
                </a:cubicBezTo>
                <a:cubicBezTo>
                  <a:pt x="6134540" y="882619"/>
                  <a:pt x="6157983" y="915187"/>
                  <a:pt x="6195504" y="961507"/>
                </a:cubicBezTo>
                <a:cubicBezTo>
                  <a:pt x="6198862" y="965769"/>
                  <a:pt x="6205141" y="979949"/>
                  <a:pt x="6214339" y="1004046"/>
                </a:cubicBezTo>
                <a:lnTo>
                  <a:pt x="5815274" y="1004046"/>
                </a:lnTo>
                <a:lnTo>
                  <a:pt x="5794460" y="957082"/>
                </a:lnTo>
                <a:lnTo>
                  <a:pt x="6133833" y="957082"/>
                </a:lnTo>
                <a:lnTo>
                  <a:pt x="6125863" y="947119"/>
                </a:lnTo>
                <a:lnTo>
                  <a:pt x="5758180" y="947119"/>
                </a:lnTo>
                <a:cubicBezTo>
                  <a:pt x="5827478" y="896078"/>
                  <a:pt x="5881014" y="842283"/>
                  <a:pt x="5918786" y="785734"/>
                </a:cubicBezTo>
                <a:cubicBezTo>
                  <a:pt x="5951839" y="736254"/>
                  <a:pt x="5985264" y="661199"/>
                  <a:pt x="6019065" y="560570"/>
                </a:cubicBezTo>
                <a:lnTo>
                  <a:pt x="6032538" y="519069"/>
                </a:lnTo>
                <a:lnTo>
                  <a:pt x="5993445" y="500798"/>
                </a:lnTo>
                <a:cubicBezTo>
                  <a:pt x="5975653" y="495548"/>
                  <a:pt x="5953743" y="491439"/>
                  <a:pt x="5927715" y="488470"/>
                </a:cubicBezTo>
                <a:cubicBezTo>
                  <a:pt x="5954199" y="438103"/>
                  <a:pt x="5976559" y="389637"/>
                  <a:pt x="5994793" y="343073"/>
                </a:cubicBezTo>
                <a:cubicBezTo>
                  <a:pt x="6012464" y="351864"/>
                  <a:pt x="6023138" y="358057"/>
                  <a:pt x="6026814" y="361652"/>
                </a:cubicBezTo>
                <a:lnTo>
                  <a:pt x="6059458" y="396309"/>
                </a:lnTo>
                <a:cubicBezTo>
                  <a:pt x="6067226" y="400875"/>
                  <a:pt x="6072886" y="407082"/>
                  <a:pt x="6076436" y="414932"/>
                </a:cubicBezTo>
                <a:lnTo>
                  <a:pt x="6081206" y="402780"/>
                </a:lnTo>
                <a:lnTo>
                  <a:pt x="6074379" y="399622"/>
                </a:lnTo>
                <a:cubicBezTo>
                  <a:pt x="6052528" y="380402"/>
                  <a:pt x="6034260" y="364958"/>
                  <a:pt x="6019576" y="353291"/>
                </a:cubicBezTo>
                <a:lnTo>
                  <a:pt x="6007957" y="340027"/>
                </a:lnTo>
                <a:lnTo>
                  <a:pt x="6029938" y="307483"/>
                </a:lnTo>
                <a:cubicBezTo>
                  <a:pt x="6062782" y="325702"/>
                  <a:pt x="6085624" y="344541"/>
                  <a:pt x="6098462" y="363998"/>
                </a:cubicBezTo>
                <a:lnTo>
                  <a:pt x="6185164" y="120581"/>
                </a:lnTo>
                <a:close/>
                <a:moveTo>
                  <a:pt x="4491044" y="23483"/>
                </a:moveTo>
                <a:lnTo>
                  <a:pt x="4850873" y="23483"/>
                </a:lnTo>
                <a:lnTo>
                  <a:pt x="4757377" y="138114"/>
                </a:lnTo>
                <a:lnTo>
                  <a:pt x="4757377" y="852779"/>
                </a:lnTo>
                <a:lnTo>
                  <a:pt x="4763069" y="858888"/>
                </a:lnTo>
                <a:lnTo>
                  <a:pt x="4763069" y="135657"/>
                </a:lnTo>
                <a:lnTo>
                  <a:pt x="4856787" y="49300"/>
                </a:lnTo>
                <a:lnTo>
                  <a:pt x="4882626" y="78497"/>
                </a:lnTo>
                <a:lnTo>
                  <a:pt x="4811457" y="153803"/>
                </a:lnTo>
                <a:lnTo>
                  <a:pt x="4811457" y="854069"/>
                </a:lnTo>
                <a:lnTo>
                  <a:pt x="4928668" y="1004046"/>
                </a:lnTo>
                <a:lnTo>
                  <a:pt x="4544991" y="1004046"/>
                </a:lnTo>
                <a:lnTo>
                  <a:pt x="4519574" y="957082"/>
                </a:lnTo>
                <a:lnTo>
                  <a:pt x="4858333" y="957082"/>
                </a:lnTo>
                <a:lnTo>
                  <a:pt x="4835360" y="936463"/>
                </a:lnTo>
                <a:lnTo>
                  <a:pt x="4845290" y="947119"/>
                </a:lnTo>
                <a:lnTo>
                  <a:pt x="4491044" y="947119"/>
                </a:lnTo>
                <a:lnTo>
                  <a:pt x="4588019" y="845997"/>
                </a:lnTo>
                <a:lnTo>
                  <a:pt x="4588019" y="131410"/>
                </a:lnTo>
                <a:close/>
                <a:moveTo>
                  <a:pt x="3620348" y="23483"/>
                </a:moveTo>
                <a:lnTo>
                  <a:pt x="4002891" y="23483"/>
                </a:lnTo>
                <a:lnTo>
                  <a:pt x="3903669" y="108851"/>
                </a:lnTo>
                <a:lnTo>
                  <a:pt x="4212675" y="748421"/>
                </a:lnTo>
                <a:lnTo>
                  <a:pt x="4212675" y="682577"/>
                </a:lnTo>
                <a:lnTo>
                  <a:pt x="3922705" y="110663"/>
                </a:lnTo>
                <a:lnTo>
                  <a:pt x="4036846" y="34646"/>
                </a:lnTo>
                <a:lnTo>
                  <a:pt x="4062975" y="64299"/>
                </a:lnTo>
                <a:lnTo>
                  <a:pt x="3976340" y="125428"/>
                </a:lnTo>
                <a:lnTo>
                  <a:pt x="4212675" y="627029"/>
                </a:lnTo>
                <a:lnTo>
                  <a:pt x="4212675" y="315433"/>
                </a:lnTo>
                <a:lnTo>
                  <a:pt x="4212675" y="278452"/>
                </a:lnTo>
                <a:cubicBezTo>
                  <a:pt x="4212675" y="199985"/>
                  <a:pt x="4206604" y="148305"/>
                  <a:pt x="4194462" y="123410"/>
                </a:cubicBezTo>
                <a:cubicBezTo>
                  <a:pt x="4182321" y="98516"/>
                  <a:pt x="4149032" y="65207"/>
                  <a:pt x="4094596" y="23483"/>
                </a:cubicBezTo>
                <a:lnTo>
                  <a:pt x="4440493" y="23483"/>
                </a:lnTo>
                <a:cubicBezTo>
                  <a:pt x="4384537" y="67564"/>
                  <a:pt x="4349495" y="100097"/>
                  <a:pt x="4335367" y="121081"/>
                </a:cubicBezTo>
                <a:cubicBezTo>
                  <a:pt x="4313820" y="153836"/>
                  <a:pt x="4303046" y="204433"/>
                  <a:pt x="4303046" y="272871"/>
                </a:cubicBezTo>
                <a:lnTo>
                  <a:pt x="4303046" y="318223"/>
                </a:lnTo>
                <a:lnTo>
                  <a:pt x="4303046" y="947119"/>
                </a:lnTo>
                <a:lnTo>
                  <a:pt x="4161541" y="947119"/>
                </a:lnTo>
                <a:lnTo>
                  <a:pt x="3855459" y="308028"/>
                </a:lnTo>
                <a:lnTo>
                  <a:pt x="3855459" y="662797"/>
                </a:lnTo>
                <a:lnTo>
                  <a:pt x="3854536" y="703257"/>
                </a:lnTo>
                <a:lnTo>
                  <a:pt x="3862842" y="802701"/>
                </a:lnTo>
                <a:cubicBezTo>
                  <a:pt x="3871300" y="844900"/>
                  <a:pt x="3890865" y="876350"/>
                  <a:pt x="3921536" y="897053"/>
                </a:cubicBezTo>
                <a:lnTo>
                  <a:pt x="3926031" y="909489"/>
                </a:lnTo>
                <a:lnTo>
                  <a:pt x="3935268" y="912863"/>
                </a:lnTo>
                <a:lnTo>
                  <a:pt x="4002891" y="1004046"/>
                </a:lnTo>
                <a:lnTo>
                  <a:pt x="3601257" y="1004046"/>
                </a:lnTo>
                <a:lnTo>
                  <a:pt x="3584068" y="957082"/>
                </a:lnTo>
                <a:lnTo>
                  <a:pt x="3933890" y="957082"/>
                </a:lnTo>
                <a:lnTo>
                  <a:pt x="3905538" y="947119"/>
                </a:lnTo>
                <a:lnTo>
                  <a:pt x="3572216" y="947119"/>
                </a:lnTo>
                <a:cubicBezTo>
                  <a:pt x="3631729" y="909517"/>
                  <a:pt x="3670096" y="874788"/>
                  <a:pt x="3687314" y="842934"/>
                </a:cubicBezTo>
                <a:cubicBezTo>
                  <a:pt x="3704533" y="811079"/>
                  <a:pt x="3713142" y="754551"/>
                  <a:pt x="3713142" y="673348"/>
                </a:cubicBezTo>
                <a:lnTo>
                  <a:pt x="3713142" y="122204"/>
                </a:lnTo>
                <a:close/>
                <a:moveTo>
                  <a:pt x="2707830" y="23483"/>
                </a:moveTo>
                <a:lnTo>
                  <a:pt x="3064645" y="23483"/>
                </a:lnTo>
                <a:lnTo>
                  <a:pt x="2969960" y="136169"/>
                </a:lnTo>
                <a:lnTo>
                  <a:pt x="2969960" y="420135"/>
                </a:lnTo>
                <a:cubicBezTo>
                  <a:pt x="2972821" y="420632"/>
                  <a:pt x="2975667" y="421221"/>
                  <a:pt x="2978499" y="421903"/>
                </a:cubicBezTo>
                <a:lnTo>
                  <a:pt x="2978499" y="131466"/>
                </a:lnTo>
                <a:lnTo>
                  <a:pt x="3068126" y="47899"/>
                </a:lnTo>
                <a:lnTo>
                  <a:pt x="3097534" y="74317"/>
                </a:lnTo>
                <a:lnTo>
                  <a:pt x="3025463" y="151479"/>
                </a:lnTo>
                <a:lnTo>
                  <a:pt x="3025463" y="424116"/>
                </a:lnTo>
                <a:lnTo>
                  <a:pt x="3034780" y="424983"/>
                </a:lnTo>
                <a:cubicBezTo>
                  <a:pt x="3069130" y="428193"/>
                  <a:pt x="3103493" y="429798"/>
                  <a:pt x="3137872" y="429798"/>
                </a:cubicBezTo>
                <a:cubicBezTo>
                  <a:pt x="3186141" y="429798"/>
                  <a:pt x="3223150" y="428033"/>
                  <a:pt x="3248901" y="424505"/>
                </a:cubicBezTo>
                <a:lnTo>
                  <a:pt x="3248901" y="122471"/>
                </a:lnTo>
                <a:lnTo>
                  <a:pt x="3163534" y="23483"/>
                </a:lnTo>
                <a:lnTo>
                  <a:pt x="3515256" y="23483"/>
                </a:lnTo>
                <a:lnTo>
                  <a:pt x="3418969" y="136469"/>
                </a:lnTo>
                <a:lnTo>
                  <a:pt x="3418969" y="851667"/>
                </a:lnTo>
                <a:lnTo>
                  <a:pt x="3426085" y="859712"/>
                </a:lnTo>
                <a:lnTo>
                  <a:pt x="3426085" y="133056"/>
                </a:lnTo>
                <a:lnTo>
                  <a:pt x="3519815" y="47899"/>
                </a:lnTo>
                <a:lnTo>
                  <a:pt x="3544220" y="78286"/>
                </a:lnTo>
                <a:lnTo>
                  <a:pt x="3473050" y="151557"/>
                </a:lnTo>
                <a:lnTo>
                  <a:pt x="3473050" y="852501"/>
                </a:lnTo>
                <a:lnTo>
                  <a:pt x="3588872" y="1004046"/>
                </a:lnTo>
                <a:lnTo>
                  <a:pt x="3205216" y="1004046"/>
                </a:lnTo>
                <a:lnTo>
                  <a:pt x="3179799" y="957082"/>
                </a:lnTo>
                <a:lnTo>
                  <a:pt x="3519925" y="957082"/>
                </a:lnTo>
                <a:lnTo>
                  <a:pt x="3480022" y="920696"/>
                </a:lnTo>
                <a:lnTo>
                  <a:pt x="3503393" y="947119"/>
                </a:lnTo>
                <a:lnTo>
                  <a:pt x="3153037" y="947119"/>
                </a:lnTo>
                <a:lnTo>
                  <a:pt x="3248901" y="844762"/>
                </a:lnTo>
                <a:lnTo>
                  <a:pt x="3248901" y="569679"/>
                </a:lnTo>
                <a:cubicBezTo>
                  <a:pt x="3220742" y="578893"/>
                  <a:pt x="3185133" y="583500"/>
                  <a:pt x="3142074" y="583500"/>
                </a:cubicBezTo>
                <a:cubicBezTo>
                  <a:pt x="3121961" y="583500"/>
                  <a:pt x="3101529" y="582977"/>
                  <a:pt x="3080778" y="581932"/>
                </a:cubicBezTo>
                <a:lnTo>
                  <a:pt x="3025463" y="577816"/>
                </a:lnTo>
                <a:lnTo>
                  <a:pt x="3025463" y="852479"/>
                </a:lnTo>
                <a:lnTo>
                  <a:pt x="3140918" y="1004046"/>
                </a:lnTo>
                <a:lnTo>
                  <a:pt x="2759220" y="1004046"/>
                </a:lnTo>
                <a:lnTo>
                  <a:pt x="2732947" y="957082"/>
                </a:lnTo>
                <a:lnTo>
                  <a:pt x="3073262" y="957082"/>
                </a:lnTo>
                <a:lnTo>
                  <a:pt x="3045218" y="932255"/>
                </a:lnTo>
                <a:lnTo>
                  <a:pt x="3059052" y="947119"/>
                </a:lnTo>
                <a:lnTo>
                  <a:pt x="2707830" y="947119"/>
                </a:lnTo>
                <a:lnTo>
                  <a:pt x="2801314" y="844674"/>
                </a:lnTo>
                <a:lnTo>
                  <a:pt x="2801314" y="560607"/>
                </a:lnTo>
                <a:cubicBezTo>
                  <a:pt x="2776862" y="560607"/>
                  <a:pt x="2752026" y="575954"/>
                  <a:pt x="2726809" y="606648"/>
                </a:cubicBezTo>
                <a:lnTo>
                  <a:pt x="2693176" y="590660"/>
                </a:lnTo>
                <a:cubicBezTo>
                  <a:pt x="2716770" y="555837"/>
                  <a:pt x="2742944" y="533130"/>
                  <a:pt x="2771699" y="522540"/>
                </a:cubicBezTo>
                <a:lnTo>
                  <a:pt x="2783890" y="518960"/>
                </a:lnTo>
                <a:lnTo>
                  <a:pt x="2773514" y="521051"/>
                </a:lnTo>
                <a:cubicBezTo>
                  <a:pt x="2746154" y="528465"/>
                  <a:pt x="2720116" y="546998"/>
                  <a:pt x="2695400" y="576651"/>
                </a:cubicBezTo>
                <a:lnTo>
                  <a:pt x="2667359" y="560940"/>
                </a:lnTo>
                <a:cubicBezTo>
                  <a:pt x="2697290" y="482103"/>
                  <a:pt x="2741942" y="436876"/>
                  <a:pt x="2801314" y="425261"/>
                </a:cubicBezTo>
                <a:lnTo>
                  <a:pt x="2801314" y="129475"/>
                </a:lnTo>
                <a:close/>
                <a:moveTo>
                  <a:pt x="931443" y="23483"/>
                </a:moveTo>
                <a:lnTo>
                  <a:pt x="1704847" y="23483"/>
                </a:lnTo>
                <a:lnTo>
                  <a:pt x="1691582" y="58373"/>
                </a:lnTo>
                <a:cubicBezTo>
                  <a:pt x="1644537" y="116004"/>
                  <a:pt x="1603046" y="184998"/>
                  <a:pt x="1567111" y="265355"/>
                </a:cubicBezTo>
                <a:cubicBezTo>
                  <a:pt x="1552790" y="249085"/>
                  <a:pt x="1544466" y="238426"/>
                  <a:pt x="1542139" y="233378"/>
                </a:cubicBezTo>
                <a:lnTo>
                  <a:pt x="1541351" y="231744"/>
                </a:lnTo>
                <a:lnTo>
                  <a:pt x="1527351" y="226854"/>
                </a:lnTo>
                <a:cubicBezTo>
                  <a:pt x="1520454" y="224136"/>
                  <a:pt x="1516058" y="221981"/>
                  <a:pt x="1514165" y="220392"/>
                </a:cubicBezTo>
                <a:cubicBezTo>
                  <a:pt x="1480142" y="193285"/>
                  <a:pt x="1455524" y="177172"/>
                  <a:pt x="1440310" y="172054"/>
                </a:cubicBezTo>
                <a:cubicBezTo>
                  <a:pt x="1425096" y="166936"/>
                  <a:pt x="1393785" y="164376"/>
                  <a:pt x="1346375" y="164376"/>
                </a:cubicBezTo>
                <a:cubicBezTo>
                  <a:pt x="1331988" y="164376"/>
                  <a:pt x="1305767" y="165407"/>
                  <a:pt x="1267712" y="167467"/>
                </a:cubicBezTo>
                <a:lnTo>
                  <a:pt x="1267334" y="167490"/>
                </a:lnTo>
                <a:lnTo>
                  <a:pt x="1267334" y="404892"/>
                </a:lnTo>
                <a:lnTo>
                  <a:pt x="1373204" y="404892"/>
                </a:lnTo>
                <a:lnTo>
                  <a:pt x="1485079" y="281599"/>
                </a:lnTo>
                <a:lnTo>
                  <a:pt x="1485079" y="610017"/>
                </a:lnTo>
                <a:lnTo>
                  <a:pt x="1414580" y="536822"/>
                </a:lnTo>
                <a:lnTo>
                  <a:pt x="1418990" y="544363"/>
                </a:lnTo>
                <a:lnTo>
                  <a:pt x="1267334" y="544363"/>
                </a:lnTo>
                <a:lnTo>
                  <a:pt x="1267334" y="856748"/>
                </a:lnTo>
                <a:cubicBezTo>
                  <a:pt x="1350722" y="856748"/>
                  <a:pt x="1411100" y="850429"/>
                  <a:pt x="1448466" y="837791"/>
                </a:cubicBezTo>
                <a:cubicBezTo>
                  <a:pt x="1485831" y="825153"/>
                  <a:pt x="1519079" y="798179"/>
                  <a:pt x="1548210" y="756871"/>
                </a:cubicBezTo>
                <a:lnTo>
                  <a:pt x="1572770" y="700500"/>
                </a:lnTo>
                <a:cubicBezTo>
                  <a:pt x="1573526" y="698988"/>
                  <a:pt x="1582440" y="691468"/>
                  <a:pt x="1599510" y="677940"/>
                </a:cubicBezTo>
                <a:cubicBezTo>
                  <a:pt x="1617018" y="735290"/>
                  <a:pt x="1634400" y="778791"/>
                  <a:pt x="1651656" y="808444"/>
                </a:cubicBezTo>
                <a:cubicBezTo>
                  <a:pt x="1668912" y="838097"/>
                  <a:pt x="1699203" y="881001"/>
                  <a:pt x="1742528" y="937157"/>
                </a:cubicBezTo>
                <a:lnTo>
                  <a:pt x="931443" y="937157"/>
                </a:lnTo>
                <a:lnTo>
                  <a:pt x="1037492" y="834789"/>
                </a:lnTo>
                <a:lnTo>
                  <a:pt x="1037492" y="544363"/>
                </a:lnTo>
                <a:cubicBezTo>
                  <a:pt x="1011341" y="548736"/>
                  <a:pt x="979312" y="560844"/>
                  <a:pt x="941406" y="580687"/>
                </a:cubicBezTo>
                <a:lnTo>
                  <a:pt x="921682" y="548254"/>
                </a:lnTo>
                <a:cubicBezTo>
                  <a:pt x="955741" y="521288"/>
                  <a:pt x="994345" y="505159"/>
                  <a:pt x="1037492" y="499866"/>
                </a:cubicBezTo>
                <a:lnTo>
                  <a:pt x="1037492" y="492350"/>
                </a:lnTo>
                <a:cubicBezTo>
                  <a:pt x="1037907" y="492395"/>
                  <a:pt x="1037069" y="492417"/>
                  <a:pt x="1034979" y="492417"/>
                </a:cubicBezTo>
                <a:cubicBezTo>
                  <a:pt x="991402" y="492417"/>
                  <a:pt x="943403" y="509732"/>
                  <a:pt x="890983" y="544363"/>
                </a:cubicBezTo>
                <a:cubicBezTo>
                  <a:pt x="914688" y="451382"/>
                  <a:pt x="963524" y="404892"/>
                  <a:pt x="1037492" y="404892"/>
                </a:cubicBezTo>
                <a:lnTo>
                  <a:pt x="1037492" y="128319"/>
                </a:lnTo>
                <a:close/>
                <a:moveTo>
                  <a:pt x="0" y="23483"/>
                </a:moveTo>
                <a:lnTo>
                  <a:pt x="869111" y="23483"/>
                </a:lnTo>
                <a:cubicBezTo>
                  <a:pt x="863752" y="45245"/>
                  <a:pt x="860632" y="57057"/>
                  <a:pt x="859749" y="58917"/>
                </a:cubicBezTo>
                <a:lnTo>
                  <a:pt x="813296" y="138759"/>
                </a:lnTo>
                <a:cubicBezTo>
                  <a:pt x="796404" y="171077"/>
                  <a:pt x="781190" y="208876"/>
                  <a:pt x="767655" y="252157"/>
                </a:cubicBezTo>
                <a:lnTo>
                  <a:pt x="758582" y="266745"/>
                </a:lnTo>
                <a:lnTo>
                  <a:pt x="731831" y="256204"/>
                </a:lnTo>
                <a:lnTo>
                  <a:pt x="729129" y="244452"/>
                </a:lnTo>
                <a:cubicBezTo>
                  <a:pt x="725845" y="231538"/>
                  <a:pt x="722273" y="219663"/>
                  <a:pt x="718412" y="208826"/>
                </a:cubicBezTo>
                <a:lnTo>
                  <a:pt x="714464" y="199503"/>
                </a:lnTo>
                <a:lnTo>
                  <a:pt x="690504" y="189271"/>
                </a:lnTo>
                <a:cubicBezTo>
                  <a:pt x="654615" y="175995"/>
                  <a:pt x="619862" y="169358"/>
                  <a:pt x="586245" y="169358"/>
                </a:cubicBezTo>
                <a:cubicBezTo>
                  <a:pt x="576950" y="169358"/>
                  <a:pt x="570768" y="169584"/>
                  <a:pt x="567700" y="170036"/>
                </a:cubicBezTo>
                <a:lnTo>
                  <a:pt x="570479" y="854246"/>
                </a:lnTo>
                <a:lnTo>
                  <a:pt x="681420" y="1004046"/>
                </a:lnTo>
                <a:lnTo>
                  <a:pt x="303313" y="1004046"/>
                </a:lnTo>
                <a:lnTo>
                  <a:pt x="279675" y="957082"/>
                </a:lnTo>
                <a:lnTo>
                  <a:pt x="613875" y="957082"/>
                </a:lnTo>
                <a:lnTo>
                  <a:pt x="573363" y="919480"/>
                </a:lnTo>
                <a:lnTo>
                  <a:pt x="597019" y="947119"/>
                </a:lnTo>
                <a:lnTo>
                  <a:pt x="249077" y="947119"/>
                </a:lnTo>
                <a:lnTo>
                  <a:pt x="346753" y="844462"/>
                </a:lnTo>
                <a:lnTo>
                  <a:pt x="346753" y="171014"/>
                </a:lnTo>
                <a:lnTo>
                  <a:pt x="311451" y="170781"/>
                </a:lnTo>
                <a:cubicBezTo>
                  <a:pt x="267518" y="170781"/>
                  <a:pt x="236826" y="178888"/>
                  <a:pt x="219374" y="195103"/>
                </a:cubicBezTo>
                <a:cubicBezTo>
                  <a:pt x="201921" y="211317"/>
                  <a:pt x="191131" y="245668"/>
                  <a:pt x="187002" y="298154"/>
                </a:cubicBezTo>
                <a:lnTo>
                  <a:pt x="140938" y="298154"/>
                </a:lnTo>
                <a:cubicBezTo>
                  <a:pt x="146393" y="229842"/>
                  <a:pt x="162008" y="183708"/>
                  <a:pt x="187780" y="159751"/>
                </a:cubicBezTo>
                <a:cubicBezTo>
                  <a:pt x="213553" y="135794"/>
                  <a:pt x="250281" y="123816"/>
                  <a:pt x="297965" y="123816"/>
                </a:cubicBezTo>
                <a:lnTo>
                  <a:pt x="353424" y="124606"/>
                </a:lnTo>
                <a:lnTo>
                  <a:pt x="346753" y="124494"/>
                </a:lnTo>
                <a:lnTo>
                  <a:pt x="346753" y="117290"/>
                </a:lnTo>
                <a:cubicBezTo>
                  <a:pt x="331328" y="115474"/>
                  <a:pt x="313512" y="114566"/>
                  <a:pt x="293306" y="114566"/>
                </a:cubicBezTo>
                <a:cubicBezTo>
                  <a:pt x="237432" y="114566"/>
                  <a:pt x="197613" y="125514"/>
                  <a:pt x="173849" y="147410"/>
                </a:cubicBezTo>
                <a:cubicBezTo>
                  <a:pt x="150085" y="169306"/>
                  <a:pt x="136691" y="211875"/>
                  <a:pt x="133667" y="275117"/>
                </a:cubicBezTo>
                <a:lnTo>
                  <a:pt x="100522" y="275117"/>
                </a:lnTo>
                <a:cubicBezTo>
                  <a:pt x="78626" y="204359"/>
                  <a:pt x="46946" y="129598"/>
                  <a:pt x="5481" y="50834"/>
                </a:cubicBezTo>
                <a:close/>
                <a:moveTo>
                  <a:pt x="5344677" y="0"/>
                </a:moveTo>
                <a:cubicBezTo>
                  <a:pt x="5398439" y="0"/>
                  <a:pt x="5459535" y="13261"/>
                  <a:pt x="5527966" y="39782"/>
                </a:cubicBezTo>
                <a:cubicBezTo>
                  <a:pt x="5560943" y="52635"/>
                  <a:pt x="5587991" y="59062"/>
                  <a:pt x="5609109" y="59062"/>
                </a:cubicBezTo>
                <a:cubicBezTo>
                  <a:pt x="5630856" y="59062"/>
                  <a:pt x="5652700" y="52320"/>
                  <a:pt x="5674641" y="38837"/>
                </a:cubicBezTo>
                <a:lnTo>
                  <a:pt x="5701503" y="54292"/>
                </a:lnTo>
                <a:lnTo>
                  <a:pt x="5678033" y="86825"/>
                </a:lnTo>
                <a:cubicBezTo>
                  <a:pt x="5646004" y="153884"/>
                  <a:pt x="5614193" y="225002"/>
                  <a:pt x="5582602" y="300178"/>
                </a:cubicBezTo>
                <a:lnTo>
                  <a:pt x="5571573" y="321981"/>
                </a:lnTo>
                <a:lnTo>
                  <a:pt x="5541530" y="312175"/>
                </a:lnTo>
                <a:cubicBezTo>
                  <a:pt x="5536042" y="275751"/>
                  <a:pt x="5527349" y="243566"/>
                  <a:pt x="5515454" y="215620"/>
                </a:cubicBezTo>
                <a:lnTo>
                  <a:pt x="5499180" y="184484"/>
                </a:lnTo>
                <a:lnTo>
                  <a:pt x="5499180" y="194296"/>
                </a:lnTo>
                <a:cubicBezTo>
                  <a:pt x="5443306" y="160592"/>
                  <a:pt x="5398254" y="143740"/>
                  <a:pt x="5364023" y="143740"/>
                </a:cubicBezTo>
                <a:cubicBezTo>
                  <a:pt x="5253298" y="143740"/>
                  <a:pt x="5197935" y="253791"/>
                  <a:pt x="5197935" y="473894"/>
                </a:cubicBezTo>
                <a:cubicBezTo>
                  <a:pt x="5197935" y="576992"/>
                  <a:pt x="5211371" y="661878"/>
                  <a:pt x="5238240" y="728552"/>
                </a:cubicBezTo>
                <a:cubicBezTo>
                  <a:pt x="5265110" y="795226"/>
                  <a:pt x="5305110" y="839240"/>
                  <a:pt x="5358242" y="860595"/>
                </a:cubicBezTo>
                <a:lnTo>
                  <a:pt x="5358242" y="884159"/>
                </a:lnTo>
                <a:lnTo>
                  <a:pt x="5375642" y="885212"/>
                </a:lnTo>
                <a:cubicBezTo>
                  <a:pt x="5436557" y="885212"/>
                  <a:pt x="5485183" y="864872"/>
                  <a:pt x="5521523" y="824193"/>
                </a:cubicBezTo>
                <a:cubicBezTo>
                  <a:pt x="5557861" y="783514"/>
                  <a:pt x="5579608" y="724264"/>
                  <a:pt x="5586760" y="646442"/>
                </a:cubicBezTo>
                <a:cubicBezTo>
                  <a:pt x="5589436" y="618238"/>
                  <a:pt x="5602089" y="604136"/>
                  <a:pt x="5624719" y="604136"/>
                </a:cubicBezTo>
                <a:cubicBezTo>
                  <a:pt x="5652820" y="604136"/>
                  <a:pt x="5666869" y="623979"/>
                  <a:pt x="5666869" y="663664"/>
                </a:cubicBezTo>
                <a:cubicBezTo>
                  <a:pt x="5666869" y="710243"/>
                  <a:pt x="5656166" y="758794"/>
                  <a:pt x="5634759" y="809317"/>
                </a:cubicBezTo>
                <a:cubicBezTo>
                  <a:pt x="5589040" y="917314"/>
                  <a:pt x="5495184" y="971313"/>
                  <a:pt x="5353195" y="971313"/>
                </a:cubicBezTo>
                <a:cubicBezTo>
                  <a:pt x="5321779" y="971313"/>
                  <a:pt x="5291991" y="968570"/>
                  <a:pt x="5263829" y="963084"/>
                </a:cubicBezTo>
                <a:lnTo>
                  <a:pt x="5204065" y="944550"/>
                </a:lnTo>
                <a:lnTo>
                  <a:pt x="5175572" y="933299"/>
                </a:lnTo>
                <a:lnTo>
                  <a:pt x="5114382" y="897252"/>
                </a:lnTo>
                <a:cubicBezTo>
                  <a:pt x="5092728" y="880793"/>
                  <a:pt x="5072701" y="861592"/>
                  <a:pt x="5054301" y="839648"/>
                </a:cubicBezTo>
                <a:cubicBezTo>
                  <a:pt x="4980701" y="751871"/>
                  <a:pt x="4943899" y="633759"/>
                  <a:pt x="4943899" y="485312"/>
                </a:cubicBezTo>
                <a:cubicBezTo>
                  <a:pt x="4943899" y="348384"/>
                  <a:pt x="4982127" y="233267"/>
                  <a:pt x="5058581" y="139960"/>
                </a:cubicBezTo>
                <a:cubicBezTo>
                  <a:pt x="5135036" y="46654"/>
                  <a:pt x="5230401" y="0"/>
                  <a:pt x="5344677" y="0"/>
                </a:cubicBezTo>
                <a:close/>
                <a:moveTo>
                  <a:pt x="2239528" y="0"/>
                </a:moveTo>
                <a:cubicBezTo>
                  <a:pt x="2293289" y="0"/>
                  <a:pt x="2354385" y="13261"/>
                  <a:pt x="2422816" y="39782"/>
                </a:cubicBezTo>
                <a:cubicBezTo>
                  <a:pt x="2455794" y="52635"/>
                  <a:pt x="2482841" y="59062"/>
                  <a:pt x="2503959" y="59062"/>
                </a:cubicBezTo>
                <a:cubicBezTo>
                  <a:pt x="2525707" y="59062"/>
                  <a:pt x="2547551" y="52320"/>
                  <a:pt x="2569492" y="38837"/>
                </a:cubicBezTo>
                <a:lnTo>
                  <a:pt x="2596354" y="54292"/>
                </a:lnTo>
                <a:lnTo>
                  <a:pt x="2572882" y="86825"/>
                </a:lnTo>
                <a:cubicBezTo>
                  <a:pt x="2540855" y="153884"/>
                  <a:pt x="2509044" y="225002"/>
                  <a:pt x="2477453" y="300178"/>
                </a:cubicBezTo>
                <a:lnTo>
                  <a:pt x="2466423" y="321981"/>
                </a:lnTo>
                <a:lnTo>
                  <a:pt x="2436381" y="312175"/>
                </a:lnTo>
                <a:cubicBezTo>
                  <a:pt x="2430892" y="275751"/>
                  <a:pt x="2422200" y="243566"/>
                  <a:pt x="2410304" y="215620"/>
                </a:cubicBezTo>
                <a:lnTo>
                  <a:pt x="2394031" y="184484"/>
                </a:lnTo>
                <a:lnTo>
                  <a:pt x="2394031" y="194296"/>
                </a:lnTo>
                <a:cubicBezTo>
                  <a:pt x="2338157" y="160592"/>
                  <a:pt x="2293104" y="143740"/>
                  <a:pt x="2258874" y="143740"/>
                </a:cubicBezTo>
                <a:cubicBezTo>
                  <a:pt x="2148149" y="143740"/>
                  <a:pt x="2092786" y="253791"/>
                  <a:pt x="2092786" y="473894"/>
                </a:cubicBezTo>
                <a:cubicBezTo>
                  <a:pt x="2092786" y="576992"/>
                  <a:pt x="2106221" y="661878"/>
                  <a:pt x="2133090" y="728552"/>
                </a:cubicBezTo>
                <a:cubicBezTo>
                  <a:pt x="2159960" y="795226"/>
                  <a:pt x="2199961" y="839240"/>
                  <a:pt x="2253093" y="860595"/>
                </a:cubicBezTo>
                <a:lnTo>
                  <a:pt x="2253093" y="884159"/>
                </a:lnTo>
                <a:lnTo>
                  <a:pt x="2270493" y="885212"/>
                </a:lnTo>
                <a:cubicBezTo>
                  <a:pt x="2331407" y="885212"/>
                  <a:pt x="2380034" y="864872"/>
                  <a:pt x="2416373" y="824193"/>
                </a:cubicBezTo>
                <a:cubicBezTo>
                  <a:pt x="2452712" y="783514"/>
                  <a:pt x="2474458" y="724264"/>
                  <a:pt x="2481611" y="646442"/>
                </a:cubicBezTo>
                <a:cubicBezTo>
                  <a:pt x="2484287" y="618238"/>
                  <a:pt x="2496940" y="604136"/>
                  <a:pt x="2519570" y="604136"/>
                </a:cubicBezTo>
                <a:cubicBezTo>
                  <a:pt x="2547670" y="604136"/>
                  <a:pt x="2561720" y="623979"/>
                  <a:pt x="2561720" y="663664"/>
                </a:cubicBezTo>
                <a:cubicBezTo>
                  <a:pt x="2561720" y="710243"/>
                  <a:pt x="2551016" y="758794"/>
                  <a:pt x="2529609" y="809317"/>
                </a:cubicBezTo>
                <a:cubicBezTo>
                  <a:pt x="2483890" y="917314"/>
                  <a:pt x="2390035" y="971313"/>
                  <a:pt x="2248045" y="971313"/>
                </a:cubicBezTo>
                <a:cubicBezTo>
                  <a:pt x="2216629" y="971313"/>
                  <a:pt x="2186841" y="968570"/>
                  <a:pt x="2158679" y="963084"/>
                </a:cubicBezTo>
                <a:lnTo>
                  <a:pt x="2098917" y="944551"/>
                </a:lnTo>
                <a:lnTo>
                  <a:pt x="2070422" y="933299"/>
                </a:lnTo>
                <a:lnTo>
                  <a:pt x="2009232" y="897252"/>
                </a:lnTo>
                <a:cubicBezTo>
                  <a:pt x="1987578" y="880793"/>
                  <a:pt x="1967551" y="861592"/>
                  <a:pt x="1949151" y="839648"/>
                </a:cubicBezTo>
                <a:cubicBezTo>
                  <a:pt x="1875550" y="751871"/>
                  <a:pt x="1838750" y="633759"/>
                  <a:pt x="1838750" y="485312"/>
                </a:cubicBezTo>
                <a:cubicBezTo>
                  <a:pt x="1838750" y="348384"/>
                  <a:pt x="1876978" y="233267"/>
                  <a:pt x="1953432" y="139960"/>
                </a:cubicBezTo>
                <a:cubicBezTo>
                  <a:pt x="2029886" y="46654"/>
                  <a:pt x="2125251" y="0"/>
                  <a:pt x="2239528" y="0"/>
                </a:cubicBezTo>
                <a:close/>
              </a:path>
            </a:pathLst>
          </a:custGeom>
        </p:spPr>
      </p:pic>
      <p:sp>
        <p:nvSpPr>
          <p:cNvPr id="2" name="TextBox 1"/>
          <p:cNvSpPr txBox="1"/>
          <p:nvPr/>
        </p:nvSpPr>
        <p:spPr>
          <a:xfrm>
            <a:off x="8046720" y="4712677"/>
            <a:ext cx="2743200" cy="7694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 11 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9350934"/>
      </p:ext>
    </p:extLst>
  </p:cSld>
  <p:clrMapOvr>
    <a:masterClrMapping/>
  </p:clrMapOvr>
  <p:transition spd="slow" advTm="3000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26" y="323557"/>
            <a:ext cx="11633980" cy="6035039"/>
          </a:xfrm>
        </p:spPr>
      </p:pic>
    </p:spTree>
    <p:extLst>
      <p:ext uri="{BB962C8B-B14F-4D97-AF65-F5344CB8AC3E}">
        <p14:creationId xmlns:p14="http://schemas.microsoft.com/office/powerpoint/2010/main" val="419236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84408"/>
            <a:ext cx="11802793" cy="677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47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Technical </a:t>
            </a:r>
            <a:r>
              <a:rPr 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</a:t>
            </a:r>
            <a:endParaRPr lang="en-US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93034"/>
            <a:ext cx="10515600" cy="388392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Action Button: Help 3">
            <a:hlinkClick r:id="" action="ppaction://noaction" highlightClick="1"/>
          </p:cNvPr>
          <p:cNvSpPr/>
          <p:nvPr/>
        </p:nvSpPr>
        <p:spPr>
          <a:xfrm>
            <a:off x="112542" y="2039816"/>
            <a:ext cx="11788726" cy="4586068"/>
          </a:xfrm>
          <a:prstGeom prst="actionButtonHelp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60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40677" y="182880"/>
          <a:ext cx="11901268" cy="6675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538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2" y="1"/>
            <a:ext cx="11943470" cy="1690688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Importance of Technical Communication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422" y="1842867"/>
            <a:ext cx="11760590" cy="4797084"/>
          </a:xfrm>
        </p:spPr>
        <p:txBody>
          <a:bodyPr/>
          <a:lstStyle/>
          <a:p>
            <a:r>
              <a:rPr lang="en-US" sz="3600" dirty="0"/>
              <a:t>Technical communication is the exchange of information that helps </a:t>
            </a:r>
            <a:r>
              <a:rPr lang="en-US" sz="3600" dirty="0" smtClean="0"/>
              <a:t>people to </a:t>
            </a:r>
            <a:r>
              <a:rPr lang="en-US" sz="3600" dirty="0"/>
              <a:t>interact with technology and solve complex </a:t>
            </a:r>
            <a:r>
              <a:rPr lang="en-US" sz="3600" dirty="0" smtClean="0"/>
              <a:t>problems. </a:t>
            </a:r>
          </a:p>
          <a:p>
            <a:r>
              <a:rPr lang="en-US" sz="3600" dirty="0"/>
              <a:t>Technical communication helps us interact with technology in our daily </a:t>
            </a:r>
            <a:r>
              <a:rPr lang="en-US" sz="3600" dirty="0" smtClean="0"/>
              <a:t>lives.</a:t>
            </a:r>
          </a:p>
          <a:p>
            <a:r>
              <a:rPr lang="en-US" sz="3600" dirty="0"/>
              <a:t>Technical communication helps us solve complex </a:t>
            </a:r>
            <a:r>
              <a:rPr lang="en-US" sz="3600" dirty="0" smtClean="0"/>
              <a:t>problems.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Technical</a:t>
            </a:r>
            <a:r>
              <a:rPr lang="en-US" dirty="0" smtClean="0"/>
              <a:t>                                </a:t>
            </a: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Low"/>
            <a:r>
              <a:rPr lang="en-US" sz="3200" dirty="0" smtClean="0"/>
              <a:t>Focus </a:t>
            </a:r>
            <a:r>
              <a:rPr lang="en-US" sz="3200" dirty="0"/>
              <a:t>on </a:t>
            </a:r>
            <a:r>
              <a:rPr lang="en-US" sz="3200" dirty="0" smtClean="0"/>
              <a:t> </a:t>
            </a:r>
            <a:r>
              <a:rPr lang="en-US" sz="3200" dirty="0"/>
              <a:t>specific, detailed technical </a:t>
            </a:r>
            <a:r>
              <a:rPr lang="en-US" sz="3200" dirty="0" smtClean="0"/>
              <a:t>information. </a:t>
            </a:r>
          </a:p>
          <a:p>
            <a:pPr algn="justLow"/>
            <a:r>
              <a:rPr lang="en-US" sz="3200" dirty="0" smtClean="0"/>
              <a:t>A </a:t>
            </a:r>
            <a:r>
              <a:rPr lang="en-US" sz="3200" dirty="0"/>
              <a:t>specialized </a:t>
            </a:r>
            <a:r>
              <a:rPr lang="en-US" sz="3200" dirty="0" smtClean="0"/>
              <a:t>audience.</a:t>
            </a:r>
          </a:p>
          <a:p>
            <a:pPr algn="justLow"/>
            <a:r>
              <a:rPr lang="en-US" sz="3200" dirty="0" smtClean="0"/>
              <a:t>Precise </a:t>
            </a:r>
            <a:r>
              <a:rPr lang="en-US" sz="3200" dirty="0"/>
              <a:t>language and structured </a:t>
            </a:r>
            <a:r>
              <a:rPr lang="en-US" sz="3200" dirty="0" smtClean="0"/>
              <a:t>formats.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Low"/>
            <a:r>
              <a:rPr lang="en-US" sz="3200" dirty="0"/>
              <a:t>I</a:t>
            </a:r>
            <a:r>
              <a:rPr lang="en-US" sz="3200" dirty="0" smtClean="0"/>
              <a:t>nvolves </a:t>
            </a:r>
            <a:r>
              <a:rPr lang="en-US" sz="3200" dirty="0"/>
              <a:t>broader information </a:t>
            </a:r>
            <a:r>
              <a:rPr lang="en-US" sz="3200" dirty="0" smtClean="0"/>
              <a:t>sharing.</a:t>
            </a:r>
          </a:p>
          <a:p>
            <a:pPr algn="justLow"/>
            <a:r>
              <a:rPr lang="en-US" sz="3200" dirty="0"/>
              <a:t>A</a:t>
            </a:r>
            <a:r>
              <a:rPr lang="en-US" sz="3200" dirty="0" smtClean="0"/>
              <a:t> </a:t>
            </a:r>
            <a:r>
              <a:rPr lang="en-US" sz="3200" dirty="0"/>
              <a:t>wider </a:t>
            </a:r>
            <a:r>
              <a:rPr lang="en-US" sz="3200" dirty="0" smtClean="0"/>
              <a:t>audience.  </a:t>
            </a:r>
          </a:p>
          <a:p>
            <a:pPr algn="justLow"/>
            <a:r>
              <a:rPr lang="en-US" sz="3200" dirty="0"/>
              <a:t>P</a:t>
            </a:r>
            <a:r>
              <a:rPr lang="en-US" sz="3200" dirty="0" smtClean="0"/>
              <a:t>ersonal </a:t>
            </a:r>
            <a:r>
              <a:rPr lang="en-US" sz="3200" dirty="0"/>
              <a:t>opinions and </a:t>
            </a:r>
            <a:r>
              <a:rPr lang="en-US" sz="3200" dirty="0" smtClean="0"/>
              <a:t>feelings.</a:t>
            </a:r>
          </a:p>
          <a:p>
            <a:pPr algn="justLow"/>
            <a:r>
              <a:rPr lang="en-US" sz="3200" dirty="0"/>
              <a:t>U</a:t>
            </a:r>
            <a:r>
              <a:rPr lang="en-US" sz="3200" dirty="0" smtClean="0"/>
              <a:t>sing </a:t>
            </a:r>
            <a:r>
              <a:rPr lang="en-US" sz="3200" dirty="0"/>
              <a:t>more informal </a:t>
            </a:r>
            <a:r>
              <a:rPr lang="en-US" sz="3200" dirty="0" smtClean="0"/>
              <a:t>language.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5983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8662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Challenges of Producing Technical </a:t>
            </a: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825625"/>
          <a:ext cx="1086612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591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51" y="365125"/>
            <a:ext cx="11746523" cy="1325563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Features of Technical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Reader-Centered</a:t>
            </a:r>
          </a:p>
          <a:p>
            <a:r>
              <a:rPr lang="en-US" sz="3200" dirty="0"/>
              <a:t>Accessible and </a:t>
            </a:r>
            <a:r>
              <a:rPr lang="en-US" sz="3200" dirty="0" smtClean="0"/>
              <a:t>Efficient</a:t>
            </a:r>
          </a:p>
          <a:p>
            <a:r>
              <a:rPr lang="en-US" sz="3200" dirty="0"/>
              <a:t>Often Produced by </a:t>
            </a:r>
            <a:r>
              <a:rPr lang="en-US" sz="3200" dirty="0" smtClean="0"/>
              <a:t>Teams</a:t>
            </a:r>
          </a:p>
          <a:p>
            <a:r>
              <a:rPr lang="en-US" sz="3200" dirty="0"/>
              <a:t>Delivered in Paper and Digital Versions</a:t>
            </a:r>
            <a:endParaRPr lang="en-US" sz="3200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8112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246"/>
            <a:ext cx="10515600" cy="112605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Reader-Centered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947" y="1111348"/>
            <a:ext cx="11648049" cy="5065615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Reader-centered documents focus on what people need to learn, do, or decide. </a:t>
            </a:r>
          </a:p>
          <a:p>
            <a:pPr algn="just"/>
            <a:r>
              <a:rPr lang="en-US" sz="3200" dirty="0"/>
              <a:t>Writing from a reader-centered perspective takes practice and attention. </a:t>
            </a:r>
          </a:p>
          <a:p>
            <a:pPr algn="just"/>
            <a:r>
              <a:rPr lang="en-US" sz="3200" dirty="0"/>
              <a:t>For example, while the history of how this product was invented may be of interest to the writer, instructions for assembling a new workstation desk should focus on what readers need to do—assemble their desk and start using it.</a:t>
            </a:r>
          </a:p>
        </p:txBody>
      </p:sp>
    </p:spTree>
    <p:extLst>
      <p:ext uri="{BB962C8B-B14F-4D97-AF65-F5344CB8AC3E}">
        <p14:creationId xmlns:p14="http://schemas.microsoft.com/office/powerpoint/2010/main" val="99509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Analyze Your Document’s Audience and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Who is the main audience for this </a:t>
            </a:r>
            <a:r>
              <a:rPr lang="en-US" sz="3200" dirty="0" smtClean="0"/>
              <a:t>document?</a:t>
            </a:r>
          </a:p>
          <a:p>
            <a:r>
              <a:rPr lang="en-US" sz="3200" dirty="0" smtClean="0"/>
              <a:t>Who </a:t>
            </a:r>
            <a:r>
              <a:rPr lang="en-US" sz="3200" dirty="0"/>
              <a:t>else is likely to read </a:t>
            </a:r>
            <a:r>
              <a:rPr lang="en-US" sz="3200" dirty="0" smtClean="0"/>
              <a:t>it?</a:t>
            </a:r>
          </a:p>
          <a:p>
            <a:r>
              <a:rPr lang="en-US" sz="3200" dirty="0" smtClean="0"/>
              <a:t>What </a:t>
            </a:r>
            <a:r>
              <a:rPr lang="en-US" sz="3200" dirty="0"/>
              <a:t>is your relationship with the </a:t>
            </a:r>
            <a:r>
              <a:rPr lang="en-US" sz="3200" dirty="0" smtClean="0"/>
              <a:t>audience?</a:t>
            </a:r>
          </a:p>
          <a:p>
            <a:r>
              <a:rPr lang="en-US" sz="3200" dirty="0" smtClean="0"/>
              <a:t>Are </a:t>
            </a:r>
            <a:r>
              <a:rPr lang="en-US" sz="3200" dirty="0"/>
              <a:t>multiple types of relationships </a:t>
            </a:r>
            <a:r>
              <a:rPr lang="en-US" sz="3200" dirty="0" smtClean="0"/>
              <a:t>involved?</a:t>
            </a:r>
          </a:p>
          <a:p>
            <a:r>
              <a:rPr lang="en-US" sz="3200" dirty="0" smtClean="0"/>
              <a:t>What </a:t>
            </a:r>
            <a:r>
              <a:rPr lang="en-US" sz="3200" dirty="0"/>
              <a:t>information does this audience </a:t>
            </a:r>
            <a:r>
              <a:rPr lang="en-US" sz="3200" dirty="0" smtClean="0"/>
              <a:t>need?</a:t>
            </a:r>
          </a:p>
        </p:txBody>
      </p:sp>
    </p:spTree>
    <p:extLst>
      <p:ext uri="{BB962C8B-B14F-4D97-AF65-F5344CB8AC3E}">
        <p14:creationId xmlns:p14="http://schemas.microsoft.com/office/powerpoint/2010/main" val="52099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Analyze Your Document’s </a:t>
            </a:r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Audience……..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How familiar might the audience be with technical details?</a:t>
            </a:r>
          </a:p>
          <a:p>
            <a:pPr algn="just"/>
            <a:r>
              <a:rPr lang="en-US" sz="3200" dirty="0"/>
              <a:t>Do these readers have varying levels of expertise?</a:t>
            </a:r>
          </a:p>
          <a:p>
            <a:pPr algn="just"/>
            <a:r>
              <a:rPr lang="en-US" sz="3200" dirty="0"/>
              <a:t>What culture or cultures does your audience represent?</a:t>
            </a:r>
          </a:p>
          <a:p>
            <a:pPr algn="just"/>
            <a:r>
              <a:rPr lang="en-US" sz="3200" dirty="0"/>
              <a:t>How might cultural differences shape readers’ expectations and interpretations?</a:t>
            </a:r>
          </a:p>
          <a:p>
            <a:pPr algn="just"/>
            <a:r>
              <a:rPr lang="en-US" sz="3200" dirty="0"/>
              <a:t>How will people interact with the material: in digital formats, on paper, or both?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84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32487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Deciding on a Document’s Level of Technicality</a:t>
            </a:r>
          </a:p>
        </p:txBody>
      </p:sp>
      <p:sp>
        <p:nvSpPr>
          <p:cNvPr id="6" name="Action Button: Help 5">
            <a:hlinkClick r:id="" action="ppaction://noaction" highlightClick="1"/>
          </p:cNvPr>
          <p:cNvSpPr/>
          <p:nvPr/>
        </p:nvSpPr>
        <p:spPr>
          <a:xfrm>
            <a:off x="267286" y="1997613"/>
            <a:ext cx="11746523" cy="4389120"/>
          </a:xfrm>
          <a:prstGeom prst="actionButtonHelp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7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40678" y="1744395"/>
          <a:ext cx="11788726" cy="4979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8965">
                  <a:extLst>
                    <a:ext uri="{9D8B030D-6E8A-4147-A177-3AD203B41FA5}">
                      <a16:colId xmlns:a16="http://schemas.microsoft.com/office/drawing/2014/main" val="3095733378"/>
                    </a:ext>
                  </a:extLst>
                </a:gridCol>
                <a:gridCol w="6752492">
                  <a:extLst>
                    <a:ext uri="{9D8B030D-6E8A-4147-A177-3AD203B41FA5}">
                      <a16:colId xmlns:a16="http://schemas.microsoft.com/office/drawing/2014/main" val="2525892985"/>
                    </a:ext>
                  </a:extLst>
                </a:gridCol>
                <a:gridCol w="2757269">
                  <a:extLst>
                    <a:ext uri="{9D8B030D-6E8A-4147-A177-3AD203B41FA5}">
                      <a16:colId xmlns:a16="http://schemas.microsoft.com/office/drawing/2014/main" val="2108306829"/>
                    </a:ext>
                  </a:extLst>
                </a:gridCol>
              </a:tblGrid>
              <a:tr h="1659987">
                <a:tc>
                  <a:txBody>
                    <a:bodyPr/>
                    <a:lstStyle/>
                    <a:p>
                      <a:pPr algn="ctr" rtl="0"/>
                      <a:endParaRPr lang="en-US" sz="3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rtl="0"/>
                      <a:r>
                        <a:rPr lang="en-US" sz="3200" dirty="0" smtClean="0">
                          <a:solidFill>
                            <a:schemeClr val="tx1"/>
                          </a:solidFill>
                        </a:rPr>
                        <a:t>Expert</a:t>
                      </a:r>
                      <a:r>
                        <a:rPr lang="en-US" sz="3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Just the Facts &amp; Figures</a:t>
                      </a:r>
                      <a:endParaRPr lang="en-US" sz="28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454232"/>
                  </a:ext>
                </a:extLst>
              </a:tr>
              <a:tr h="165998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effectLst/>
                        </a:rPr>
                        <a:t>Informal person </a:t>
                      </a:r>
                      <a:endParaRPr lang="en-US" sz="3200" b="1" dirty="0">
                        <a:effectLst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Facts &amp; Figures Explained</a:t>
                      </a:r>
                      <a:endParaRPr lang="en-US" sz="2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373015"/>
                  </a:ext>
                </a:extLst>
              </a:tr>
              <a:tr h="1659987">
                <a:tc>
                  <a:txBody>
                    <a:bodyPr/>
                    <a:lstStyle/>
                    <a:p>
                      <a:pPr algn="ctr"/>
                      <a:endParaRPr lang="en-US" sz="3200" b="1" dirty="0" smtClean="0"/>
                    </a:p>
                    <a:p>
                      <a:pPr algn="ctr"/>
                      <a:r>
                        <a:rPr lang="en-US" sz="3200" b="1" dirty="0" smtClean="0"/>
                        <a:t>Layperson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Facts &amp; Figures Explained in Simplest Terms</a:t>
                      </a:r>
                      <a:endParaRPr lang="en-US" sz="2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7508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8546" y="331265"/>
            <a:ext cx="21242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 will use the document 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10594" y="567737"/>
            <a:ext cx="48893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what level technicality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87729" y="267067"/>
            <a:ext cx="2841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much do  these readers need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val 10"/>
          <p:cNvSpPr/>
          <p:nvPr/>
        </p:nvSpPr>
        <p:spPr>
          <a:xfrm>
            <a:off x="6035040" y="1836727"/>
            <a:ext cx="2630657" cy="141290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Highly Technical </a:t>
            </a:r>
            <a:endParaRPr 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90646" y="3530991"/>
            <a:ext cx="2715065" cy="140676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 technical </a:t>
            </a: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2806502" y="5099540"/>
            <a:ext cx="2715066" cy="137863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Nontechnical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2422768" y="1744395"/>
            <a:ext cx="4048370" cy="422030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4884614" y="2264898"/>
            <a:ext cx="4252348" cy="445649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2321169" y="874192"/>
            <a:ext cx="675249" cy="292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2268023" y="2351520"/>
            <a:ext cx="728395" cy="292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8408567" y="713343"/>
            <a:ext cx="728395" cy="292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2162519" y="5683219"/>
            <a:ext cx="728395" cy="292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2148449" y="4025698"/>
            <a:ext cx="728395" cy="292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>
            <a:off x="8568786" y="2396987"/>
            <a:ext cx="728395" cy="292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/>
          <p:cNvSpPr/>
          <p:nvPr/>
        </p:nvSpPr>
        <p:spPr>
          <a:xfrm>
            <a:off x="8582853" y="3941987"/>
            <a:ext cx="728395" cy="292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8568785" y="5565509"/>
            <a:ext cx="728395" cy="292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1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0381"/>
            <a:ext cx="10515600" cy="98537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Accessible and Efficient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6" y="1195754"/>
            <a:ext cx="11704320" cy="5416061"/>
          </a:xfrm>
        </p:spPr>
        <p:txBody>
          <a:bodyPr>
            <a:normAutofit/>
          </a:bodyPr>
          <a:lstStyle/>
          <a:p>
            <a:r>
              <a:rPr lang="en-US" sz="3200" dirty="0"/>
              <a:t>Readers expect to find the information they need and to have questions answered clearly.</a:t>
            </a:r>
          </a:p>
          <a:p>
            <a:r>
              <a:rPr lang="en-US" sz="3200" dirty="0"/>
              <a:t>T</a:t>
            </a:r>
            <a:r>
              <a:rPr lang="en-US" sz="3200" dirty="0" smtClean="0"/>
              <a:t>he </a:t>
            </a:r>
            <a:r>
              <a:rPr lang="en-US" sz="3200" dirty="0"/>
              <a:t>content is presented in short chunks, answering the main question readers will </a:t>
            </a:r>
            <a:r>
              <a:rPr lang="en-US" sz="3200" dirty="0" smtClean="0"/>
              <a:t>ask. </a:t>
            </a:r>
          </a:p>
          <a:p>
            <a:r>
              <a:rPr lang="en-US" sz="3200" dirty="0" smtClean="0"/>
              <a:t>Worthwhile content</a:t>
            </a:r>
          </a:p>
          <a:p>
            <a:r>
              <a:rPr lang="en-US" sz="3200" dirty="0" smtClean="0"/>
              <a:t>Sensible organization</a:t>
            </a:r>
          </a:p>
          <a:p>
            <a:r>
              <a:rPr lang="en-US" sz="3200" dirty="0" smtClean="0"/>
              <a:t>Readable style</a:t>
            </a:r>
            <a:endParaRPr lang="en-US" sz="3200" dirty="0"/>
          </a:p>
          <a:p>
            <a:r>
              <a:rPr lang="en-US" sz="3200" dirty="0"/>
              <a:t>E</a:t>
            </a:r>
            <a:r>
              <a:rPr lang="en-US" sz="3200" dirty="0" smtClean="0"/>
              <a:t>ffective visuals</a:t>
            </a:r>
          </a:p>
          <a:p>
            <a:r>
              <a:rPr lang="en-US" sz="3200" dirty="0"/>
              <a:t>S</a:t>
            </a:r>
            <a:r>
              <a:rPr lang="en-US" sz="3200" dirty="0" smtClean="0"/>
              <a:t>upplements </a:t>
            </a:r>
            <a:r>
              <a:rPr lang="en-US" sz="3200" dirty="0"/>
              <a:t>(abstract, appendix, glossary, linked pages, and so on</a:t>
            </a:r>
            <a:r>
              <a:rPr lang="en-US" sz="3200" dirty="0" smtClean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910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Often Produced by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57" y="1575582"/>
            <a:ext cx="11633981" cy="5022166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Technical documents are often complex. </a:t>
            </a:r>
            <a:endParaRPr lang="en-US" sz="3200" dirty="0" smtClean="0"/>
          </a:p>
          <a:p>
            <a:pPr algn="just"/>
            <a:r>
              <a:rPr lang="en-US" sz="3200" dirty="0" smtClean="0"/>
              <a:t>Instead </a:t>
            </a:r>
            <a:r>
              <a:rPr lang="en-US" sz="3200" dirty="0"/>
              <a:t>of being produced by a lone writer, complex documents usually are created by teams composed of writers, Web designers, engineers or scientists, managers, legal experts, and other professionals. </a:t>
            </a:r>
            <a:endParaRPr lang="en-US" sz="3200" dirty="0" smtClean="0"/>
          </a:p>
          <a:p>
            <a:pPr algn="just"/>
            <a:r>
              <a:rPr lang="en-US" sz="3200" dirty="0" smtClean="0"/>
              <a:t>The </a:t>
            </a:r>
            <a:r>
              <a:rPr lang="en-US" sz="3200" dirty="0"/>
              <a:t>teams might be situated at one site or location or distributed across different job sites, time zones, and </a:t>
            </a:r>
            <a:r>
              <a:rPr lang="en-US" sz="3200" dirty="0" smtClean="0"/>
              <a:t>countries.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2678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Delivered in Paper and Digital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Technical documents can be delivered in a variety of media such as print (hard copy), Web pages, PDF documents, e-books, podcasts, blog and social media posts, tweets, and online videos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94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Purposes of Technical Communication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211015" y="1690688"/>
          <a:ext cx="11788727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71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Documents That Inform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Informational documents are designed to inform—to provide information that answers readers’ questions clearly and </a:t>
            </a:r>
            <a:r>
              <a:rPr lang="en-US" sz="3200" dirty="0" smtClean="0"/>
              <a:t>efficiently.</a:t>
            </a:r>
          </a:p>
          <a:p>
            <a:pPr algn="just"/>
            <a:r>
              <a:rPr lang="en-US" sz="3200" dirty="0"/>
              <a:t>It is designed for a wide audience of readers who may have questions but know little about the technical details.</a:t>
            </a:r>
          </a:p>
        </p:txBody>
      </p:sp>
    </p:spTree>
    <p:extLst>
      <p:ext uri="{BB962C8B-B14F-4D97-AF65-F5344CB8AC3E}">
        <p14:creationId xmlns:p14="http://schemas.microsoft.com/office/powerpoint/2010/main" val="167267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Documents That Instruct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/>
            <a:r>
              <a:rPr lang="en-US" sz="3200" dirty="0"/>
              <a:t>Instructional documents help people do something: assemble a new </a:t>
            </a:r>
            <a:r>
              <a:rPr lang="en-US" sz="3200" dirty="0" smtClean="0"/>
              <a:t>computer or to perform CPR.</a:t>
            </a:r>
          </a:p>
          <a:p>
            <a:pPr algn="justLow"/>
            <a:r>
              <a:rPr lang="en-US" sz="3200" dirty="0"/>
              <a:t>This page, part of a longer document on energy-efficient heating and cooling, provides basic instructions to help people decide how to choose the most suitable thermostat for their </a:t>
            </a:r>
            <a:r>
              <a:rPr lang="en-US" sz="3200" dirty="0" smtClean="0"/>
              <a:t>needs. </a:t>
            </a:r>
          </a:p>
          <a:p>
            <a:pPr algn="justLow"/>
            <a:r>
              <a:rPr lang="en-US" sz="3200" dirty="0"/>
              <a:t>Action verbs and phrases, such as “think about your schedule” and “decide which of the three models best fits,” are clear and direct. </a:t>
            </a:r>
          </a:p>
        </p:txBody>
      </p:sp>
    </p:spTree>
    <p:extLst>
      <p:ext uri="{BB962C8B-B14F-4D97-AF65-F5344CB8AC3E}">
        <p14:creationId xmlns:p14="http://schemas.microsoft.com/office/powerpoint/2010/main" val="76246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Documents That Persuade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/>
            <a:r>
              <a:rPr lang="en-US" sz="3200" dirty="0"/>
              <a:t>Motivate your </a:t>
            </a:r>
            <a:r>
              <a:rPr lang="en-US" sz="3200" dirty="0" smtClean="0"/>
              <a:t>readers.</a:t>
            </a:r>
          </a:p>
          <a:p>
            <a:pPr algn="justLow"/>
            <a:r>
              <a:rPr lang="en-US" sz="3200" dirty="0"/>
              <a:t>Persuasion encourages people to take a desired action. </a:t>
            </a:r>
            <a:endParaRPr lang="en-US" sz="3200" dirty="0" smtClean="0"/>
          </a:p>
          <a:p>
            <a:pPr algn="justLow"/>
            <a:r>
              <a:rPr lang="en-US" sz="3200" dirty="0" smtClean="0"/>
              <a:t>While </a:t>
            </a:r>
            <a:r>
              <a:rPr lang="en-US" sz="3200" dirty="0"/>
              <a:t>some documents </a:t>
            </a:r>
            <a:r>
              <a:rPr lang="en-US" sz="3200" dirty="0" smtClean="0"/>
              <a:t>are </a:t>
            </a:r>
            <a:r>
              <a:rPr lang="en-US" sz="3200" dirty="0"/>
              <a:t>explicitly persuasive, even the most technical of documents can have an implicitly persuasive purpose.</a:t>
            </a:r>
          </a:p>
        </p:txBody>
      </p:sp>
    </p:spTree>
    <p:extLst>
      <p:ext uri="{BB962C8B-B14F-4D97-AF65-F5344CB8AC3E}">
        <p14:creationId xmlns:p14="http://schemas.microsoft.com/office/powerpoint/2010/main" val="139697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217" y="154110"/>
            <a:ext cx="11521441" cy="1013509"/>
          </a:xfrm>
        </p:spPr>
        <p:txBody>
          <a:bodyPr>
            <a:no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Preparing Effective Technical Documents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253217" y="1069145"/>
          <a:ext cx="11760591" cy="57888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3014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353" y="393896"/>
            <a:ext cx="11760591" cy="617571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Deliver information readers can use</a:t>
            </a:r>
            <a:r>
              <a:rPr lang="en-US" sz="3200" dirty="0"/>
              <a:t>—because different people in different situations have different information </a:t>
            </a:r>
            <a:r>
              <a:rPr lang="en-US" sz="3200" dirty="0" smtClean="0"/>
              <a:t>needs.</a:t>
            </a:r>
          </a:p>
          <a:p>
            <a:r>
              <a:rPr lang="en-US" sz="36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</a:t>
            </a:r>
            <a:r>
              <a:rPr lang="en-US" sz="3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persuasive reasoning</a:t>
            </a:r>
            <a:r>
              <a:rPr lang="en-US" sz="3200" dirty="0"/>
              <a:t>—because people often disagree about what the information means and what action should be </a:t>
            </a:r>
            <a:r>
              <a:rPr lang="en-US" sz="3200" dirty="0" smtClean="0"/>
              <a:t>taken.</a:t>
            </a:r>
          </a:p>
          <a:p>
            <a:r>
              <a:rPr lang="en-US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Weigh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ethical issues</a:t>
            </a:r>
            <a:r>
              <a:rPr lang="en-US" sz="3200" dirty="0"/>
              <a:t>—because unethical communication lacks credibility and could alienate </a:t>
            </a:r>
            <a:r>
              <a:rPr lang="en-US" sz="3200" dirty="0" smtClean="0"/>
              <a:t>readers.</a:t>
            </a:r>
          </a:p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Practice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good teamwork</a:t>
            </a:r>
            <a:r>
              <a:rPr lang="en-US" sz="3200" dirty="0"/>
              <a:t>—in most professions, documents are not produced by one person but by a team of colleagues from different parts of the </a:t>
            </a:r>
            <a:r>
              <a:rPr lang="en-US" sz="3200" dirty="0" smtClean="0"/>
              <a:t>organization.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8188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69" y="168177"/>
            <a:ext cx="10889566" cy="1325563"/>
          </a:xfrm>
        </p:spPr>
        <p:txBody>
          <a:bodyPr/>
          <a:lstStyle/>
          <a:p>
            <a:pPr algn="ctr"/>
            <a:r>
              <a:rPr lang="en-US" b="1" dirty="0"/>
              <a:t> 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Principles of Technical Writing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40677" y="1690688"/>
            <a:ext cx="11929403" cy="5005534"/>
            <a:chOff x="4203192" y="1705125"/>
            <a:chExt cx="3785616" cy="4471465"/>
          </a:xfrm>
        </p:grpSpPr>
        <p:sp>
          <p:nvSpPr>
            <p:cNvPr id="6" name="Freeform 5"/>
            <p:cNvSpPr/>
            <p:nvPr/>
          </p:nvSpPr>
          <p:spPr>
            <a:xfrm>
              <a:off x="4203192" y="1705125"/>
              <a:ext cx="3785616" cy="716842"/>
            </a:xfrm>
            <a:custGeom>
              <a:avLst/>
              <a:gdLst>
                <a:gd name="connsiteX0" fmla="*/ 0 w 3785616"/>
                <a:gd name="connsiteY0" fmla="*/ 99330 h 595971"/>
                <a:gd name="connsiteX1" fmla="*/ 99330 w 3785616"/>
                <a:gd name="connsiteY1" fmla="*/ 0 h 595971"/>
                <a:gd name="connsiteX2" fmla="*/ 3686286 w 3785616"/>
                <a:gd name="connsiteY2" fmla="*/ 0 h 595971"/>
                <a:gd name="connsiteX3" fmla="*/ 3785616 w 3785616"/>
                <a:gd name="connsiteY3" fmla="*/ 99330 h 595971"/>
                <a:gd name="connsiteX4" fmla="*/ 3785616 w 3785616"/>
                <a:gd name="connsiteY4" fmla="*/ 496641 h 595971"/>
                <a:gd name="connsiteX5" fmla="*/ 3686286 w 3785616"/>
                <a:gd name="connsiteY5" fmla="*/ 595971 h 595971"/>
                <a:gd name="connsiteX6" fmla="*/ 99330 w 3785616"/>
                <a:gd name="connsiteY6" fmla="*/ 595971 h 595971"/>
                <a:gd name="connsiteX7" fmla="*/ 0 w 3785616"/>
                <a:gd name="connsiteY7" fmla="*/ 496641 h 595971"/>
                <a:gd name="connsiteX8" fmla="*/ 0 w 3785616"/>
                <a:gd name="connsiteY8" fmla="*/ 99330 h 595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5616" h="595971">
                  <a:moveTo>
                    <a:pt x="0" y="99330"/>
                  </a:moveTo>
                  <a:cubicBezTo>
                    <a:pt x="0" y="44472"/>
                    <a:pt x="44472" y="0"/>
                    <a:pt x="99330" y="0"/>
                  </a:cubicBezTo>
                  <a:lnTo>
                    <a:pt x="3686286" y="0"/>
                  </a:lnTo>
                  <a:cubicBezTo>
                    <a:pt x="3741144" y="0"/>
                    <a:pt x="3785616" y="44472"/>
                    <a:pt x="3785616" y="99330"/>
                  </a:cubicBezTo>
                  <a:lnTo>
                    <a:pt x="3785616" y="496641"/>
                  </a:lnTo>
                  <a:cubicBezTo>
                    <a:pt x="3785616" y="551499"/>
                    <a:pt x="3741144" y="595971"/>
                    <a:pt x="3686286" y="595971"/>
                  </a:cubicBezTo>
                  <a:lnTo>
                    <a:pt x="99330" y="595971"/>
                  </a:lnTo>
                  <a:cubicBezTo>
                    <a:pt x="44472" y="595971"/>
                    <a:pt x="0" y="551499"/>
                    <a:pt x="0" y="496641"/>
                  </a:cubicBezTo>
                  <a:lnTo>
                    <a:pt x="0" y="9933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963" tIns="80528" rIns="131963" bIns="80528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1" kern="1200" dirty="0" smtClean="0"/>
                <a:t>Clarity</a:t>
              </a:r>
              <a:endParaRPr lang="en-US" sz="3600" kern="1200" dirty="0"/>
            </a:p>
          </p:txBody>
        </p:sp>
        <p:sp>
          <p:nvSpPr>
            <p:cNvPr id="7" name="Freeform 6"/>
            <p:cNvSpPr/>
            <p:nvPr/>
          </p:nvSpPr>
          <p:spPr>
            <a:xfrm>
              <a:off x="4203192" y="2451767"/>
              <a:ext cx="3785616" cy="595971"/>
            </a:xfrm>
            <a:custGeom>
              <a:avLst/>
              <a:gdLst>
                <a:gd name="connsiteX0" fmla="*/ 0 w 3785616"/>
                <a:gd name="connsiteY0" fmla="*/ 99330 h 595971"/>
                <a:gd name="connsiteX1" fmla="*/ 99330 w 3785616"/>
                <a:gd name="connsiteY1" fmla="*/ 0 h 595971"/>
                <a:gd name="connsiteX2" fmla="*/ 3686286 w 3785616"/>
                <a:gd name="connsiteY2" fmla="*/ 0 h 595971"/>
                <a:gd name="connsiteX3" fmla="*/ 3785616 w 3785616"/>
                <a:gd name="connsiteY3" fmla="*/ 99330 h 595971"/>
                <a:gd name="connsiteX4" fmla="*/ 3785616 w 3785616"/>
                <a:gd name="connsiteY4" fmla="*/ 496641 h 595971"/>
                <a:gd name="connsiteX5" fmla="*/ 3686286 w 3785616"/>
                <a:gd name="connsiteY5" fmla="*/ 595971 h 595971"/>
                <a:gd name="connsiteX6" fmla="*/ 99330 w 3785616"/>
                <a:gd name="connsiteY6" fmla="*/ 595971 h 595971"/>
                <a:gd name="connsiteX7" fmla="*/ 0 w 3785616"/>
                <a:gd name="connsiteY7" fmla="*/ 496641 h 595971"/>
                <a:gd name="connsiteX8" fmla="*/ 0 w 3785616"/>
                <a:gd name="connsiteY8" fmla="*/ 99330 h 595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5616" h="595971">
                  <a:moveTo>
                    <a:pt x="0" y="99330"/>
                  </a:moveTo>
                  <a:cubicBezTo>
                    <a:pt x="0" y="44472"/>
                    <a:pt x="44472" y="0"/>
                    <a:pt x="99330" y="0"/>
                  </a:cubicBezTo>
                  <a:lnTo>
                    <a:pt x="3686286" y="0"/>
                  </a:lnTo>
                  <a:cubicBezTo>
                    <a:pt x="3741144" y="0"/>
                    <a:pt x="3785616" y="44472"/>
                    <a:pt x="3785616" y="99330"/>
                  </a:cubicBezTo>
                  <a:lnTo>
                    <a:pt x="3785616" y="496641"/>
                  </a:lnTo>
                  <a:cubicBezTo>
                    <a:pt x="3785616" y="551499"/>
                    <a:pt x="3741144" y="595971"/>
                    <a:pt x="3686286" y="595971"/>
                  </a:cubicBezTo>
                  <a:lnTo>
                    <a:pt x="99330" y="595971"/>
                  </a:lnTo>
                  <a:cubicBezTo>
                    <a:pt x="44472" y="595971"/>
                    <a:pt x="0" y="551499"/>
                    <a:pt x="0" y="496641"/>
                  </a:cubicBezTo>
                  <a:lnTo>
                    <a:pt x="0" y="9933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963" tIns="80528" rIns="131963" bIns="80528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1" kern="1200" dirty="0" smtClean="0"/>
                <a:t>Conciseness</a:t>
              </a:r>
              <a:endParaRPr lang="en-US" sz="3600" kern="1200" dirty="0"/>
            </a:p>
          </p:txBody>
        </p:sp>
        <p:sp>
          <p:nvSpPr>
            <p:cNvPr id="8" name="Freeform 7"/>
            <p:cNvSpPr/>
            <p:nvPr/>
          </p:nvSpPr>
          <p:spPr>
            <a:xfrm>
              <a:off x="4203192" y="3077537"/>
              <a:ext cx="3785616" cy="595971"/>
            </a:xfrm>
            <a:custGeom>
              <a:avLst/>
              <a:gdLst>
                <a:gd name="connsiteX0" fmla="*/ 0 w 3785616"/>
                <a:gd name="connsiteY0" fmla="*/ 99330 h 595971"/>
                <a:gd name="connsiteX1" fmla="*/ 99330 w 3785616"/>
                <a:gd name="connsiteY1" fmla="*/ 0 h 595971"/>
                <a:gd name="connsiteX2" fmla="*/ 3686286 w 3785616"/>
                <a:gd name="connsiteY2" fmla="*/ 0 h 595971"/>
                <a:gd name="connsiteX3" fmla="*/ 3785616 w 3785616"/>
                <a:gd name="connsiteY3" fmla="*/ 99330 h 595971"/>
                <a:gd name="connsiteX4" fmla="*/ 3785616 w 3785616"/>
                <a:gd name="connsiteY4" fmla="*/ 496641 h 595971"/>
                <a:gd name="connsiteX5" fmla="*/ 3686286 w 3785616"/>
                <a:gd name="connsiteY5" fmla="*/ 595971 h 595971"/>
                <a:gd name="connsiteX6" fmla="*/ 99330 w 3785616"/>
                <a:gd name="connsiteY6" fmla="*/ 595971 h 595971"/>
                <a:gd name="connsiteX7" fmla="*/ 0 w 3785616"/>
                <a:gd name="connsiteY7" fmla="*/ 496641 h 595971"/>
                <a:gd name="connsiteX8" fmla="*/ 0 w 3785616"/>
                <a:gd name="connsiteY8" fmla="*/ 99330 h 595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5616" h="595971">
                  <a:moveTo>
                    <a:pt x="0" y="99330"/>
                  </a:moveTo>
                  <a:cubicBezTo>
                    <a:pt x="0" y="44472"/>
                    <a:pt x="44472" y="0"/>
                    <a:pt x="99330" y="0"/>
                  </a:cubicBezTo>
                  <a:lnTo>
                    <a:pt x="3686286" y="0"/>
                  </a:lnTo>
                  <a:cubicBezTo>
                    <a:pt x="3741144" y="0"/>
                    <a:pt x="3785616" y="44472"/>
                    <a:pt x="3785616" y="99330"/>
                  </a:cubicBezTo>
                  <a:lnTo>
                    <a:pt x="3785616" y="496641"/>
                  </a:lnTo>
                  <a:cubicBezTo>
                    <a:pt x="3785616" y="551499"/>
                    <a:pt x="3741144" y="595971"/>
                    <a:pt x="3686286" y="595971"/>
                  </a:cubicBezTo>
                  <a:lnTo>
                    <a:pt x="99330" y="595971"/>
                  </a:lnTo>
                  <a:cubicBezTo>
                    <a:pt x="44472" y="595971"/>
                    <a:pt x="0" y="551499"/>
                    <a:pt x="0" y="496641"/>
                  </a:cubicBezTo>
                  <a:lnTo>
                    <a:pt x="0" y="9933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963" tIns="80528" rIns="131963" bIns="80528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b="1" kern="1200" dirty="0" smtClean="0"/>
                <a:t>Accuracy</a:t>
              </a:r>
              <a:endParaRPr lang="en-US" sz="3600" kern="1200" dirty="0"/>
            </a:p>
          </p:txBody>
        </p:sp>
        <p:sp>
          <p:nvSpPr>
            <p:cNvPr id="9" name="Freeform 8"/>
            <p:cNvSpPr/>
            <p:nvPr/>
          </p:nvSpPr>
          <p:spPr>
            <a:xfrm>
              <a:off x="4203192" y="3703306"/>
              <a:ext cx="3785616" cy="595971"/>
            </a:xfrm>
            <a:custGeom>
              <a:avLst/>
              <a:gdLst>
                <a:gd name="connsiteX0" fmla="*/ 0 w 3785616"/>
                <a:gd name="connsiteY0" fmla="*/ 99330 h 595971"/>
                <a:gd name="connsiteX1" fmla="*/ 99330 w 3785616"/>
                <a:gd name="connsiteY1" fmla="*/ 0 h 595971"/>
                <a:gd name="connsiteX2" fmla="*/ 3686286 w 3785616"/>
                <a:gd name="connsiteY2" fmla="*/ 0 h 595971"/>
                <a:gd name="connsiteX3" fmla="*/ 3785616 w 3785616"/>
                <a:gd name="connsiteY3" fmla="*/ 99330 h 595971"/>
                <a:gd name="connsiteX4" fmla="*/ 3785616 w 3785616"/>
                <a:gd name="connsiteY4" fmla="*/ 496641 h 595971"/>
                <a:gd name="connsiteX5" fmla="*/ 3686286 w 3785616"/>
                <a:gd name="connsiteY5" fmla="*/ 595971 h 595971"/>
                <a:gd name="connsiteX6" fmla="*/ 99330 w 3785616"/>
                <a:gd name="connsiteY6" fmla="*/ 595971 h 595971"/>
                <a:gd name="connsiteX7" fmla="*/ 0 w 3785616"/>
                <a:gd name="connsiteY7" fmla="*/ 496641 h 595971"/>
                <a:gd name="connsiteX8" fmla="*/ 0 w 3785616"/>
                <a:gd name="connsiteY8" fmla="*/ 99330 h 595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5616" h="595971">
                  <a:moveTo>
                    <a:pt x="0" y="99330"/>
                  </a:moveTo>
                  <a:cubicBezTo>
                    <a:pt x="0" y="44472"/>
                    <a:pt x="44472" y="0"/>
                    <a:pt x="99330" y="0"/>
                  </a:cubicBezTo>
                  <a:lnTo>
                    <a:pt x="3686286" y="0"/>
                  </a:lnTo>
                  <a:cubicBezTo>
                    <a:pt x="3741144" y="0"/>
                    <a:pt x="3785616" y="44472"/>
                    <a:pt x="3785616" y="99330"/>
                  </a:cubicBezTo>
                  <a:lnTo>
                    <a:pt x="3785616" y="496641"/>
                  </a:lnTo>
                  <a:cubicBezTo>
                    <a:pt x="3785616" y="551499"/>
                    <a:pt x="3741144" y="595971"/>
                    <a:pt x="3686286" y="595971"/>
                  </a:cubicBezTo>
                  <a:lnTo>
                    <a:pt x="99330" y="595971"/>
                  </a:lnTo>
                  <a:cubicBezTo>
                    <a:pt x="44472" y="595971"/>
                    <a:pt x="0" y="551499"/>
                    <a:pt x="0" y="496641"/>
                  </a:cubicBezTo>
                  <a:lnTo>
                    <a:pt x="0" y="9933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963" tIns="80528" rIns="131963" bIns="80528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kern="1200" dirty="0" smtClean="0"/>
                <a:t>Comprehensiveness</a:t>
              </a:r>
              <a:endParaRPr lang="en-US" sz="3600" kern="1200" dirty="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4203192" y="4329078"/>
              <a:ext cx="3785616" cy="595971"/>
            </a:xfrm>
            <a:custGeom>
              <a:avLst/>
              <a:gdLst>
                <a:gd name="connsiteX0" fmla="*/ 0 w 3785616"/>
                <a:gd name="connsiteY0" fmla="*/ 99330 h 595971"/>
                <a:gd name="connsiteX1" fmla="*/ 99330 w 3785616"/>
                <a:gd name="connsiteY1" fmla="*/ 0 h 595971"/>
                <a:gd name="connsiteX2" fmla="*/ 3686286 w 3785616"/>
                <a:gd name="connsiteY2" fmla="*/ 0 h 595971"/>
                <a:gd name="connsiteX3" fmla="*/ 3785616 w 3785616"/>
                <a:gd name="connsiteY3" fmla="*/ 99330 h 595971"/>
                <a:gd name="connsiteX4" fmla="*/ 3785616 w 3785616"/>
                <a:gd name="connsiteY4" fmla="*/ 496641 h 595971"/>
                <a:gd name="connsiteX5" fmla="*/ 3686286 w 3785616"/>
                <a:gd name="connsiteY5" fmla="*/ 595971 h 595971"/>
                <a:gd name="connsiteX6" fmla="*/ 99330 w 3785616"/>
                <a:gd name="connsiteY6" fmla="*/ 595971 h 595971"/>
                <a:gd name="connsiteX7" fmla="*/ 0 w 3785616"/>
                <a:gd name="connsiteY7" fmla="*/ 496641 h 595971"/>
                <a:gd name="connsiteX8" fmla="*/ 0 w 3785616"/>
                <a:gd name="connsiteY8" fmla="*/ 99330 h 595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5616" h="595971">
                  <a:moveTo>
                    <a:pt x="0" y="99330"/>
                  </a:moveTo>
                  <a:cubicBezTo>
                    <a:pt x="0" y="44472"/>
                    <a:pt x="44472" y="0"/>
                    <a:pt x="99330" y="0"/>
                  </a:cubicBezTo>
                  <a:lnTo>
                    <a:pt x="3686286" y="0"/>
                  </a:lnTo>
                  <a:cubicBezTo>
                    <a:pt x="3741144" y="0"/>
                    <a:pt x="3785616" y="44472"/>
                    <a:pt x="3785616" y="99330"/>
                  </a:cubicBezTo>
                  <a:lnTo>
                    <a:pt x="3785616" y="496641"/>
                  </a:lnTo>
                  <a:cubicBezTo>
                    <a:pt x="3785616" y="551499"/>
                    <a:pt x="3741144" y="595971"/>
                    <a:pt x="3686286" y="595971"/>
                  </a:cubicBezTo>
                  <a:lnTo>
                    <a:pt x="99330" y="595971"/>
                  </a:lnTo>
                  <a:cubicBezTo>
                    <a:pt x="44472" y="595971"/>
                    <a:pt x="0" y="551499"/>
                    <a:pt x="0" y="496641"/>
                  </a:cubicBezTo>
                  <a:lnTo>
                    <a:pt x="0" y="9933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963" tIns="80528" rIns="131963" bIns="80528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kern="1200" dirty="0" smtClean="0"/>
                <a:t>Accessibility</a:t>
              </a:r>
              <a:endParaRPr lang="en-US" sz="3600" kern="1200" dirty="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4203192" y="4954848"/>
              <a:ext cx="3785616" cy="595971"/>
            </a:xfrm>
            <a:custGeom>
              <a:avLst/>
              <a:gdLst>
                <a:gd name="connsiteX0" fmla="*/ 0 w 3785616"/>
                <a:gd name="connsiteY0" fmla="*/ 99330 h 595971"/>
                <a:gd name="connsiteX1" fmla="*/ 99330 w 3785616"/>
                <a:gd name="connsiteY1" fmla="*/ 0 h 595971"/>
                <a:gd name="connsiteX2" fmla="*/ 3686286 w 3785616"/>
                <a:gd name="connsiteY2" fmla="*/ 0 h 595971"/>
                <a:gd name="connsiteX3" fmla="*/ 3785616 w 3785616"/>
                <a:gd name="connsiteY3" fmla="*/ 99330 h 595971"/>
                <a:gd name="connsiteX4" fmla="*/ 3785616 w 3785616"/>
                <a:gd name="connsiteY4" fmla="*/ 496641 h 595971"/>
                <a:gd name="connsiteX5" fmla="*/ 3686286 w 3785616"/>
                <a:gd name="connsiteY5" fmla="*/ 595971 h 595971"/>
                <a:gd name="connsiteX6" fmla="*/ 99330 w 3785616"/>
                <a:gd name="connsiteY6" fmla="*/ 595971 h 595971"/>
                <a:gd name="connsiteX7" fmla="*/ 0 w 3785616"/>
                <a:gd name="connsiteY7" fmla="*/ 496641 h 595971"/>
                <a:gd name="connsiteX8" fmla="*/ 0 w 3785616"/>
                <a:gd name="connsiteY8" fmla="*/ 99330 h 595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5616" h="595971">
                  <a:moveTo>
                    <a:pt x="0" y="99330"/>
                  </a:moveTo>
                  <a:cubicBezTo>
                    <a:pt x="0" y="44472"/>
                    <a:pt x="44472" y="0"/>
                    <a:pt x="99330" y="0"/>
                  </a:cubicBezTo>
                  <a:lnTo>
                    <a:pt x="3686286" y="0"/>
                  </a:lnTo>
                  <a:cubicBezTo>
                    <a:pt x="3741144" y="0"/>
                    <a:pt x="3785616" y="44472"/>
                    <a:pt x="3785616" y="99330"/>
                  </a:cubicBezTo>
                  <a:lnTo>
                    <a:pt x="3785616" y="496641"/>
                  </a:lnTo>
                  <a:cubicBezTo>
                    <a:pt x="3785616" y="551499"/>
                    <a:pt x="3741144" y="595971"/>
                    <a:pt x="3686286" y="595971"/>
                  </a:cubicBezTo>
                  <a:lnTo>
                    <a:pt x="99330" y="595971"/>
                  </a:lnTo>
                  <a:cubicBezTo>
                    <a:pt x="44472" y="595971"/>
                    <a:pt x="0" y="551499"/>
                    <a:pt x="0" y="496641"/>
                  </a:cubicBezTo>
                  <a:lnTo>
                    <a:pt x="0" y="9933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963" tIns="80528" rIns="131963" bIns="80528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kern="1200" dirty="0" smtClean="0"/>
                <a:t>Correctness</a:t>
              </a:r>
              <a:endParaRPr lang="en-US" sz="3600" kern="1200" dirty="0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4203192" y="5580619"/>
              <a:ext cx="3785616" cy="595971"/>
            </a:xfrm>
            <a:custGeom>
              <a:avLst/>
              <a:gdLst>
                <a:gd name="connsiteX0" fmla="*/ 0 w 3785616"/>
                <a:gd name="connsiteY0" fmla="*/ 99330 h 595971"/>
                <a:gd name="connsiteX1" fmla="*/ 99330 w 3785616"/>
                <a:gd name="connsiteY1" fmla="*/ 0 h 595971"/>
                <a:gd name="connsiteX2" fmla="*/ 3686286 w 3785616"/>
                <a:gd name="connsiteY2" fmla="*/ 0 h 595971"/>
                <a:gd name="connsiteX3" fmla="*/ 3785616 w 3785616"/>
                <a:gd name="connsiteY3" fmla="*/ 99330 h 595971"/>
                <a:gd name="connsiteX4" fmla="*/ 3785616 w 3785616"/>
                <a:gd name="connsiteY4" fmla="*/ 496641 h 595971"/>
                <a:gd name="connsiteX5" fmla="*/ 3686286 w 3785616"/>
                <a:gd name="connsiteY5" fmla="*/ 595971 h 595971"/>
                <a:gd name="connsiteX6" fmla="*/ 99330 w 3785616"/>
                <a:gd name="connsiteY6" fmla="*/ 595971 h 595971"/>
                <a:gd name="connsiteX7" fmla="*/ 0 w 3785616"/>
                <a:gd name="connsiteY7" fmla="*/ 496641 h 595971"/>
                <a:gd name="connsiteX8" fmla="*/ 0 w 3785616"/>
                <a:gd name="connsiteY8" fmla="*/ 99330 h 595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5616" h="595971">
                  <a:moveTo>
                    <a:pt x="0" y="99330"/>
                  </a:moveTo>
                  <a:cubicBezTo>
                    <a:pt x="0" y="44472"/>
                    <a:pt x="44472" y="0"/>
                    <a:pt x="99330" y="0"/>
                  </a:cubicBezTo>
                  <a:lnTo>
                    <a:pt x="3686286" y="0"/>
                  </a:lnTo>
                  <a:cubicBezTo>
                    <a:pt x="3741144" y="0"/>
                    <a:pt x="3785616" y="44472"/>
                    <a:pt x="3785616" y="99330"/>
                  </a:cubicBezTo>
                  <a:lnTo>
                    <a:pt x="3785616" y="496641"/>
                  </a:lnTo>
                  <a:cubicBezTo>
                    <a:pt x="3785616" y="551499"/>
                    <a:pt x="3741144" y="595971"/>
                    <a:pt x="3686286" y="595971"/>
                  </a:cubicBezTo>
                  <a:lnTo>
                    <a:pt x="99330" y="595971"/>
                  </a:lnTo>
                  <a:cubicBezTo>
                    <a:pt x="44472" y="595971"/>
                    <a:pt x="0" y="551499"/>
                    <a:pt x="0" y="496641"/>
                  </a:cubicBezTo>
                  <a:lnTo>
                    <a:pt x="0" y="9933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963" tIns="80528" rIns="131963" bIns="80528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600" kern="1200" dirty="0" smtClean="0"/>
                <a:t>Professional appearance</a:t>
              </a:r>
              <a:endParaRPr lang="en-US" sz="3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573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Clarity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Avoiding ambiguity and </a:t>
            </a:r>
            <a:r>
              <a:rPr lang="en-US" sz="3600" dirty="0" smtClean="0"/>
              <a:t>jargon.</a:t>
            </a:r>
          </a:p>
          <a:p>
            <a:pPr algn="just"/>
            <a:r>
              <a:rPr lang="en-US" sz="3600" dirty="0" smtClean="0"/>
              <a:t>Your </a:t>
            </a:r>
            <a:r>
              <a:rPr lang="en-US" sz="3600" dirty="0"/>
              <a:t>goal is to produce a document that conveys a single meaning the reader can understand easily. An unclear technical document can be </a:t>
            </a:r>
            <a:r>
              <a:rPr lang="en-US" sz="3600" dirty="0" smtClean="0"/>
              <a:t>dangerous.</a:t>
            </a:r>
          </a:p>
          <a:p>
            <a:pPr algn="just"/>
            <a:r>
              <a:rPr lang="en-US" sz="3600" dirty="0"/>
              <a:t>In addition, an unclear technical document is </a:t>
            </a:r>
            <a:r>
              <a:rPr lang="en-US" sz="3600" dirty="0" smtClean="0"/>
              <a:t>expensive.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8464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Conciseness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218" y="1589649"/>
            <a:ext cx="11704320" cy="4587314"/>
          </a:xfrm>
        </p:spPr>
        <p:txBody>
          <a:bodyPr>
            <a:noAutofit/>
          </a:bodyPr>
          <a:lstStyle/>
          <a:p>
            <a:pPr algn="just"/>
            <a:r>
              <a:rPr lang="en-US" sz="3600" dirty="0"/>
              <a:t>Eliminating unnecessary </a:t>
            </a:r>
            <a:r>
              <a:rPr lang="en-US" sz="3600" dirty="0" smtClean="0"/>
              <a:t>words.</a:t>
            </a:r>
          </a:p>
          <a:p>
            <a:pPr algn="just"/>
            <a:r>
              <a:rPr lang="en-US" sz="3600" dirty="0"/>
              <a:t>A document must be concise enough to be useful to a busy </a:t>
            </a:r>
            <a:r>
              <a:rPr lang="en-US" sz="3600" dirty="0" smtClean="0"/>
              <a:t>reader.</a:t>
            </a:r>
          </a:p>
          <a:p>
            <a:pPr algn="just"/>
            <a:r>
              <a:rPr lang="en-US" sz="3600" dirty="0" smtClean="0"/>
              <a:t>You </a:t>
            </a:r>
            <a:r>
              <a:rPr lang="en-US" sz="3600" dirty="0"/>
              <a:t>can shorten most writing by 10 to 20 percent simply by eliminating unnecessary phrases, choosing shorter words, and using economical grammatical forms. </a:t>
            </a:r>
            <a:endParaRPr lang="en-US" sz="3600" dirty="0" smtClean="0"/>
          </a:p>
          <a:p>
            <a:pPr algn="just"/>
            <a:r>
              <a:rPr lang="en-US" sz="3600" dirty="0" smtClean="0"/>
              <a:t>Your </a:t>
            </a:r>
            <a:r>
              <a:rPr lang="en-US" sz="3600" dirty="0"/>
              <a:t>job is to figure out how to convey a lot of information </a:t>
            </a:r>
            <a:r>
              <a:rPr lang="en-US" sz="3600" dirty="0" smtClean="0"/>
              <a:t>economically.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0506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Accuracy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519310"/>
            <a:ext cx="11774658" cy="5338689"/>
          </a:xfrm>
        </p:spPr>
        <p:txBody>
          <a:bodyPr>
            <a:noAutofit/>
          </a:bodyPr>
          <a:lstStyle/>
          <a:p>
            <a:pPr algn="just"/>
            <a:r>
              <a:rPr lang="en-US" sz="3600" dirty="0"/>
              <a:t>Ensuring factual </a:t>
            </a:r>
            <a:r>
              <a:rPr lang="en-US" sz="3600" dirty="0" smtClean="0"/>
              <a:t>correctness</a:t>
            </a:r>
          </a:p>
          <a:p>
            <a:pPr algn="just"/>
            <a:r>
              <a:rPr lang="en-US" sz="3600" dirty="0"/>
              <a:t>A slight inaccuracy can confuse and annoy your readers; a major inaccuracy can be dangerous and expensive. </a:t>
            </a:r>
            <a:endParaRPr lang="en-US" sz="3600" dirty="0" smtClean="0"/>
          </a:p>
          <a:p>
            <a:pPr algn="just"/>
            <a:r>
              <a:rPr lang="en-US" sz="3600" dirty="0" smtClean="0"/>
              <a:t>In </a:t>
            </a:r>
            <a:r>
              <a:rPr lang="en-US" sz="3600" dirty="0"/>
              <a:t>another sense, accuracy is a question of ethics. </a:t>
            </a:r>
            <a:endParaRPr lang="en-US" sz="3600" dirty="0" smtClean="0"/>
          </a:p>
          <a:p>
            <a:pPr algn="just"/>
            <a:r>
              <a:rPr lang="en-US" sz="3600" dirty="0" smtClean="0"/>
              <a:t>Technical </a:t>
            </a:r>
            <a:r>
              <a:rPr lang="en-US" sz="3600" dirty="0"/>
              <a:t>documents must be as objective and unbiased as you can make them. </a:t>
            </a:r>
            <a:endParaRPr lang="en-US" sz="3600" dirty="0" smtClean="0"/>
          </a:p>
          <a:p>
            <a:pPr algn="just"/>
            <a:r>
              <a:rPr lang="en-US" sz="3600" dirty="0" smtClean="0"/>
              <a:t>If </a:t>
            </a:r>
            <a:r>
              <a:rPr lang="en-US" sz="3600" dirty="0"/>
              <a:t>readers suspect that you are slanting information—by overstating or omitting facts—they will doubt the validity of the entire document.</a:t>
            </a:r>
          </a:p>
        </p:txBody>
      </p:sp>
    </p:spTree>
    <p:extLst>
      <p:ext uri="{BB962C8B-B14F-4D97-AF65-F5344CB8AC3E}">
        <p14:creationId xmlns:p14="http://schemas.microsoft.com/office/powerpoint/2010/main" val="81793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Comprehensiveness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600" dirty="0" smtClean="0"/>
              <a:t>A </a:t>
            </a:r>
            <a:r>
              <a:rPr lang="en-US" sz="3600" dirty="0"/>
              <a:t>good technical document provides all the information readers </a:t>
            </a:r>
            <a:r>
              <a:rPr lang="en-US" sz="3600" dirty="0" smtClean="0"/>
              <a:t>need.</a:t>
            </a:r>
          </a:p>
          <a:p>
            <a:pPr algn="just"/>
            <a:r>
              <a:rPr lang="en-US" sz="3600" dirty="0" smtClean="0"/>
              <a:t>It </a:t>
            </a:r>
            <a:r>
              <a:rPr lang="en-US" sz="3600" dirty="0"/>
              <a:t>describes the background so that readers unfamiliar with the subject can understand </a:t>
            </a:r>
            <a:r>
              <a:rPr lang="en-US" sz="3600" dirty="0" smtClean="0"/>
              <a:t>it.</a:t>
            </a:r>
          </a:p>
          <a:p>
            <a:pPr algn="just"/>
            <a:r>
              <a:rPr lang="en-US" sz="3600" dirty="0" smtClean="0"/>
              <a:t>It </a:t>
            </a:r>
            <a:r>
              <a:rPr lang="en-US" sz="3600" dirty="0"/>
              <a:t>contains sufficient detail so that readers can follow the discussion and carry out any required </a:t>
            </a:r>
            <a:r>
              <a:rPr lang="en-US" sz="3600" dirty="0" smtClean="0"/>
              <a:t>tasks.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35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Accessibility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45" y="1589648"/>
            <a:ext cx="11915335" cy="4923693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/>
              <a:t>Most </a:t>
            </a:r>
            <a:r>
              <a:rPr lang="en-US" sz="3600" dirty="0"/>
              <a:t>technical documents are made up of small, </a:t>
            </a:r>
            <a:r>
              <a:rPr lang="en-US" sz="3600" dirty="0">
                <a:solidFill>
                  <a:srgbClr val="FF0000"/>
                </a:solidFill>
              </a:rPr>
              <a:t>independent </a:t>
            </a:r>
            <a:r>
              <a:rPr lang="en-US" sz="3600" dirty="0" smtClean="0">
                <a:solidFill>
                  <a:srgbClr val="FF0000"/>
                </a:solidFill>
              </a:rPr>
              <a:t>sections.</a:t>
            </a:r>
          </a:p>
          <a:p>
            <a:pPr algn="just"/>
            <a:r>
              <a:rPr lang="en-US" sz="3600" dirty="0" smtClean="0"/>
              <a:t>Because </a:t>
            </a:r>
            <a:r>
              <a:rPr lang="en-US" sz="3600" dirty="0"/>
              <a:t>few people will read a document from the beginning to the end, your job is to make its various parts </a:t>
            </a:r>
            <a:r>
              <a:rPr lang="en-US" sz="3600" dirty="0" smtClean="0"/>
              <a:t>accessible.</a:t>
            </a:r>
          </a:p>
          <a:p>
            <a:pPr algn="just"/>
            <a:r>
              <a:rPr lang="en-US" sz="3600" dirty="0" smtClean="0"/>
              <a:t>That </a:t>
            </a:r>
            <a:r>
              <a:rPr lang="en-US" sz="3600" dirty="0"/>
              <a:t>is, readers should not be forced to flip through the pages or click links unnecessarily to find the appropriate section.</a:t>
            </a:r>
          </a:p>
        </p:txBody>
      </p:sp>
    </p:spTree>
    <p:extLst>
      <p:ext uri="{BB962C8B-B14F-4D97-AF65-F5344CB8AC3E}">
        <p14:creationId xmlns:p14="http://schemas.microsoft.com/office/powerpoint/2010/main" val="29034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625" y="1690688"/>
            <a:ext cx="11633981" cy="4921127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Correctness is a core principle of technical communication that means ensuring a message is </a:t>
            </a:r>
            <a:r>
              <a:rPr lang="en-US" sz="3600" b="1" dirty="0">
                <a:solidFill>
                  <a:srgbClr val="FF0000"/>
                </a:solidFill>
              </a:rPr>
              <a:t>factually accurate, grammatically sound, and free of spelling errors</a:t>
            </a:r>
            <a:r>
              <a:rPr lang="en-US" sz="3600" dirty="0">
                <a:solidFill>
                  <a:srgbClr val="FF0000"/>
                </a:solidFill>
              </a:rPr>
              <a:t>. </a:t>
            </a:r>
            <a:endParaRPr lang="en-US" sz="3600" dirty="0" smtClean="0">
              <a:solidFill>
                <a:srgbClr val="FF0000"/>
              </a:solidFill>
            </a:endParaRPr>
          </a:p>
          <a:p>
            <a:pPr algn="just"/>
            <a:r>
              <a:rPr lang="en-US" sz="3600" dirty="0" smtClean="0"/>
              <a:t>This </a:t>
            </a:r>
            <a:r>
              <a:rPr lang="en-US" sz="3600" dirty="0"/>
              <a:t>principle also requires using the </a:t>
            </a:r>
            <a:r>
              <a:rPr lang="en-US" sz="3600" b="1" dirty="0">
                <a:solidFill>
                  <a:srgbClr val="FF0000"/>
                </a:solidFill>
              </a:rPr>
              <a:t>appropriate level of language</a:t>
            </a:r>
            <a:r>
              <a:rPr lang="en-US" sz="3600" dirty="0"/>
              <a:t> for the audience and checking the accuracy of figures, names, and job titles. </a:t>
            </a:r>
            <a:endParaRPr lang="en-US" sz="3600" dirty="0" smtClean="0"/>
          </a:p>
          <a:p>
            <a:pPr algn="just"/>
            <a:r>
              <a:rPr lang="en-US" sz="3600" dirty="0" smtClean="0"/>
              <a:t>Maintaining </a:t>
            </a:r>
            <a:r>
              <a:rPr lang="en-US" sz="3600" dirty="0"/>
              <a:t>correctness builds the sender's credibility, while errors can undermine the message's reliability and the author's </a:t>
            </a:r>
            <a:r>
              <a:rPr lang="en-US" sz="3600" dirty="0" smtClean="0"/>
              <a:t>authority.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812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Professional </a:t>
            </a: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appearance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You </a:t>
            </a:r>
            <a:r>
              <a:rPr lang="en-US" sz="3200" dirty="0"/>
              <a:t>start to communicate before anyone reads the first word of the document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If </a:t>
            </a:r>
            <a:r>
              <a:rPr lang="en-US" sz="3200" dirty="0"/>
              <a:t>the document looks neat and professional, readers will form a positive impression of it and of you</a:t>
            </a:r>
            <a:r>
              <a:rPr lang="en-US" sz="3200" dirty="0" smtClean="0"/>
              <a:t>.</a:t>
            </a:r>
          </a:p>
          <a:p>
            <a:r>
              <a:rPr lang="en-US" sz="3200" dirty="0"/>
              <a:t>Your document should adhere to the format standards of your organization or your professional field, and it should be well designed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96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Technical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Involving special knowledge, language, etc., that is used or understood by experts but usually not by </a:t>
            </a:r>
            <a:r>
              <a:rPr lang="en-US" dirty="0" smtClean="0"/>
              <a:t>others</a:t>
            </a:r>
          </a:p>
          <a:p>
            <a:r>
              <a:rPr lang="en-US" dirty="0"/>
              <a:t>Relating to the knowledge, machines or methods used in science and </a:t>
            </a:r>
            <a:r>
              <a:rPr lang="en-US" dirty="0" smtClean="0"/>
              <a:t>industry.</a:t>
            </a:r>
          </a:p>
          <a:p>
            <a:r>
              <a:rPr lang="en-US" dirty="0" smtClean="0"/>
              <a:t>Technical </a:t>
            </a:r>
            <a:r>
              <a:rPr lang="en-US" dirty="0"/>
              <a:t>writing communicates specific and factual information to a defined audience for a defined purpose.</a:t>
            </a:r>
          </a:p>
        </p:txBody>
      </p:sp>
    </p:spTree>
    <p:extLst>
      <p:ext uri="{BB962C8B-B14F-4D97-AF65-F5344CB8AC3E}">
        <p14:creationId xmlns:p14="http://schemas.microsoft.com/office/powerpoint/2010/main" val="83053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6948"/>
            <a:ext cx="12056012" cy="64430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400" dirty="0" smtClean="0"/>
              <a:t>“Technical </a:t>
            </a:r>
            <a:r>
              <a:rPr lang="en-US" sz="4400" dirty="0"/>
              <a:t>writing conveys </a:t>
            </a:r>
            <a:r>
              <a:rPr lang="en-US" sz="4400" dirty="0">
                <a:solidFill>
                  <a:srgbClr val="FF0000"/>
                </a:solidFill>
              </a:rPr>
              <a:t>specific information about a technical </a:t>
            </a:r>
            <a:r>
              <a:rPr lang="en-US" sz="4400" dirty="0" smtClean="0">
                <a:solidFill>
                  <a:srgbClr val="FF0000"/>
                </a:solidFill>
              </a:rPr>
              <a:t>subject</a:t>
            </a:r>
            <a:r>
              <a:rPr lang="en-US" sz="4400" dirty="0" smtClean="0"/>
              <a:t> to </a:t>
            </a:r>
            <a:r>
              <a:rPr lang="en-US" sz="4400" dirty="0"/>
              <a:t>a </a:t>
            </a:r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</a:t>
            </a:r>
            <a:r>
              <a:rPr lang="en-US" sz="440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audience </a:t>
            </a:r>
            <a:r>
              <a:rPr lang="en-US" sz="4400" dirty="0" smtClean="0"/>
              <a:t>for </a:t>
            </a:r>
            <a:r>
              <a:rPr lang="en-US" sz="4400" dirty="0"/>
              <a:t>a </a:t>
            </a:r>
            <a:r>
              <a:rPr lang="en-US" sz="4400" b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purpose</a:t>
            </a:r>
            <a:r>
              <a:rPr lang="en-US" sz="4400" dirty="0"/>
              <a:t>… The words and graphics of technical writing are meant to be practical: that is, to communicate a body of factual information that will help an audience understand a subject or carry out a task.” </a:t>
            </a:r>
            <a:endParaRPr lang="en-US" sz="4400" dirty="0" smtClean="0"/>
          </a:p>
          <a:p>
            <a:pPr marL="0" indent="0" algn="just">
              <a:buNone/>
            </a:pPr>
            <a:endParaRPr lang="en-US" sz="4400" dirty="0" smtClean="0"/>
          </a:p>
          <a:p>
            <a:pPr marL="0" indent="0" algn="just">
              <a:buNone/>
            </a:pPr>
            <a:r>
              <a:rPr lang="en-US" sz="4400" dirty="0" smtClean="0"/>
              <a:t>-</a:t>
            </a:r>
            <a:r>
              <a:rPr lang="en-US" sz="4400" dirty="0"/>
              <a:t>Michael H. Markel</a:t>
            </a:r>
          </a:p>
        </p:txBody>
      </p:sp>
    </p:spTree>
    <p:extLst>
      <p:ext uri="{BB962C8B-B14F-4D97-AF65-F5344CB8AC3E}">
        <p14:creationId xmlns:p14="http://schemas.microsoft.com/office/powerpoint/2010/main" val="8639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</TotalTime>
  <Words>1356</Words>
  <Application>Microsoft Office PowerPoint</Application>
  <PresentationFormat>Widescreen</PresentationFormat>
  <Paragraphs>146</Paragraphs>
  <Slides>33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Technical Communication</vt:lpstr>
      <vt:lpstr>PowerPoint Presentation</vt:lpstr>
      <vt:lpstr>Importance of Technical Communication</vt:lpstr>
      <vt:lpstr>Technical                                General </vt:lpstr>
      <vt:lpstr>The Challenges of Producing Technical Communication</vt:lpstr>
      <vt:lpstr>Main Features of Technical Communication</vt:lpstr>
      <vt:lpstr>Reader-Centered </vt:lpstr>
      <vt:lpstr>Analyze Your Document’s Audience and Purpose</vt:lpstr>
      <vt:lpstr>Analyze Your Document’s Audience……..</vt:lpstr>
      <vt:lpstr>Deciding on a Document’s Level of Technicality</vt:lpstr>
      <vt:lpstr>PowerPoint Presentation</vt:lpstr>
      <vt:lpstr>Accessible and Efficient</vt:lpstr>
      <vt:lpstr>Often Produced by Teams</vt:lpstr>
      <vt:lpstr>Delivered in Paper and Digital Versions</vt:lpstr>
      <vt:lpstr>Purposes of Technical Communication</vt:lpstr>
      <vt:lpstr>Documents That Inform</vt:lpstr>
      <vt:lpstr>Documents That Instruct</vt:lpstr>
      <vt:lpstr>Documents That Persuade</vt:lpstr>
      <vt:lpstr>Preparing Effective Technical Documents</vt:lpstr>
      <vt:lpstr>PowerPoint Presentation</vt:lpstr>
      <vt:lpstr> Principles of Technical Writing</vt:lpstr>
      <vt:lpstr>Clarity</vt:lpstr>
      <vt:lpstr>Conciseness</vt:lpstr>
      <vt:lpstr>Accuracy</vt:lpstr>
      <vt:lpstr>Comprehensiveness</vt:lpstr>
      <vt:lpstr>Accessibility</vt:lpstr>
      <vt:lpstr>Correctness</vt:lpstr>
      <vt:lpstr>Professional appearance</vt:lpstr>
      <vt:lpstr>What is Technical Writing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Tab &amp; Tech</dc:creator>
  <cp:lastModifiedBy>Tab &amp; Tech</cp:lastModifiedBy>
  <cp:revision>12</cp:revision>
  <dcterms:created xsi:type="dcterms:W3CDTF">2025-02-26T07:38:01Z</dcterms:created>
  <dcterms:modified xsi:type="dcterms:W3CDTF">2025-10-11T04:41:54Z</dcterms:modified>
</cp:coreProperties>
</file>