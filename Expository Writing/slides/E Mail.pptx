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35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427175-AAD3-4E65-8ADA-F0BCCFF5A1EC}" type="doc">
      <dgm:prSet loTypeId="urn:microsoft.com/office/officeart/2005/8/layout/vList6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FCA5D5-C412-4127-B90A-C348E62F64F3}">
      <dgm:prSet phldrT="[Text]" custT="1"/>
      <dgm:spPr/>
      <dgm:t>
        <a:bodyPr/>
        <a:lstStyle/>
        <a:p>
          <a:r>
            <a:rPr lang="en-US" sz="4400" dirty="0" smtClean="0"/>
            <a:t>Time</a:t>
          </a:r>
          <a:r>
            <a:rPr lang="en-US" sz="3700" dirty="0" smtClean="0"/>
            <a:t> </a:t>
          </a:r>
          <a:endParaRPr lang="en-US" sz="3700" dirty="0"/>
        </a:p>
      </dgm:t>
    </dgm:pt>
    <dgm:pt modelId="{45CD2563-26EE-4435-A0D2-8CB09862B4A3}" type="parTrans" cxnId="{8D560899-E1A8-4A4A-8553-A33BAA8128FC}">
      <dgm:prSet/>
      <dgm:spPr/>
      <dgm:t>
        <a:bodyPr/>
        <a:lstStyle/>
        <a:p>
          <a:endParaRPr lang="en-US"/>
        </a:p>
      </dgm:t>
    </dgm:pt>
    <dgm:pt modelId="{5F292DA6-A370-436B-8514-0918EB80CB10}" type="sibTrans" cxnId="{8D560899-E1A8-4A4A-8553-A33BAA8128FC}">
      <dgm:prSet/>
      <dgm:spPr/>
      <dgm:t>
        <a:bodyPr/>
        <a:lstStyle/>
        <a:p>
          <a:endParaRPr lang="en-US"/>
        </a:p>
      </dgm:t>
    </dgm:pt>
    <dgm:pt modelId="{3A5BF9E7-C16F-4C60-94B5-41A1884BE6A0}">
      <dgm:prSet phldrT="[Text]" custT="1"/>
      <dgm:spPr/>
      <dgm:t>
        <a:bodyPr/>
        <a:lstStyle/>
        <a:p>
          <a:r>
            <a:rPr lang="en-US" sz="4400" dirty="0" smtClean="0"/>
            <a:t>Convenience</a:t>
          </a:r>
          <a:r>
            <a:rPr lang="en-US" sz="3700" dirty="0" smtClean="0"/>
            <a:t> </a:t>
          </a:r>
          <a:endParaRPr lang="en-US" sz="3700" dirty="0"/>
        </a:p>
      </dgm:t>
    </dgm:pt>
    <dgm:pt modelId="{4DDB101B-721F-42C8-81BD-4BE07308E14C}" type="parTrans" cxnId="{4FBAECF8-5AB6-453C-9658-B3F94A794A69}">
      <dgm:prSet/>
      <dgm:spPr/>
      <dgm:t>
        <a:bodyPr/>
        <a:lstStyle/>
        <a:p>
          <a:endParaRPr lang="en-US"/>
        </a:p>
      </dgm:t>
    </dgm:pt>
    <dgm:pt modelId="{CD11282D-BC50-45DB-9AA7-694EF1DAE9CB}" type="sibTrans" cxnId="{4FBAECF8-5AB6-453C-9658-B3F94A794A69}">
      <dgm:prSet/>
      <dgm:spPr/>
      <dgm:t>
        <a:bodyPr/>
        <a:lstStyle/>
        <a:p>
          <a:endParaRPr lang="en-US"/>
        </a:p>
      </dgm:t>
    </dgm:pt>
    <dgm:pt modelId="{76407BE6-518D-4D3C-957E-FAAE304AA27F}">
      <dgm:prSet phldrT="[Text]" custT="1"/>
      <dgm:spPr/>
      <dgm:t>
        <a:bodyPr/>
        <a:lstStyle/>
        <a:p>
          <a:r>
            <a:rPr lang="en-US" sz="4000" dirty="0" smtClean="0"/>
            <a:t>Internal/ External </a:t>
          </a:r>
          <a:endParaRPr lang="en-US" sz="4000" dirty="0"/>
        </a:p>
      </dgm:t>
    </dgm:pt>
    <dgm:pt modelId="{B32285E4-FF41-40F3-BA6D-8899D16D9C69}" type="parTrans" cxnId="{C0B960FF-3AC1-452E-8E26-1EDD63568380}">
      <dgm:prSet/>
      <dgm:spPr/>
      <dgm:t>
        <a:bodyPr/>
        <a:lstStyle/>
        <a:p>
          <a:endParaRPr lang="en-US"/>
        </a:p>
      </dgm:t>
    </dgm:pt>
    <dgm:pt modelId="{63DDE40D-A859-44D3-A964-4F7C9AE64324}" type="sibTrans" cxnId="{C0B960FF-3AC1-452E-8E26-1EDD63568380}">
      <dgm:prSet/>
      <dgm:spPr/>
      <dgm:t>
        <a:bodyPr/>
        <a:lstStyle/>
        <a:p>
          <a:endParaRPr lang="en-US"/>
        </a:p>
      </dgm:t>
    </dgm:pt>
    <dgm:pt modelId="{C79478C6-86D0-4C91-87B4-1840C1281777}">
      <dgm:prSet phldrT="[Text]" custT="1"/>
      <dgm:spPr/>
      <dgm:t>
        <a:bodyPr/>
        <a:lstStyle/>
        <a:p>
          <a:r>
            <a:rPr lang="en-US" sz="4400" dirty="0" smtClean="0"/>
            <a:t>Cost</a:t>
          </a:r>
          <a:r>
            <a:rPr lang="en-US" sz="3700" dirty="0" smtClean="0"/>
            <a:t> </a:t>
          </a:r>
          <a:endParaRPr lang="en-US" sz="3700" dirty="0"/>
        </a:p>
      </dgm:t>
    </dgm:pt>
    <dgm:pt modelId="{A42E1C28-9F32-4E11-9060-8B88C027CB27}" type="parTrans" cxnId="{7CAC3517-0AB0-4F0D-A6C4-63D020EF02AC}">
      <dgm:prSet/>
      <dgm:spPr/>
      <dgm:t>
        <a:bodyPr/>
        <a:lstStyle/>
        <a:p>
          <a:endParaRPr lang="en-US"/>
        </a:p>
      </dgm:t>
    </dgm:pt>
    <dgm:pt modelId="{33572C7C-B892-4AFC-A93D-914D9B9DA00F}" type="sibTrans" cxnId="{7CAC3517-0AB0-4F0D-A6C4-63D020EF02AC}">
      <dgm:prSet/>
      <dgm:spPr/>
      <dgm:t>
        <a:bodyPr/>
        <a:lstStyle/>
        <a:p>
          <a:endParaRPr lang="en-US"/>
        </a:p>
      </dgm:t>
    </dgm:pt>
    <dgm:pt modelId="{B8931746-3E77-494C-862A-461C12A8C1AC}">
      <dgm:prSet phldrT="[Text]" custT="1"/>
      <dgm:spPr/>
      <dgm:t>
        <a:bodyPr/>
        <a:lstStyle/>
        <a:p>
          <a:r>
            <a:rPr lang="en-US" sz="4400" dirty="0" smtClean="0"/>
            <a:t>Documentation</a:t>
          </a:r>
          <a:r>
            <a:rPr lang="en-US" sz="3700" dirty="0" smtClean="0"/>
            <a:t> </a:t>
          </a:r>
          <a:endParaRPr lang="en-US" sz="3700" dirty="0"/>
        </a:p>
      </dgm:t>
    </dgm:pt>
    <dgm:pt modelId="{0592F3AA-D6E3-42B4-93C2-1F158AF369E5}" type="parTrans" cxnId="{6A86E0CA-30AC-49B8-861C-563BA72D68BA}">
      <dgm:prSet/>
      <dgm:spPr/>
      <dgm:t>
        <a:bodyPr/>
        <a:lstStyle/>
        <a:p>
          <a:endParaRPr lang="en-US"/>
        </a:p>
      </dgm:t>
    </dgm:pt>
    <dgm:pt modelId="{9EBE3EB0-EC2A-485C-B535-C0FEDD0BE764}" type="sibTrans" cxnId="{6A86E0CA-30AC-49B8-861C-563BA72D68BA}">
      <dgm:prSet/>
      <dgm:spPr/>
      <dgm:t>
        <a:bodyPr/>
        <a:lstStyle/>
        <a:p>
          <a:endParaRPr lang="en-US"/>
        </a:p>
      </dgm:t>
    </dgm:pt>
    <dgm:pt modelId="{64A69879-34B2-4165-83C3-1C5804106940}" type="pres">
      <dgm:prSet presAssocID="{6C427175-AAD3-4E65-8ADA-F0BCCFF5A1EC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F6474D1-6940-4138-AB8B-07D7E176B310}" type="pres">
      <dgm:prSet presAssocID="{30FCA5D5-C412-4127-B90A-C348E62F64F3}" presName="linNode" presStyleCnt="0"/>
      <dgm:spPr/>
    </dgm:pt>
    <dgm:pt modelId="{8713D472-0F74-4869-BB64-1DF51F89C3A9}" type="pres">
      <dgm:prSet presAssocID="{30FCA5D5-C412-4127-B90A-C348E62F64F3}" presName="parent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55D978-EE6E-4745-A115-8AE3899BB2EC}" type="pres">
      <dgm:prSet presAssocID="{30FCA5D5-C412-4127-B90A-C348E62F64F3}" presName="childShp" presStyleLbl="bgAccFollowNode1" presStyleIdx="0" presStyleCnt="5">
        <dgm:presLayoutVars>
          <dgm:bulletEnabled val="1"/>
        </dgm:presLayoutVars>
      </dgm:prSet>
      <dgm:spPr/>
    </dgm:pt>
    <dgm:pt modelId="{9DA882B8-EF8D-494A-B3D7-EAC77C75994F}" type="pres">
      <dgm:prSet presAssocID="{5F292DA6-A370-436B-8514-0918EB80CB10}" presName="spacing" presStyleCnt="0"/>
      <dgm:spPr/>
    </dgm:pt>
    <dgm:pt modelId="{1FB05E9F-4F3E-4C6A-8D21-46AE3EA94805}" type="pres">
      <dgm:prSet presAssocID="{3A5BF9E7-C16F-4C60-94B5-41A1884BE6A0}" presName="linNode" presStyleCnt="0"/>
      <dgm:spPr/>
    </dgm:pt>
    <dgm:pt modelId="{9A234BDC-4D2B-46CD-B3D5-F94F0116134B}" type="pres">
      <dgm:prSet presAssocID="{3A5BF9E7-C16F-4C60-94B5-41A1884BE6A0}" presName="parent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2CD1AC-E8E1-4A47-8C89-A8E835814C78}" type="pres">
      <dgm:prSet presAssocID="{3A5BF9E7-C16F-4C60-94B5-41A1884BE6A0}" presName="childShp" presStyleLbl="bgAccFollowNode1" presStyleIdx="1" presStyleCnt="5">
        <dgm:presLayoutVars>
          <dgm:bulletEnabled val="1"/>
        </dgm:presLayoutVars>
      </dgm:prSet>
      <dgm:spPr/>
    </dgm:pt>
    <dgm:pt modelId="{651AF439-D037-43AC-892D-D7C642127AB7}" type="pres">
      <dgm:prSet presAssocID="{CD11282D-BC50-45DB-9AA7-694EF1DAE9CB}" presName="spacing" presStyleCnt="0"/>
      <dgm:spPr/>
    </dgm:pt>
    <dgm:pt modelId="{8AA45F8D-4018-4B1F-865A-2F9F70484FF1}" type="pres">
      <dgm:prSet presAssocID="{76407BE6-518D-4D3C-957E-FAAE304AA27F}" presName="linNode" presStyleCnt="0"/>
      <dgm:spPr/>
    </dgm:pt>
    <dgm:pt modelId="{22EA8CE4-FD66-4198-8198-939AC515C21D}" type="pres">
      <dgm:prSet presAssocID="{76407BE6-518D-4D3C-957E-FAAE304AA27F}" presName="parent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3C8EED-457A-41B2-863D-92D6CD70A16F}" type="pres">
      <dgm:prSet presAssocID="{76407BE6-518D-4D3C-957E-FAAE304AA27F}" presName="childShp" presStyleLbl="bgAccFollowNode1" presStyleIdx="2" presStyleCnt="5">
        <dgm:presLayoutVars>
          <dgm:bulletEnabled val="1"/>
        </dgm:presLayoutVars>
      </dgm:prSet>
      <dgm:spPr/>
    </dgm:pt>
    <dgm:pt modelId="{02EC2033-4317-4DE2-B9D6-EEF661F9A3A5}" type="pres">
      <dgm:prSet presAssocID="{63DDE40D-A859-44D3-A964-4F7C9AE64324}" presName="spacing" presStyleCnt="0"/>
      <dgm:spPr/>
    </dgm:pt>
    <dgm:pt modelId="{EFC85F7C-2F38-4137-94D8-0F5A44FF903C}" type="pres">
      <dgm:prSet presAssocID="{C79478C6-86D0-4C91-87B4-1840C1281777}" presName="linNode" presStyleCnt="0"/>
      <dgm:spPr/>
    </dgm:pt>
    <dgm:pt modelId="{AA8D7101-CEBF-4D45-B570-BE6A0CC8664C}" type="pres">
      <dgm:prSet presAssocID="{C79478C6-86D0-4C91-87B4-1840C1281777}" presName="parent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6A72B7-FC5A-433D-86EC-874C510F7C2F}" type="pres">
      <dgm:prSet presAssocID="{C79478C6-86D0-4C91-87B4-1840C1281777}" presName="childShp" presStyleLbl="bgAccFollowNode1" presStyleIdx="3" presStyleCnt="5">
        <dgm:presLayoutVars>
          <dgm:bulletEnabled val="1"/>
        </dgm:presLayoutVars>
      </dgm:prSet>
      <dgm:spPr/>
    </dgm:pt>
    <dgm:pt modelId="{E4009B30-897B-4B99-90DA-8654AC8743E2}" type="pres">
      <dgm:prSet presAssocID="{33572C7C-B892-4AFC-A93D-914D9B9DA00F}" presName="spacing" presStyleCnt="0"/>
      <dgm:spPr/>
    </dgm:pt>
    <dgm:pt modelId="{8FFC4749-94F3-4110-B266-405362D1F552}" type="pres">
      <dgm:prSet presAssocID="{B8931746-3E77-494C-862A-461C12A8C1AC}" presName="linNode" presStyleCnt="0"/>
      <dgm:spPr/>
    </dgm:pt>
    <dgm:pt modelId="{C236D89B-8FB8-4A4C-82B5-77146602DC76}" type="pres">
      <dgm:prSet presAssocID="{B8931746-3E77-494C-862A-461C12A8C1AC}" presName="parent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63E5B1-BD28-4B97-A840-3EDE251E21DF}" type="pres">
      <dgm:prSet presAssocID="{B8931746-3E77-494C-862A-461C12A8C1AC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7CAC3517-0AB0-4F0D-A6C4-63D020EF02AC}" srcId="{6C427175-AAD3-4E65-8ADA-F0BCCFF5A1EC}" destId="{C79478C6-86D0-4C91-87B4-1840C1281777}" srcOrd="3" destOrd="0" parTransId="{A42E1C28-9F32-4E11-9060-8B88C027CB27}" sibTransId="{33572C7C-B892-4AFC-A93D-914D9B9DA00F}"/>
    <dgm:cxn modelId="{6A86E0CA-30AC-49B8-861C-563BA72D68BA}" srcId="{6C427175-AAD3-4E65-8ADA-F0BCCFF5A1EC}" destId="{B8931746-3E77-494C-862A-461C12A8C1AC}" srcOrd="4" destOrd="0" parTransId="{0592F3AA-D6E3-42B4-93C2-1F158AF369E5}" sibTransId="{9EBE3EB0-EC2A-485C-B535-C0FEDD0BE764}"/>
    <dgm:cxn modelId="{35361179-1CFA-48BD-BBF3-9F1CC7AD22AB}" type="presOf" srcId="{C79478C6-86D0-4C91-87B4-1840C1281777}" destId="{AA8D7101-CEBF-4D45-B570-BE6A0CC8664C}" srcOrd="0" destOrd="0" presId="urn:microsoft.com/office/officeart/2005/8/layout/vList6"/>
    <dgm:cxn modelId="{E5CE177B-A628-4030-B5C8-F7306CE7A1E4}" type="presOf" srcId="{30FCA5D5-C412-4127-B90A-C348E62F64F3}" destId="{8713D472-0F74-4869-BB64-1DF51F89C3A9}" srcOrd="0" destOrd="0" presId="urn:microsoft.com/office/officeart/2005/8/layout/vList6"/>
    <dgm:cxn modelId="{A7FA112B-3800-4E6B-801B-69B23274CF68}" type="presOf" srcId="{6C427175-AAD3-4E65-8ADA-F0BCCFF5A1EC}" destId="{64A69879-34B2-4165-83C3-1C5804106940}" srcOrd="0" destOrd="0" presId="urn:microsoft.com/office/officeart/2005/8/layout/vList6"/>
    <dgm:cxn modelId="{4FBAECF8-5AB6-453C-9658-B3F94A794A69}" srcId="{6C427175-AAD3-4E65-8ADA-F0BCCFF5A1EC}" destId="{3A5BF9E7-C16F-4C60-94B5-41A1884BE6A0}" srcOrd="1" destOrd="0" parTransId="{4DDB101B-721F-42C8-81BD-4BE07308E14C}" sibTransId="{CD11282D-BC50-45DB-9AA7-694EF1DAE9CB}"/>
    <dgm:cxn modelId="{91C49E9D-A7F2-4687-A116-5E738FEC9FCF}" type="presOf" srcId="{3A5BF9E7-C16F-4C60-94B5-41A1884BE6A0}" destId="{9A234BDC-4D2B-46CD-B3D5-F94F0116134B}" srcOrd="0" destOrd="0" presId="urn:microsoft.com/office/officeart/2005/8/layout/vList6"/>
    <dgm:cxn modelId="{81B5A068-99D8-431B-8562-0CDD5BD02CAE}" type="presOf" srcId="{76407BE6-518D-4D3C-957E-FAAE304AA27F}" destId="{22EA8CE4-FD66-4198-8198-939AC515C21D}" srcOrd="0" destOrd="0" presId="urn:microsoft.com/office/officeart/2005/8/layout/vList6"/>
    <dgm:cxn modelId="{5FC9B462-047D-4118-A48D-71FCA1A151E9}" type="presOf" srcId="{B8931746-3E77-494C-862A-461C12A8C1AC}" destId="{C236D89B-8FB8-4A4C-82B5-77146602DC76}" srcOrd="0" destOrd="0" presId="urn:microsoft.com/office/officeart/2005/8/layout/vList6"/>
    <dgm:cxn modelId="{C0B960FF-3AC1-452E-8E26-1EDD63568380}" srcId="{6C427175-AAD3-4E65-8ADA-F0BCCFF5A1EC}" destId="{76407BE6-518D-4D3C-957E-FAAE304AA27F}" srcOrd="2" destOrd="0" parTransId="{B32285E4-FF41-40F3-BA6D-8899D16D9C69}" sibTransId="{63DDE40D-A859-44D3-A964-4F7C9AE64324}"/>
    <dgm:cxn modelId="{8D560899-E1A8-4A4A-8553-A33BAA8128FC}" srcId="{6C427175-AAD3-4E65-8ADA-F0BCCFF5A1EC}" destId="{30FCA5D5-C412-4127-B90A-C348E62F64F3}" srcOrd="0" destOrd="0" parTransId="{45CD2563-26EE-4435-A0D2-8CB09862B4A3}" sibTransId="{5F292DA6-A370-436B-8514-0918EB80CB10}"/>
    <dgm:cxn modelId="{C01DBC65-7BAA-41FF-ABA5-8C9BDD5689B5}" type="presParOf" srcId="{64A69879-34B2-4165-83C3-1C5804106940}" destId="{EF6474D1-6940-4138-AB8B-07D7E176B310}" srcOrd="0" destOrd="0" presId="urn:microsoft.com/office/officeart/2005/8/layout/vList6"/>
    <dgm:cxn modelId="{1B560743-46DF-4994-9C87-ECDD60CECA1D}" type="presParOf" srcId="{EF6474D1-6940-4138-AB8B-07D7E176B310}" destId="{8713D472-0F74-4869-BB64-1DF51F89C3A9}" srcOrd="0" destOrd="0" presId="urn:microsoft.com/office/officeart/2005/8/layout/vList6"/>
    <dgm:cxn modelId="{BD32EC52-9F7C-42DA-BB76-09EEE57380F9}" type="presParOf" srcId="{EF6474D1-6940-4138-AB8B-07D7E176B310}" destId="{C155D978-EE6E-4745-A115-8AE3899BB2EC}" srcOrd="1" destOrd="0" presId="urn:microsoft.com/office/officeart/2005/8/layout/vList6"/>
    <dgm:cxn modelId="{E385A10B-E382-4FDD-8208-A392FB1DCF93}" type="presParOf" srcId="{64A69879-34B2-4165-83C3-1C5804106940}" destId="{9DA882B8-EF8D-494A-B3D7-EAC77C75994F}" srcOrd="1" destOrd="0" presId="urn:microsoft.com/office/officeart/2005/8/layout/vList6"/>
    <dgm:cxn modelId="{458F9CEC-BCE7-4427-919A-A53B90FE3E85}" type="presParOf" srcId="{64A69879-34B2-4165-83C3-1C5804106940}" destId="{1FB05E9F-4F3E-4C6A-8D21-46AE3EA94805}" srcOrd="2" destOrd="0" presId="urn:microsoft.com/office/officeart/2005/8/layout/vList6"/>
    <dgm:cxn modelId="{F6A5F6EB-22EE-4DDF-B7F4-0B25AE8170B7}" type="presParOf" srcId="{1FB05E9F-4F3E-4C6A-8D21-46AE3EA94805}" destId="{9A234BDC-4D2B-46CD-B3D5-F94F0116134B}" srcOrd="0" destOrd="0" presId="urn:microsoft.com/office/officeart/2005/8/layout/vList6"/>
    <dgm:cxn modelId="{DD935237-4AF9-4776-AC56-03F5225B577C}" type="presParOf" srcId="{1FB05E9F-4F3E-4C6A-8D21-46AE3EA94805}" destId="{072CD1AC-E8E1-4A47-8C89-A8E835814C78}" srcOrd="1" destOrd="0" presId="urn:microsoft.com/office/officeart/2005/8/layout/vList6"/>
    <dgm:cxn modelId="{521E0B85-264D-45F1-A433-F92B67C5AD2F}" type="presParOf" srcId="{64A69879-34B2-4165-83C3-1C5804106940}" destId="{651AF439-D037-43AC-892D-D7C642127AB7}" srcOrd="3" destOrd="0" presId="urn:microsoft.com/office/officeart/2005/8/layout/vList6"/>
    <dgm:cxn modelId="{1A0B058D-8E78-433C-A125-D5BCF8CC0996}" type="presParOf" srcId="{64A69879-34B2-4165-83C3-1C5804106940}" destId="{8AA45F8D-4018-4B1F-865A-2F9F70484FF1}" srcOrd="4" destOrd="0" presId="urn:microsoft.com/office/officeart/2005/8/layout/vList6"/>
    <dgm:cxn modelId="{05B70424-C3C8-415B-9CE2-D5A1D3E109CE}" type="presParOf" srcId="{8AA45F8D-4018-4B1F-865A-2F9F70484FF1}" destId="{22EA8CE4-FD66-4198-8198-939AC515C21D}" srcOrd="0" destOrd="0" presId="urn:microsoft.com/office/officeart/2005/8/layout/vList6"/>
    <dgm:cxn modelId="{8B5444B5-4FF7-4359-A464-0434F76D5BB2}" type="presParOf" srcId="{8AA45F8D-4018-4B1F-865A-2F9F70484FF1}" destId="{903C8EED-457A-41B2-863D-92D6CD70A16F}" srcOrd="1" destOrd="0" presId="urn:microsoft.com/office/officeart/2005/8/layout/vList6"/>
    <dgm:cxn modelId="{7FBAD10E-C4DE-4E47-B355-5ED71A014942}" type="presParOf" srcId="{64A69879-34B2-4165-83C3-1C5804106940}" destId="{02EC2033-4317-4DE2-B9D6-EEF661F9A3A5}" srcOrd="5" destOrd="0" presId="urn:microsoft.com/office/officeart/2005/8/layout/vList6"/>
    <dgm:cxn modelId="{74B142F7-1115-4DD2-9604-DF337E7A51CC}" type="presParOf" srcId="{64A69879-34B2-4165-83C3-1C5804106940}" destId="{EFC85F7C-2F38-4137-94D8-0F5A44FF903C}" srcOrd="6" destOrd="0" presId="urn:microsoft.com/office/officeart/2005/8/layout/vList6"/>
    <dgm:cxn modelId="{3D801462-F868-447A-9564-7DC6BF80F5FD}" type="presParOf" srcId="{EFC85F7C-2F38-4137-94D8-0F5A44FF903C}" destId="{AA8D7101-CEBF-4D45-B570-BE6A0CC8664C}" srcOrd="0" destOrd="0" presId="urn:microsoft.com/office/officeart/2005/8/layout/vList6"/>
    <dgm:cxn modelId="{CD327987-57C1-43F2-98CA-993C0876EACD}" type="presParOf" srcId="{EFC85F7C-2F38-4137-94D8-0F5A44FF903C}" destId="{006A72B7-FC5A-433D-86EC-874C510F7C2F}" srcOrd="1" destOrd="0" presId="urn:microsoft.com/office/officeart/2005/8/layout/vList6"/>
    <dgm:cxn modelId="{E99EDEEF-99BA-4646-8A14-7F7E93A2A1FF}" type="presParOf" srcId="{64A69879-34B2-4165-83C3-1C5804106940}" destId="{E4009B30-897B-4B99-90DA-8654AC8743E2}" srcOrd="7" destOrd="0" presId="urn:microsoft.com/office/officeart/2005/8/layout/vList6"/>
    <dgm:cxn modelId="{9E2956C6-B86A-40BC-B93F-E1C5314DEE89}" type="presParOf" srcId="{64A69879-34B2-4165-83C3-1C5804106940}" destId="{8FFC4749-94F3-4110-B266-405362D1F552}" srcOrd="8" destOrd="0" presId="urn:microsoft.com/office/officeart/2005/8/layout/vList6"/>
    <dgm:cxn modelId="{362A9580-C96E-4387-B789-3940F522C37E}" type="presParOf" srcId="{8FFC4749-94F3-4110-B266-405362D1F552}" destId="{C236D89B-8FB8-4A4C-82B5-77146602DC76}" srcOrd="0" destOrd="0" presId="urn:microsoft.com/office/officeart/2005/8/layout/vList6"/>
    <dgm:cxn modelId="{7B274399-E950-4182-B00E-CE4E246B9E42}" type="presParOf" srcId="{8FFC4749-94F3-4110-B266-405362D1F552}" destId="{0163E5B1-BD28-4B97-A840-3EDE251E21DF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848948-18EA-47B1-9DEB-044FE5BCDB3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0CB8C17-C1AA-4690-8FF2-FF607AB781C7}">
      <dgm:prSet phldrT="[Text]"/>
      <dgm:spPr/>
      <dgm:t>
        <a:bodyPr/>
        <a:lstStyle/>
        <a:p>
          <a:r>
            <a:rPr lang="en-US" dirty="0" smtClean="0"/>
            <a:t>Directive </a:t>
          </a:r>
          <a:endParaRPr lang="en-US" dirty="0"/>
        </a:p>
      </dgm:t>
    </dgm:pt>
    <dgm:pt modelId="{F5B4ED98-67A7-4FC6-8958-DFD5919EFFFA}" type="parTrans" cxnId="{92D34838-3385-4348-B293-15943A8315E9}">
      <dgm:prSet/>
      <dgm:spPr/>
      <dgm:t>
        <a:bodyPr/>
        <a:lstStyle/>
        <a:p>
          <a:endParaRPr lang="en-US"/>
        </a:p>
      </dgm:t>
    </dgm:pt>
    <dgm:pt modelId="{07527ABA-2DF8-4671-B757-214CF91F3D6B}" type="sibTrans" cxnId="{92D34838-3385-4348-B293-15943A8315E9}">
      <dgm:prSet/>
      <dgm:spPr/>
      <dgm:t>
        <a:bodyPr/>
        <a:lstStyle/>
        <a:p>
          <a:endParaRPr lang="en-US"/>
        </a:p>
      </dgm:t>
    </dgm:pt>
    <dgm:pt modelId="{458D55CA-E803-4DD2-BE4D-B09E4AA1F91A}">
      <dgm:prSet phldrT="[Text]"/>
      <dgm:spPr/>
      <dgm:t>
        <a:bodyPr/>
        <a:lstStyle/>
        <a:p>
          <a:r>
            <a:rPr lang="en-US" dirty="0" smtClean="0"/>
            <a:t>Cover/transmitted </a:t>
          </a:r>
          <a:endParaRPr lang="en-US" dirty="0"/>
        </a:p>
      </dgm:t>
    </dgm:pt>
    <dgm:pt modelId="{B03680FE-1597-4D2B-BFA8-B2E07C0E724A}" type="parTrans" cxnId="{D26E0B9B-DA9B-4748-9CB3-134A26DEC11B}">
      <dgm:prSet/>
      <dgm:spPr/>
      <dgm:t>
        <a:bodyPr/>
        <a:lstStyle/>
        <a:p>
          <a:endParaRPr lang="en-US"/>
        </a:p>
      </dgm:t>
    </dgm:pt>
    <dgm:pt modelId="{35BAB0AA-4767-4F8F-B5A6-7B67D39FDEBF}" type="sibTrans" cxnId="{D26E0B9B-DA9B-4748-9CB3-134A26DEC11B}">
      <dgm:prSet/>
      <dgm:spPr/>
      <dgm:t>
        <a:bodyPr/>
        <a:lstStyle/>
        <a:p>
          <a:endParaRPr lang="en-US"/>
        </a:p>
      </dgm:t>
    </dgm:pt>
    <dgm:pt modelId="{66008A8C-B634-4E1D-BC7C-42A1F96EC70E}">
      <dgm:prSet phldrT="[Text]"/>
      <dgm:spPr/>
      <dgm:t>
        <a:bodyPr/>
        <a:lstStyle/>
        <a:p>
          <a:r>
            <a:rPr lang="en-US" dirty="0" smtClean="0"/>
            <a:t>Documentation </a:t>
          </a:r>
          <a:endParaRPr lang="en-US" dirty="0"/>
        </a:p>
      </dgm:t>
    </dgm:pt>
    <dgm:pt modelId="{DA895D4D-480B-4F68-B917-9FDC0EE82E3C}" type="parTrans" cxnId="{372FF78F-0C6A-4154-B871-DDB9EA81BF1B}">
      <dgm:prSet/>
      <dgm:spPr/>
      <dgm:t>
        <a:bodyPr/>
        <a:lstStyle/>
        <a:p>
          <a:endParaRPr lang="en-US"/>
        </a:p>
      </dgm:t>
    </dgm:pt>
    <dgm:pt modelId="{9CB85ED6-8C8A-49A5-B5A7-B144F708872F}" type="sibTrans" cxnId="{372FF78F-0C6A-4154-B871-DDB9EA81BF1B}">
      <dgm:prSet/>
      <dgm:spPr/>
      <dgm:t>
        <a:bodyPr/>
        <a:lstStyle/>
        <a:p>
          <a:endParaRPr lang="en-US"/>
        </a:p>
      </dgm:t>
    </dgm:pt>
    <dgm:pt modelId="{DC847FA2-7E23-4350-A816-1C8512A312A3}">
      <dgm:prSet phldrT="[Text]"/>
      <dgm:spPr/>
      <dgm:t>
        <a:bodyPr/>
        <a:lstStyle/>
        <a:p>
          <a:r>
            <a:rPr lang="en-US" dirty="0" smtClean="0"/>
            <a:t>Confirmation </a:t>
          </a:r>
          <a:endParaRPr lang="en-US" dirty="0"/>
        </a:p>
      </dgm:t>
    </dgm:pt>
    <dgm:pt modelId="{3779EAC4-57D4-465A-A22B-61881C5096CE}" type="parTrans" cxnId="{E9E29DB6-59FF-4360-B848-7A08A7ABF961}">
      <dgm:prSet/>
      <dgm:spPr/>
      <dgm:t>
        <a:bodyPr/>
        <a:lstStyle/>
        <a:p>
          <a:endParaRPr lang="en-US"/>
        </a:p>
      </dgm:t>
    </dgm:pt>
    <dgm:pt modelId="{7972FD4C-2229-4178-B59D-E56F0C8BD5DF}" type="sibTrans" cxnId="{E9E29DB6-59FF-4360-B848-7A08A7ABF961}">
      <dgm:prSet/>
      <dgm:spPr/>
      <dgm:t>
        <a:bodyPr/>
        <a:lstStyle/>
        <a:p>
          <a:endParaRPr lang="en-US"/>
        </a:p>
      </dgm:t>
    </dgm:pt>
    <dgm:pt modelId="{8C4497E3-F2BD-4490-A34E-AAB93C0E2673}">
      <dgm:prSet phldrT="[Text]"/>
      <dgm:spPr/>
      <dgm:t>
        <a:bodyPr/>
        <a:lstStyle/>
        <a:p>
          <a:r>
            <a:rPr lang="en-US" dirty="0" smtClean="0"/>
            <a:t>Procedures </a:t>
          </a:r>
          <a:endParaRPr lang="en-US" dirty="0"/>
        </a:p>
      </dgm:t>
    </dgm:pt>
    <dgm:pt modelId="{F381B22D-4B7C-4072-91D6-CB72675D56DA}" type="parTrans" cxnId="{3D1A3E26-3F8B-465C-A7CF-760D721E1942}">
      <dgm:prSet/>
      <dgm:spPr/>
      <dgm:t>
        <a:bodyPr/>
        <a:lstStyle/>
        <a:p>
          <a:endParaRPr lang="en-US"/>
        </a:p>
      </dgm:t>
    </dgm:pt>
    <dgm:pt modelId="{7B98D0A9-FB85-48AD-8496-E65E170DA966}" type="sibTrans" cxnId="{3D1A3E26-3F8B-465C-A7CF-760D721E1942}">
      <dgm:prSet/>
      <dgm:spPr/>
      <dgm:t>
        <a:bodyPr/>
        <a:lstStyle/>
        <a:p>
          <a:endParaRPr lang="en-US"/>
        </a:p>
      </dgm:t>
    </dgm:pt>
    <dgm:pt modelId="{B119A367-1E68-42F2-AB30-3E16DEF2C718}" type="pres">
      <dgm:prSet presAssocID="{1C848948-18EA-47B1-9DEB-044FE5BCDB3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B6CC6D-7380-4478-9D41-FBBCAB0CEA9D}" type="pres">
      <dgm:prSet presAssocID="{80CB8C17-C1AA-4690-8FF2-FF607AB781C7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15E5C9-0307-403C-8A92-FA114BB3390D}" type="pres">
      <dgm:prSet presAssocID="{07527ABA-2DF8-4671-B757-214CF91F3D6B}" presName="sibTrans" presStyleCnt="0"/>
      <dgm:spPr/>
    </dgm:pt>
    <dgm:pt modelId="{A8773D5C-AAE3-4834-A520-DDAC6FF6F4D4}" type="pres">
      <dgm:prSet presAssocID="{458D55CA-E803-4DD2-BE4D-B09E4AA1F91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F3F13E-9F40-407A-B654-85AA339128CD}" type="pres">
      <dgm:prSet presAssocID="{35BAB0AA-4767-4F8F-B5A6-7B67D39FDEBF}" presName="sibTrans" presStyleCnt="0"/>
      <dgm:spPr/>
    </dgm:pt>
    <dgm:pt modelId="{568D28B9-9DCD-4148-B8A0-0D9329B770EA}" type="pres">
      <dgm:prSet presAssocID="{66008A8C-B634-4E1D-BC7C-42A1F96EC70E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DAFDC8-D213-43C7-8A43-9E6328EDBB69}" type="pres">
      <dgm:prSet presAssocID="{9CB85ED6-8C8A-49A5-B5A7-B144F708872F}" presName="sibTrans" presStyleCnt="0"/>
      <dgm:spPr/>
    </dgm:pt>
    <dgm:pt modelId="{F3D1C332-BD1A-425B-B00B-6066F24A4609}" type="pres">
      <dgm:prSet presAssocID="{DC847FA2-7E23-4350-A816-1C8512A312A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ED18A0-777F-42CB-8622-D99D8AA981F8}" type="pres">
      <dgm:prSet presAssocID="{7972FD4C-2229-4178-B59D-E56F0C8BD5DF}" presName="sibTrans" presStyleCnt="0"/>
      <dgm:spPr/>
    </dgm:pt>
    <dgm:pt modelId="{8F78713E-67BF-463E-A5D5-13134D8A4229}" type="pres">
      <dgm:prSet presAssocID="{8C4497E3-F2BD-4490-A34E-AAB93C0E2673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1A3E26-3F8B-465C-A7CF-760D721E1942}" srcId="{1C848948-18EA-47B1-9DEB-044FE5BCDB35}" destId="{8C4497E3-F2BD-4490-A34E-AAB93C0E2673}" srcOrd="4" destOrd="0" parTransId="{F381B22D-4B7C-4072-91D6-CB72675D56DA}" sibTransId="{7B98D0A9-FB85-48AD-8496-E65E170DA966}"/>
    <dgm:cxn modelId="{D26E0B9B-DA9B-4748-9CB3-134A26DEC11B}" srcId="{1C848948-18EA-47B1-9DEB-044FE5BCDB35}" destId="{458D55CA-E803-4DD2-BE4D-B09E4AA1F91A}" srcOrd="1" destOrd="0" parTransId="{B03680FE-1597-4D2B-BFA8-B2E07C0E724A}" sibTransId="{35BAB0AA-4767-4F8F-B5A6-7B67D39FDEBF}"/>
    <dgm:cxn modelId="{FDFF2B1F-B09F-4EFB-97E4-01A444CA3945}" type="presOf" srcId="{DC847FA2-7E23-4350-A816-1C8512A312A3}" destId="{F3D1C332-BD1A-425B-B00B-6066F24A4609}" srcOrd="0" destOrd="0" presId="urn:microsoft.com/office/officeart/2005/8/layout/default"/>
    <dgm:cxn modelId="{141E4165-97C8-4E86-B5DD-CAEA8AD12A16}" type="presOf" srcId="{80CB8C17-C1AA-4690-8FF2-FF607AB781C7}" destId="{B1B6CC6D-7380-4478-9D41-FBBCAB0CEA9D}" srcOrd="0" destOrd="0" presId="urn:microsoft.com/office/officeart/2005/8/layout/default"/>
    <dgm:cxn modelId="{92D34838-3385-4348-B293-15943A8315E9}" srcId="{1C848948-18EA-47B1-9DEB-044FE5BCDB35}" destId="{80CB8C17-C1AA-4690-8FF2-FF607AB781C7}" srcOrd="0" destOrd="0" parTransId="{F5B4ED98-67A7-4FC6-8958-DFD5919EFFFA}" sibTransId="{07527ABA-2DF8-4671-B757-214CF91F3D6B}"/>
    <dgm:cxn modelId="{E9E29DB6-59FF-4360-B848-7A08A7ABF961}" srcId="{1C848948-18EA-47B1-9DEB-044FE5BCDB35}" destId="{DC847FA2-7E23-4350-A816-1C8512A312A3}" srcOrd="3" destOrd="0" parTransId="{3779EAC4-57D4-465A-A22B-61881C5096CE}" sibTransId="{7972FD4C-2229-4178-B59D-E56F0C8BD5DF}"/>
    <dgm:cxn modelId="{A646CC49-19C7-40A8-A9C8-B19B25EA1353}" type="presOf" srcId="{1C848948-18EA-47B1-9DEB-044FE5BCDB35}" destId="{B119A367-1E68-42F2-AB30-3E16DEF2C718}" srcOrd="0" destOrd="0" presId="urn:microsoft.com/office/officeart/2005/8/layout/default"/>
    <dgm:cxn modelId="{B7808C98-EC93-4BE9-A0C6-D61F5FD5C6A9}" type="presOf" srcId="{458D55CA-E803-4DD2-BE4D-B09E4AA1F91A}" destId="{A8773D5C-AAE3-4834-A520-DDAC6FF6F4D4}" srcOrd="0" destOrd="0" presId="urn:microsoft.com/office/officeart/2005/8/layout/default"/>
    <dgm:cxn modelId="{0718D6D6-C753-46ED-B223-C4C95B1D8A72}" type="presOf" srcId="{8C4497E3-F2BD-4490-A34E-AAB93C0E2673}" destId="{8F78713E-67BF-463E-A5D5-13134D8A4229}" srcOrd="0" destOrd="0" presId="urn:microsoft.com/office/officeart/2005/8/layout/default"/>
    <dgm:cxn modelId="{B9965236-25CB-4672-B226-C31738501360}" type="presOf" srcId="{66008A8C-B634-4E1D-BC7C-42A1F96EC70E}" destId="{568D28B9-9DCD-4148-B8A0-0D9329B770EA}" srcOrd="0" destOrd="0" presId="urn:microsoft.com/office/officeart/2005/8/layout/default"/>
    <dgm:cxn modelId="{372FF78F-0C6A-4154-B871-DDB9EA81BF1B}" srcId="{1C848948-18EA-47B1-9DEB-044FE5BCDB35}" destId="{66008A8C-B634-4E1D-BC7C-42A1F96EC70E}" srcOrd="2" destOrd="0" parTransId="{DA895D4D-480B-4F68-B917-9FDC0EE82E3C}" sibTransId="{9CB85ED6-8C8A-49A5-B5A7-B144F708872F}"/>
    <dgm:cxn modelId="{A276056A-378B-4FD3-BEC7-16FFC27A2BE2}" type="presParOf" srcId="{B119A367-1E68-42F2-AB30-3E16DEF2C718}" destId="{B1B6CC6D-7380-4478-9D41-FBBCAB0CEA9D}" srcOrd="0" destOrd="0" presId="urn:microsoft.com/office/officeart/2005/8/layout/default"/>
    <dgm:cxn modelId="{384D4BAE-5539-433D-A08E-03119A72B28D}" type="presParOf" srcId="{B119A367-1E68-42F2-AB30-3E16DEF2C718}" destId="{8F15E5C9-0307-403C-8A92-FA114BB3390D}" srcOrd="1" destOrd="0" presId="urn:microsoft.com/office/officeart/2005/8/layout/default"/>
    <dgm:cxn modelId="{8D764004-511C-4B86-ACC3-D30A7F47ACFC}" type="presParOf" srcId="{B119A367-1E68-42F2-AB30-3E16DEF2C718}" destId="{A8773D5C-AAE3-4834-A520-DDAC6FF6F4D4}" srcOrd="2" destOrd="0" presId="urn:microsoft.com/office/officeart/2005/8/layout/default"/>
    <dgm:cxn modelId="{00B4CCEA-1265-468D-8287-2EC1EB9F386D}" type="presParOf" srcId="{B119A367-1E68-42F2-AB30-3E16DEF2C718}" destId="{E9F3F13E-9F40-407A-B654-85AA339128CD}" srcOrd="3" destOrd="0" presId="urn:microsoft.com/office/officeart/2005/8/layout/default"/>
    <dgm:cxn modelId="{1A6748B1-2841-411B-9AD7-F1FE464BC61B}" type="presParOf" srcId="{B119A367-1E68-42F2-AB30-3E16DEF2C718}" destId="{568D28B9-9DCD-4148-B8A0-0D9329B770EA}" srcOrd="4" destOrd="0" presId="urn:microsoft.com/office/officeart/2005/8/layout/default"/>
    <dgm:cxn modelId="{FB5F0028-5DD9-4DAD-A015-3B698EEA3F45}" type="presParOf" srcId="{B119A367-1E68-42F2-AB30-3E16DEF2C718}" destId="{A0DAFDC8-D213-43C7-8A43-9E6328EDBB69}" srcOrd="5" destOrd="0" presId="urn:microsoft.com/office/officeart/2005/8/layout/default"/>
    <dgm:cxn modelId="{4DD354BC-44A3-413C-9C72-E8863B544304}" type="presParOf" srcId="{B119A367-1E68-42F2-AB30-3E16DEF2C718}" destId="{F3D1C332-BD1A-425B-B00B-6066F24A4609}" srcOrd="6" destOrd="0" presId="urn:microsoft.com/office/officeart/2005/8/layout/default"/>
    <dgm:cxn modelId="{58B964A1-3240-4B96-97BF-92BAE53C5450}" type="presParOf" srcId="{B119A367-1E68-42F2-AB30-3E16DEF2C718}" destId="{72ED18A0-777F-42CB-8622-D99D8AA981F8}" srcOrd="7" destOrd="0" presId="urn:microsoft.com/office/officeart/2005/8/layout/default"/>
    <dgm:cxn modelId="{3C181E8F-B414-4692-9FC9-7667A9106A78}" type="presParOf" srcId="{B119A367-1E68-42F2-AB30-3E16DEF2C718}" destId="{8F78713E-67BF-463E-A5D5-13134D8A422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3EA204-2A60-4149-A1C7-BCF00D50140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2A5A6FD-CA41-4A01-BFDE-33006A14CD23}">
      <dgm:prSet phldrT="[Text]"/>
      <dgm:spPr/>
      <dgm:t>
        <a:bodyPr/>
        <a:lstStyle/>
        <a:p>
          <a:r>
            <a:rPr lang="en-US" dirty="0" smtClean="0"/>
            <a:t>Recommendations </a:t>
          </a:r>
          <a:endParaRPr lang="en-US" dirty="0"/>
        </a:p>
      </dgm:t>
    </dgm:pt>
    <dgm:pt modelId="{47F4BD58-1853-42B9-87EE-44B86A44A6FC}" type="parTrans" cxnId="{E2713186-1882-48FD-A973-74939A7F7E34}">
      <dgm:prSet/>
      <dgm:spPr/>
      <dgm:t>
        <a:bodyPr/>
        <a:lstStyle/>
        <a:p>
          <a:endParaRPr lang="en-US"/>
        </a:p>
      </dgm:t>
    </dgm:pt>
    <dgm:pt modelId="{1E1E5443-A481-4E5F-885E-13739E40FF8D}" type="sibTrans" cxnId="{E2713186-1882-48FD-A973-74939A7F7E34}">
      <dgm:prSet/>
      <dgm:spPr/>
      <dgm:t>
        <a:bodyPr/>
        <a:lstStyle/>
        <a:p>
          <a:endParaRPr lang="en-US"/>
        </a:p>
      </dgm:t>
    </dgm:pt>
    <dgm:pt modelId="{31FD8B6E-0F80-4C75-8176-3414C53274D8}">
      <dgm:prSet phldrT="[Text]"/>
      <dgm:spPr/>
      <dgm:t>
        <a:bodyPr/>
        <a:lstStyle/>
        <a:p>
          <a:r>
            <a:rPr lang="en-US" dirty="0" smtClean="0"/>
            <a:t>Feasibility </a:t>
          </a:r>
          <a:endParaRPr lang="en-US" dirty="0"/>
        </a:p>
      </dgm:t>
    </dgm:pt>
    <dgm:pt modelId="{0F269238-49E8-491F-946B-AA87775F52E9}" type="parTrans" cxnId="{C0975CD6-DB35-4714-A590-B30A986E84D0}">
      <dgm:prSet/>
      <dgm:spPr/>
      <dgm:t>
        <a:bodyPr/>
        <a:lstStyle/>
        <a:p>
          <a:endParaRPr lang="en-US"/>
        </a:p>
      </dgm:t>
    </dgm:pt>
    <dgm:pt modelId="{C1F1A952-E316-471B-9B13-2DBC17651F73}" type="sibTrans" cxnId="{C0975CD6-DB35-4714-A590-B30A986E84D0}">
      <dgm:prSet/>
      <dgm:spPr/>
      <dgm:t>
        <a:bodyPr/>
        <a:lstStyle/>
        <a:p>
          <a:endParaRPr lang="en-US"/>
        </a:p>
      </dgm:t>
    </dgm:pt>
    <dgm:pt modelId="{12DEEC7F-1162-4796-8FA6-8EF8305E0668}">
      <dgm:prSet phldrT="[Text]"/>
      <dgm:spPr/>
      <dgm:t>
        <a:bodyPr/>
        <a:lstStyle/>
        <a:p>
          <a:r>
            <a:rPr lang="en-US" dirty="0" smtClean="0"/>
            <a:t>Status </a:t>
          </a:r>
          <a:endParaRPr lang="en-US" dirty="0"/>
        </a:p>
      </dgm:t>
    </dgm:pt>
    <dgm:pt modelId="{CE04F1F7-1F28-4E9E-AC87-C64EFFEDF0C1}" type="parTrans" cxnId="{EB66396A-65AD-422F-B0B7-F41B3BE0BA96}">
      <dgm:prSet/>
      <dgm:spPr/>
      <dgm:t>
        <a:bodyPr/>
        <a:lstStyle/>
        <a:p>
          <a:endParaRPr lang="en-US"/>
        </a:p>
      </dgm:t>
    </dgm:pt>
    <dgm:pt modelId="{39C98F6E-5131-425B-9FFF-D35EB42A3AA4}" type="sibTrans" cxnId="{EB66396A-65AD-422F-B0B7-F41B3BE0BA96}">
      <dgm:prSet/>
      <dgm:spPr/>
      <dgm:t>
        <a:bodyPr/>
        <a:lstStyle/>
        <a:p>
          <a:endParaRPr lang="en-US"/>
        </a:p>
      </dgm:t>
    </dgm:pt>
    <dgm:pt modelId="{87B5B7ED-FB74-4BD1-A136-D2410C703B49}">
      <dgm:prSet phldrT="[Text]"/>
      <dgm:spPr/>
      <dgm:t>
        <a:bodyPr/>
        <a:lstStyle/>
        <a:p>
          <a:r>
            <a:rPr lang="en-US" dirty="0" smtClean="0"/>
            <a:t>Inquiry </a:t>
          </a:r>
          <a:endParaRPr lang="en-US" dirty="0"/>
        </a:p>
      </dgm:t>
    </dgm:pt>
    <dgm:pt modelId="{BEDE8684-3E01-451B-A6CA-A50ED2B0A046}" type="parTrans" cxnId="{61085137-C98C-45F4-82C7-EBAE29006D8A}">
      <dgm:prSet/>
      <dgm:spPr/>
      <dgm:t>
        <a:bodyPr/>
        <a:lstStyle/>
        <a:p>
          <a:endParaRPr lang="en-US"/>
        </a:p>
      </dgm:t>
    </dgm:pt>
    <dgm:pt modelId="{D3BC8780-04B7-4194-BC05-02CCDD3A55B2}" type="sibTrans" cxnId="{61085137-C98C-45F4-82C7-EBAE29006D8A}">
      <dgm:prSet/>
      <dgm:spPr/>
      <dgm:t>
        <a:bodyPr/>
        <a:lstStyle/>
        <a:p>
          <a:endParaRPr lang="en-US"/>
        </a:p>
      </dgm:t>
    </dgm:pt>
    <dgm:pt modelId="{7F259E1A-ACFA-426B-B150-82E5332B5CA0}" type="pres">
      <dgm:prSet presAssocID="{773EA204-2A60-4149-A1C7-BCF00D50140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832FA5F-823D-4FC5-9CBD-CAFAA999E6FB}" type="pres">
      <dgm:prSet presAssocID="{62A5A6FD-CA41-4A01-BFDE-33006A14CD2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67AF56-576B-4080-84E7-5495C1E02251}" type="pres">
      <dgm:prSet presAssocID="{1E1E5443-A481-4E5F-885E-13739E40FF8D}" presName="sibTrans" presStyleCnt="0"/>
      <dgm:spPr/>
    </dgm:pt>
    <dgm:pt modelId="{8DA71CC1-0C94-4585-8D10-982C8C5C8CC8}" type="pres">
      <dgm:prSet presAssocID="{31FD8B6E-0F80-4C75-8176-3414C53274D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BC3B59-4289-4B13-97F6-A4C78DB5B1F1}" type="pres">
      <dgm:prSet presAssocID="{C1F1A952-E316-471B-9B13-2DBC17651F73}" presName="sibTrans" presStyleCnt="0"/>
      <dgm:spPr/>
    </dgm:pt>
    <dgm:pt modelId="{1CDCAECF-EA93-4A20-9179-3D98ECAF3436}" type="pres">
      <dgm:prSet presAssocID="{12DEEC7F-1162-4796-8FA6-8EF8305E066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7BFC2E-C0DC-4142-82D1-075770F21C2C}" type="pres">
      <dgm:prSet presAssocID="{39C98F6E-5131-425B-9FFF-D35EB42A3AA4}" presName="sibTrans" presStyleCnt="0"/>
      <dgm:spPr/>
    </dgm:pt>
    <dgm:pt modelId="{9619CF10-1C96-4D5A-86ED-AAA38C32CF7A}" type="pres">
      <dgm:prSet presAssocID="{87B5B7ED-FB74-4BD1-A136-D2410C703B49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0975CD6-DB35-4714-A590-B30A986E84D0}" srcId="{773EA204-2A60-4149-A1C7-BCF00D50140E}" destId="{31FD8B6E-0F80-4C75-8176-3414C53274D8}" srcOrd="1" destOrd="0" parTransId="{0F269238-49E8-491F-946B-AA87775F52E9}" sibTransId="{C1F1A952-E316-471B-9B13-2DBC17651F73}"/>
    <dgm:cxn modelId="{10B91B29-2D8D-42BD-BDFD-D97E2E6AE63E}" type="presOf" srcId="{62A5A6FD-CA41-4A01-BFDE-33006A14CD23}" destId="{A832FA5F-823D-4FC5-9CBD-CAFAA999E6FB}" srcOrd="0" destOrd="0" presId="urn:microsoft.com/office/officeart/2005/8/layout/default"/>
    <dgm:cxn modelId="{CDC580B5-2712-42D5-AF83-2B4B91AFAB1C}" type="presOf" srcId="{87B5B7ED-FB74-4BD1-A136-D2410C703B49}" destId="{9619CF10-1C96-4D5A-86ED-AAA38C32CF7A}" srcOrd="0" destOrd="0" presId="urn:microsoft.com/office/officeart/2005/8/layout/default"/>
    <dgm:cxn modelId="{8DD0C4FC-3F32-4483-8277-353568DC4528}" type="presOf" srcId="{773EA204-2A60-4149-A1C7-BCF00D50140E}" destId="{7F259E1A-ACFA-426B-B150-82E5332B5CA0}" srcOrd="0" destOrd="0" presId="urn:microsoft.com/office/officeart/2005/8/layout/default"/>
    <dgm:cxn modelId="{3CC985A6-96DC-44C8-A43B-CA37F750C0E1}" type="presOf" srcId="{12DEEC7F-1162-4796-8FA6-8EF8305E0668}" destId="{1CDCAECF-EA93-4A20-9179-3D98ECAF3436}" srcOrd="0" destOrd="0" presId="urn:microsoft.com/office/officeart/2005/8/layout/default"/>
    <dgm:cxn modelId="{E2713186-1882-48FD-A973-74939A7F7E34}" srcId="{773EA204-2A60-4149-A1C7-BCF00D50140E}" destId="{62A5A6FD-CA41-4A01-BFDE-33006A14CD23}" srcOrd="0" destOrd="0" parTransId="{47F4BD58-1853-42B9-87EE-44B86A44A6FC}" sibTransId="{1E1E5443-A481-4E5F-885E-13739E40FF8D}"/>
    <dgm:cxn modelId="{61085137-C98C-45F4-82C7-EBAE29006D8A}" srcId="{773EA204-2A60-4149-A1C7-BCF00D50140E}" destId="{87B5B7ED-FB74-4BD1-A136-D2410C703B49}" srcOrd="3" destOrd="0" parTransId="{BEDE8684-3E01-451B-A6CA-A50ED2B0A046}" sibTransId="{D3BC8780-04B7-4194-BC05-02CCDD3A55B2}"/>
    <dgm:cxn modelId="{EB66396A-65AD-422F-B0B7-F41B3BE0BA96}" srcId="{773EA204-2A60-4149-A1C7-BCF00D50140E}" destId="{12DEEC7F-1162-4796-8FA6-8EF8305E0668}" srcOrd="2" destOrd="0" parTransId="{CE04F1F7-1F28-4E9E-AC87-C64EFFEDF0C1}" sibTransId="{39C98F6E-5131-425B-9FFF-D35EB42A3AA4}"/>
    <dgm:cxn modelId="{94D96935-4C43-49CA-B6A7-19439BEA5AB4}" type="presOf" srcId="{31FD8B6E-0F80-4C75-8176-3414C53274D8}" destId="{8DA71CC1-0C94-4585-8D10-982C8C5C8CC8}" srcOrd="0" destOrd="0" presId="urn:microsoft.com/office/officeart/2005/8/layout/default"/>
    <dgm:cxn modelId="{479547FF-FC67-4628-A1DE-A3BC9BFA2628}" type="presParOf" srcId="{7F259E1A-ACFA-426B-B150-82E5332B5CA0}" destId="{A832FA5F-823D-4FC5-9CBD-CAFAA999E6FB}" srcOrd="0" destOrd="0" presId="urn:microsoft.com/office/officeart/2005/8/layout/default"/>
    <dgm:cxn modelId="{0BC47B13-1CDC-4140-83E5-407FD3F4B825}" type="presParOf" srcId="{7F259E1A-ACFA-426B-B150-82E5332B5CA0}" destId="{AB67AF56-576B-4080-84E7-5495C1E02251}" srcOrd="1" destOrd="0" presId="urn:microsoft.com/office/officeart/2005/8/layout/default"/>
    <dgm:cxn modelId="{BCFA53F3-A5E7-463F-93EB-46E2CF59A0A4}" type="presParOf" srcId="{7F259E1A-ACFA-426B-B150-82E5332B5CA0}" destId="{8DA71CC1-0C94-4585-8D10-982C8C5C8CC8}" srcOrd="2" destOrd="0" presId="urn:microsoft.com/office/officeart/2005/8/layout/default"/>
    <dgm:cxn modelId="{A34DA4F7-D5A1-4E1C-B8A9-A4C03BD17925}" type="presParOf" srcId="{7F259E1A-ACFA-426B-B150-82E5332B5CA0}" destId="{BABC3B59-4289-4B13-97F6-A4C78DB5B1F1}" srcOrd="3" destOrd="0" presId="urn:microsoft.com/office/officeart/2005/8/layout/default"/>
    <dgm:cxn modelId="{0DA50132-3A2C-40AA-8F14-6B731ED542B9}" type="presParOf" srcId="{7F259E1A-ACFA-426B-B150-82E5332B5CA0}" destId="{1CDCAECF-EA93-4A20-9179-3D98ECAF3436}" srcOrd="4" destOrd="0" presId="urn:microsoft.com/office/officeart/2005/8/layout/default"/>
    <dgm:cxn modelId="{EE9156E8-2B4B-4784-85D0-8103B8560341}" type="presParOf" srcId="{7F259E1A-ACFA-426B-B150-82E5332B5CA0}" destId="{4E7BFC2E-C0DC-4142-82D1-075770F21C2C}" srcOrd="5" destOrd="0" presId="urn:microsoft.com/office/officeart/2005/8/layout/default"/>
    <dgm:cxn modelId="{22D94657-7077-4C00-A762-5F1A41A162EC}" type="presParOf" srcId="{7F259E1A-ACFA-426B-B150-82E5332B5CA0}" destId="{9619CF10-1C96-4D5A-86ED-AAA38C32CF7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5D978-EE6E-4745-A115-8AE3899BB2EC}">
      <dsp:nvSpPr>
        <dsp:cNvPr id="0" name=""/>
        <dsp:cNvSpPr/>
      </dsp:nvSpPr>
      <dsp:spPr>
        <a:xfrm>
          <a:off x="4206240" y="1487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3D472-0F74-4869-BB64-1DF51F89C3A9}">
      <dsp:nvSpPr>
        <dsp:cNvPr id="0" name=""/>
        <dsp:cNvSpPr/>
      </dsp:nvSpPr>
      <dsp:spPr>
        <a:xfrm>
          <a:off x="0" y="1487"/>
          <a:ext cx="4206240" cy="8052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Time</a:t>
          </a:r>
          <a:r>
            <a:rPr lang="en-US" sz="3700" kern="1200" dirty="0" smtClean="0"/>
            <a:t> </a:t>
          </a:r>
          <a:endParaRPr lang="en-US" sz="3700" kern="1200" dirty="0"/>
        </a:p>
      </dsp:txBody>
      <dsp:txXfrm>
        <a:off x="39309" y="40796"/>
        <a:ext cx="4127622" cy="726634"/>
      </dsp:txXfrm>
    </dsp:sp>
    <dsp:sp modelId="{072CD1AC-E8E1-4A47-8C89-A8E835814C78}">
      <dsp:nvSpPr>
        <dsp:cNvPr id="0" name=""/>
        <dsp:cNvSpPr/>
      </dsp:nvSpPr>
      <dsp:spPr>
        <a:xfrm>
          <a:off x="4206240" y="887265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34BDC-4D2B-46CD-B3D5-F94F0116134B}">
      <dsp:nvSpPr>
        <dsp:cNvPr id="0" name=""/>
        <dsp:cNvSpPr/>
      </dsp:nvSpPr>
      <dsp:spPr>
        <a:xfrm>
          <a:off x="0" y="887265"/>
          <a:ext cx="4206240" cy="8052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Convenience</a:t>
          </a:r>
          <a:r>
            <a:rPr lang="en-US" sz="3700" kern="1200" dirty="0" smtClean="0"/>
            <a:t> </a:t>
          </a:r>
          <a:endParaRPr lang="en-US" sz="3700" kern="1200" dirty="0"/>
        </a:p>
      </dsp:txBody>
      <dsp:txXfrm>
        <a:off x="39309" y="926574"/>
        <a:ext cx="4127622" cy="726634"/>
      </dsp:txXfrm>
    </dsp:sp>
    <dsp:sp modelId="{903C8EED-457A-41B2-863D-92D6CD70A16F}">
      <dsp:nvSpPr>
        <dsp:cNvPr id="0" name=""/>
        <dsp:cNvSpPr/>
      </dsp:nvSpPr>
      <dsp:spPr>
        <a:xfrm>
          <a:off x="4206240" y="1773042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A8CE4-FD66-4198-8198-939AC515C21D}">
      <dsp:nvSpPr>
        <dsp:cNvPr id="0" name=""/>
        <dsp:cNvSpPr/>
      </dsp:nvSpPr>
      <dsp:spPr>
        <a:xfrm>
          <a:off x="0" y="1773042"/>
          <a:ext cx="4206240" cy="80525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Internal/ External </a:t>
          </a:r>
          <a:endParaRPr lang="en-US" sz="4000" kern="1200" dirty="0"/>
        </a:p>
      </dsp:txBody>
      <dsp:txXfrm>
        <a:off x="39309" y="1812351"/>
        <a:ext cx="4127622" cy="726634"/>
      </dsp:txXfrm>
    </dsp:sp>
    <dsp:sp modelId="{006A72B7-FC5A-433D-86EC-874C510F7C2F}">
      <dsp:nvSpPr>
        <dsp:cNvPr id="0" name=""/>
        <dsp:cNvSpPr/>
      </dsp:nvSpPr>
      <dsp:spPr>
        <a:xfrm>
          <a:off x="4206240" y="2658820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D7101-CEBF-4D45-B570-BE6A0CC8664C}">
      <dsp:nvSpPr>
        <dsp:cNvPr id="0" name=""/>
        <dsp:cNvSpPr/>
      </dsp:nvSpPr>
      <dsp:spPr>
        <a:xfrm>
          <a:off x="0" y="2658820"/>
          <a:ext cx="4206240" cy="8052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Cost</a:t>
          </a:r>
          <a:r>
            <a:rPr lang="en-US" sz="3700" kern="1200" dirty="0" smtClean="0"/>
            <a:t> </a:t>
          </a:r>
          <a:endParaRPr lang="en-US" sz="3700" kern="1200" dirty="0"/>
        </a:p>
      </dsp:txBody>
      <dsp:txXfrm>
        <a:off x="39309" y="2698129"/>
        <a:ext cx="4127622" cy="726634"/>
      </dsp:txXfrm>
    </dsp:sp>
    <dsp:sp modelId="{0163E5B1-BD28-4B97-A840-3EDE251E21DF}">
      <dsp:nvSpPr>
        <dsp:cNvPr id="0" name=""/>
        <dsp:cNvSpPr/>
      </dsp:nvSpPr>
      <dsp:spPr>
        <a:xfrm>
          <a:off x="4206240" y="3544598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6D89B-8FB8-4A4C-82B5-77146602DC76}">
      <dsp:nvSpPr>
        <dsp:cNvPr id="0" name=""/>
        <dsp:cNvSpPr/>
      </dsp:nvSpPr>
      <dsp:spPr>
        <a:xfrm>
          <a:off x="0" y="3544598"/>
          <a:ext cx="4206240" cy="80525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Documentation</a:t>
          </a:r>
          <a:r>
            <a:rPr lang="en-US" sz="3700" kern="1200" dirty="0" smtClean="0"/>
            <a:t> </a:t>
          </a:r>
          <a:endParaRPr lang="en-US" sz="3700" kern="1200" dirty="0"/>
        </a:p>
      </dsp:txBody>
      <dsp:txXfrm>
        <a:off x="39309" y="3583907"/>
        <a:ext cx="4127622" cy="7266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B6CC6D-7380-4478-9D41-FBBCAB0CEA9D}">
      <dsp:nvSpPr>
        <dsp:cNvPr id="0" name=""/>
        <dsp:cNvSpPr/>
      </dsp:nvSpPr>
      <dsp:spPr>
        <a:xfrm>
          <a:off x="0" y="16643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Directive </a:t>
          </a:r>
          <a:endParaRPr lang="en-US" sz="3200" kern="1200" dirty="0"/>
        </a:p>
      </dsp:txBody>
      <dsp:txXfrm>
        <a:off x="0" y="166437"/>
        <a:ext cx="3286125" cy="1971675"/>
      </dsp:txXfrm>
    </dsp:sp>
    <dsp:sp modelId="{A8773D5C-AAE3-4834-A520-DDAC6FF6F4D4}">
      <dsp:nvSpPr>
        <dsp:cNvPr id="0" name=""/>
        <dsp:cNvSpPr/>
      </dsp:nvSpPr>
      <dsp:spPr>
        <a:xfrm>
          <a:off x="3614737" y="16643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Cover/transmitted </a:t>
          </a:r>
          <a:endParaRPr lang="en-US" sz="3200" kern="1200" dirty="0"/>
        </a:p>
      </dsp:txBody>
      <dsp:txXfrm>
        <a:off x="3614737" y="166437"/>
        <a:ext cx="3286125" cy="1971675"/>
      </dsp:txXfrm>
    </dsp:sp>
    <dsp:sp modelId="{568D28B9-9DCD-4148-B8A0-0D9329B770EA}">
      <dsp:nvSpPr>
        <dsp:cNvPr id="0" name=""/>
        <dsp:cNvSpPr/>
      </dsp:nvSpPr>
      <dsp:spPr>
        <a:xfrm>
          <a:off x="7229475" y="166437"/>
          <a:ext cx="3286125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Documentation </a:t>
          </a:r>
          <a:endParaRPr lang="en-US" sz="3200" kern="1200" dirty="0"/>
        </a:p>
      </dsp:txBody>
      <dsp:txXfrm>
        <a:off x="7229475" y="166437"/>
        <a:ext cx="3286125" cy="1971675"/>
      </dsp:txXfrm>
    </dsp:sp>
    <dsp:sp modelId="{F3D1C332-BD1A-425B-B00B-6066F24A4609}">
      <dsp:nvSpPr>
        <dsp:cNvPr id="0" name=""/>
        <dsp:cNvSpPr/>
      </dsp:nvSpPr>
      <dsp:spPr>
        <a:xfrm>
          <a:off x="1807368" y="2466724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Confirmation </a:t>
          </a:r>
          <a:endParaRPr lang="en-US" sz="3200" kern="1200" dirty="0"/>
        </a:p>
      </dsp:txBody>
      <dsp:txXfrm>
        <a:off x="1807368" y="2466724"/>
        <a:ext cx="3286125" cy="1971675"/>
      </dsp:txXfrm>
    </dsp:sp>
    <dsp:sp modelId="{8F78713E-67BF-463E-A5D5-13134D8A4229}">
      <dsp:nvSpPr>
        <dsp:cNvPr id="0" name=""/>
        <dsp:cNvSpPr/>
      </dsp:nvSpPr>
      <dsp:spPr>
        <a:xfrm>
          <a:off x="5422106" y="2466724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Procedures </a:t>
          </a:r>
          <a:endParaRPr lang="en-US" sz="3200" kern="1200" dirty="0"/>
        </a:p>
      </dsp:txBody>
      <dsp:txXfrm>
        <a:off x="5422106" y="2466724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2FA5F-823D-4FC5-9CBD-CAFAA999E6FB}">
      <dsp:nvSpPr>
        <dsp:cNvPr id="0" name=""/>
        <dsp:cNvSpPr/>
      </dsp:nvSpPr>
      <dsp:spPr>
        <a:xfrm>
          <a:off x="193445" y="2011"/>
          <a:ext cx="3563767" cy="21382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Recommendations </a:t>
          </a:r>
          <a:endParaRPr lang="en-US" sz="3400" kern="1200" dirty="0"/>
        </a:p>
      </dsp:txBody>
      <dsp:txXfrm>
        <a:off x="193445" y="2011"/>
        <a:ext cx="3563767" cy="2138260"/>
      </dsp:txXfrm>
    </dsp:sp>
    <dsp:sp modelId="{8DA71CC1-0C94-4585-8D10-982C8C5C8CC8}">
      <dsp:nvSpPr>
        <dsp:cNvPr id="0" name=""/>
        <dsp:cNvSpPr/>
      </dsp:nvSpPr>
      <dsp:spPr>
        <a:xfrm>
          <a:off x="4113589" y="2011"/>
          <a:ext cx="3563767" cy="21382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Feasibility </a:t>
          </a:r>
          <a:endParaRPr lang="en-US" sz="3400" kern="1200" dirty="0"/>
        </a:p>
      </dsp:txBody>
      <dsp:txXfrm>
        <a:off x="4113589" y="2011"/>
        <a:ext cx="3563767" cy="2138260"/>
      </dsp:txXfrm>
    </dsp:sp>
    <dsp:sp modelId="{1CDCAECF-EA93-4A20-9179-3D98ECAF3436}">
      <dsp:nvSpPr>
        <dsp:cNvPr id="0" name=""/>
        <dsp:cNvSpPr/>
      </dsp:nvSpPr>
      <dsp:spPr>
        <a:xfrm>
          <a:off x="8033734" y="2011"/>
          <a:ext cx="3563767" cy="21382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Status </a:t>
          </a:r>
          <a:endParaRPr lang="en-US" sz="3400" kern="1200" dirty="0"/>
        </a:p>
      </dsp:txBody>
      <dsp:txXfrm>
        <a:off x="8033734" y="2011"/>
        <a:ext cx="3563767" cy="2138260"/>
      </dsp:txXfrm>
    </dsp:sp>
    <dsp:sp modelId="{9619CF10-1C96-4D5A-86ED-AAA38C32CF7A}">
      <dsp:nvSpPr>
        <dsp:cNvPr id="0" name=""/>
        <dsp:cNvSpPr/>
      </dsp:nvSpPr>
      <dsp:spPr>
        <a:xfrm>
          <a:off x="4113589" y="2496648"/>
          <a:ext cx="3563767" cy="21382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Inquiry </a:t>
          </a:r>
          <a:endParaRPr lang="en-US" sz="3400" kern="1200" dirty="0"/>
        </a:p>
      </dsp:txBody>
      <dsp:txXfrm>
        <a:off x="4113589" y="2496648"/>
        <a:ext cx="3563767" cy="2138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0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3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7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2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2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3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8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6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8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36747-B329-4E60-AF0A-A9DDEEA7343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1A608-DBBE-4652-9FCB-1F2730210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6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637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E-mail Important?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E-mail has become a predominant means of routine correspondence. </a:t>
            </a:r>
          </a:p>
          <a:p>
            <a:r>
              <a:rPr lang="en-US" sz="3600" dirty="0" smtClean="0"/>
              <a:t>Geared to operate with e-mail</a:t>
            </a:r>
          </a:p>
          <a:p>
            <a:r>
              <a:rPr lang="en-US" sz="3600" dirty="0" smtClean="0"/>
              <a:t>Email cultures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2551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Reasons of importance 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4120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96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/>
            <a:r>
              <a:rPr lang="en-US" sz="3600" dirty="0" smtClean="0"/>
              <a:t>Everything is driven by time. You have to use what is most efficient. </a:t>
            </a:r>
          </a:p>
          <a:p>
            <a:pPr algn="justLow"/>
            <a:r>
              <a:rPr lang="en-US" sz="3600" dirty="0" smtClean="0"/>
              <a:t>The primary driving force behind e-mail’s prominence is time.</a:t>
            </a:r>
          </a:p>
          <a:p>
            <a:pPr algn="justLow"/>
            <a:r>
              <a:rPr lang="en-US" sz="3600" dirty="0" smtClean="0"/>
              <a:t>E-mail is quick. Whereas a posted letter might take several days to deliver, e-mail messages can be delivered within seconds.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0580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Convenience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3" y="1690688"/>
            <a:ext cx="11614245" cy="4969419"/>
          </a:xfrm>
        </p:spPr>
        <p:txBody>
          <a:bodyPr>
            <a:normAutofit/>
          </a:bodyPr>
          <a:lstStyle/>
          <a:p>
            <a:pPr algn="justLow"/>
            <a:r>
              <a:rPr lang="en-US" sz="3600" dirty="0" smtClean="0"/>
              <a:t>With wireless communication, you can send e-mail from notebooks to handhelds. </a:t>
            </a:r>
          </a:p>
          <a:p>
            <a:pPr algn="justLow"/>
            <a:r>
              <a:rPr lang="en-US" sz="3600" dirty="0" smtClean="0"/>
              <a:t>Handheld communication systems combine a voice phone, a personal digital assistant, and e-mail into a package that you can slip into a pocket or purse. </a:t>
            </a:r>
          </a:p>
          <a:p>
            <a:pPr algn="justLow"/>
            <a:r>
              <a:rPr lang="en-US" sz="3600" dirty="0" smtClean="0"/>
              <a:t>Then, you can access your e-mail messages anywhere, anytime.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846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26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Internal/ External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7732"/>
            <a:ext cx="10515600" cy="4539231"/>
          </a:xfrm>
        </p:spPr>
        <p:txBody>
          <a:bodyPr>
            <a:normAutofit/>
          </a:bodyPr>
          <a:lstStyle/>
          <a:p>
            <a:pPr algn="justLow"/>
            <a:r>
              <a:rPr lang="en-US" sz="3600" dirty="0" smtClean="0"/>
              <a:t>E-mail allows you to communicate internally to co-workers and externally to customers and vendors. </a:t>
            </a:r>
          </a:p>
          <a:p>
            <a:pPr algn="justLow"/>
            <a:r>
              <a:rPr lang="en-US" sz="3600" dirty="0" smtClean="0"/>
              <a:t>Traditional communication channels, like letters and memos, have more limited uses.</a:t>
            </a:r>
          </a:p>
          <a:p>
            <a:pPr algn="justLow"/>
            <a:r>
              <a:rPr lang="en-US" sz="3600" dirty="0" smtClean="0"/>
              <a:t>Generally, letters are external correspondence written from one company to another company; memos are internal correspondence transmitted within company. 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8745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999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781" y="1446662"/>
            <a:ext cx="11685897" cy="5186149"/>
          </a:xfrm>
        </p:spPr>
        <p:txBody>
          <a:bodyPr>
            <a:normAutofit/>
          </a:bodyPr>
          <a:lstStyle/>
          <a:p>
            <a:pPr algn="justLow"/>
            <a:r>
              <a:rPr lang="en-US" sz="3600" dirty="0" smtClean="0"/>
              <a:t>E-mail is cost effective because it is paper-free. </a:t>
            </a:r>
          </a:p>
          <a:p>
            <a:pPr algn="justLow"/>
            <a:r>
              <a:rPr lang="en-US" sz="3600" dirty="0" smtClean="0"/>
              <a:t>With an ability to attach files, you can send many kinds of documentation without paying shipping fees. </a:t>
            </a:r>
          </a:p>
          <a:p>
            <a:pPr algn="justLow"/>
            <a:r>
              <a:rPr lang="en-US" sz="3600" dirty="0" smtClean="0"/>
              <a:t>This is especially valuable when considering international business. 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7517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7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15" y="1487606"/>
            <a:ext cx="11150221" cy="4689357"/>
          </a:xfrm>
        </p:spPr>
        <p:txBody>
          <a:bodyPr/>
          <a:lstStyle/>
          <a:p>
            <a:r>
              <a:rPr lang="en-US" dirty="0" smtClean="0"/>
              <a:t>E-mail provides an additional value when it comes to documentation.</a:t>
            </a:r>
          </a:p>
          <a:p>
            <a:r>
              <a:rPr lang="en-US" dirty="0" smtClean="0"/>
              <a:t>Because so many writers merely respond to earlier e-mail messages, what you end up with is a “virtual paper trail” .</a:t>
            </a:r>
          </a:p>
          <a:p>
            <a:r>
              <a:rPr lang="en-US" dirty="0" smtClean="0"/>
              <a:t>When E-mail is printed out, often the printout will contain dozens of e-mail messages, representing an entire string of dialogue. This provides a company an extensive record for future reference. In addition, most companies archive e-mail messages in backup files.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41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Reasons for writing E-mail Messages 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337146"/>
              </p:ext>
            </p:extLst>
          </p:nvPr>
        </p:nvGraphicFramePr>
        <p:xfrm>
          <a:off x="838200" y="1572126"/>
          <a:ext cx="10515600" cy="4604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56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Reasons for writing E-mail Messages 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913457"/>
              </p:ext>
            </p:extLst>
          </p:nvPr>
        </p:nvGraphicFramePr>
        <p:xfrm>
          <a:off x="208547" y="1540042"/>
          <a:ext cx="11790947" cy="4636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813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32" y="0"/>
            <a:ext cx="12015536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 for Writing Effective E-mail 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Recognize your Audience </a:t>
            </a:r>
          </a:p>
          <a:p>
            <a:r>
              <a:rPr lang="en-US" sz="3600" dirty="0" smtClean="0"/>
              <a:t>Identify Yourself </a:t>
            </a:r>
          </a:p>
          <a:p>
            <a:r>
              <a:rPr lang="en-US" sz="3600" dirty="0" smtClean="0"/>
              <a:t>Provide an Effective Subject Line </a:t>
            </a:r>
          </a:p>
          <a:p>
            <a:r>
              <a:rPr lang="en-US" sz="3600" dirty="0" smtClean="0"/>
              <a:t>Keep Your E-mail Message Brief </a:t>
            </a:r>
            <a:endParaRPr lang="en-US" sz="3600" dirty="0"/>
          </a:p>
          <a:p>
            <a:r>
              <a:rPr lang="en-US" sz="3600" dirty="0" smtClean="0"/>
              <a:t>Organize Your E-mail Message </a:t>
            </a:r>
          </a:p>
          <a:p>
            <a:r>
              <a:rPr lang="en-US" sz="3600" dirty="0" smtClean="0"/>
              <a:t>Use Highlighting Techniques </a:t>
            </a:r>
          </a:p>
        </p:txBody>
      </p:sp>
    </p:spTree>
    <p:extLst>
      <p:ext uri="{BB962C8B-B14F-4D97-AF65-F5344CB8AC3E}">
        <p14:creationId xmlns:p14="http://schemas.microsoft.com/office/powerpoint/2010/main" val="39128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21" y="124493"/>
            <a:ext cx="12031579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 for Writing Effective E-mail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58" y="1450056"/>
            <a:ext cx="11662610" cy="514324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Proofread Your E-mail </a:t>
            </a:r>
          </a:p>
          <a:p>
            <a:r>
              <a:rPr lang="en-US" sz="3600" dirty="0" smtClean="0"/>
              <a:t>Make Hard copies for Future Reference </a:t>
            </a:r>
          </a:p>
          <a:p>
            <a:r>
              <a:rPr lang="en-US" sz="3600" dirty="0" smtClean="0"/>
              <a:t>Be Careful When Sending Attachments </a:t>
            </a:r>
          </a:p>
          <a:p>
            <a:r>
              <a:rPr lang="en-US" sz="3600" dirty="0" smtClean="0"/>
              <a:t>Practice Netiquette </a:t>
            </a:r>
          </a:p>
          <a:p>
            <a:r>
              <a:rPr lang="en-US" sz="3600" dirty="0" smtClean="0"/>
              <a:t>Be Courteous </a:t>
            </a:r>
          </a:p>
          <a:p>
            <a:r>
              <a:rPr lang="en-US" sz="3600" dirty="0" smtClean="0"/>
              <a:t>Be Professional </a:t>
            </a:r>
          </a:p>
          <a:p>
            <a:r>
              <a:rPr lang="en-US" sz="3600" dirty="0" smtClean="0"/>
              <a:t>Avoid abusive, angry E-mail messages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5935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42" y="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Recognize your Audience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421" y="834189"/>
            <a:ext cx="11903242" cy="6023811"/>
          </a:xfrm>
        </p:spPr>
        <p:txBody>
          <a:bodyPr>
            <a:noAutofit/>
          </a:bodyPr>
          <a:lstStyle/>
          <a:p>
            <a:pPr algn="justLow"/>
            <a:r>
              <a:rPr lang="en-US" dirty="0" smtClean="0"/>
              <a:t>E-mail messages can be sent to managers, co-workers, subordinates, vendors, and customers, among other audiences. Your E-mail readers will be high tech, low tech, and lay. Thus, you must factor in the levels of knowledge. </a:t>
            </a:r>
          </a:p>
          <a:p>
            <a:pPr algn="justLow"/>
            <a:r>
              <a:rPr lang="en-US" dirty="0" smtClean="0"/>
              <a:t>Remembers that abbreviations and acronyms are not universal. Dates, times, measurements, and monetary figures differ from country to country.</a:t>
            </a:r>
          </a:p>
          <a:p>
            <a:pPr algn="justLow"/>
            <a:r>
              <a:rPr lang="en-US" dirty="0" smtClean="0"/>
              <a:t>In addition, your reader’s E-mail system might not have the same features or capabilities that you have. </a:t>
            </a:r>
          </a:p>
          <a:p>
            <a:pPr algn="justLow"/>
            <a:r>
              <a:rPr lang="en-US" dirty="0" smtClean="0"/>
              <a:t>Hard-copy text will look the same to all readers. E-mail platforms, such as in AOL, Outlook, Gmail, Hotmail, and Yahoo, display text differently. </a:t>
            </a:r>
          </a:p>
          <a:p>
            <a:pPr algn="justLow"/>
            <a:r>
              <a:rPr lang="en-US" dirty="0" smtClean="0"/>
              <a:t>To communicate effectively, recognize your audience’s level of knowledge, language, and technology needs.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Yourself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3158"/>
            <a:ext cx="12192000" cy="565484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Identify yourself by name, affiliation, or title. </a:t>
            </a:r>
          </a:p>
          <a:p>
            <a:r>
              <a:rPr lang="en-US" sz="3600" dirty="0" smtClean="0"/>
              <a:t>You can accomplish this file in the “from” line of your e-mail or by creating a signature file or .sig file. This .sig file acts like an online business card.</a:t>
            </a:r>
          </a:p>
          <a:p>
            <a:r>
              <a:rPr lang="en-US" sz="3600" dirty="0" smtClean="0"/>
              <a:t>Once this identification is complete, readers will be able to open your e-mail without fear of corrupting their computer systems.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4396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26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 an Effective Subject Line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37" y="1105794"/>
            <a:ext cx="11788726" cy="53738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Readers are unwilling to open unsolicited or unknown e-mail, due to fear of span and viruses. </a:t>
            </a:r>
          </a:p>
          <a:p>
            <a:r>
              <a:rPr lang="en-US" sz="3200" dirty="0" smtClean="0"/>
              <a:t>In addition, corporate employees receive approximately 50 e-mail messages each day. </a:t>
            </a:r>
          </a:p>
          <a:p>
            <a:r>
              <a:rPr lang="en-US" sz="3200" dirty="0" smtClean="0"/>
              <a:t>They might not want to read every message sent to them. </a:t>
            </a:r>
          </a:p>
          <a:p>
            <a:r>
              <a:rPr lang="en-US" sz="3200" dirty="0" smtClean="0"/>
              <a:t>To ensure that your e-mail messages are read, avoid uninformative subject lines such as “Hi”, “What’s New”, or “important Message.” Instead, include an effective subject line, such as “Subject: Meeting Dates for Tech Prep conference.” 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21521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683"/>
            <a:ext cx="10515600" cy="12471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 Your E-mail Message Brief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537" y="1043573"/>
            <a:ext cx="11899231" cy="480377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E-readers skim and scan. </a:t>
            </a:r>
          </a:p>
          <a:p>
            <a:r>
              <a:rPr lang="en-US" sz="3600" dirty="0" smtClean="0"/>
              <a:t>To help them access information quickly, “Apply the ‘top of the screen’ test. </a:t>
            </a:r>
          </a:p>
          <a:p>
            <a:r>
              <a:rPr lang="en-US" sz="3600" dirty="0" smtClean="0"/>
              <a:t>Assume that your readers will look at the first screen of your message only. </a:t>
            </a:r>
          </a:p>
          <a:p>
            <a:r>
              <a:rPr lang="en-US" sz="3600" dirty="0" smtClean="0"/>
              <a:t>Limit your message to one screen (if possible)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83943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834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Organize Your E-mail Message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53" y="1103729"/>
            <a:ext cx="11815010" cy="4707523"/>
          </a:xfrm>
        </p:spPr>
        <p:txBody>
          <a:bodyPr>
            <a:normAutofit/>
          </a:bodyPr>
          <a:lstStyle/>
          <a:p>
            <a:pPr algn="justLow"/>
            <a:r>
              <a:rPr lang="en-US" sz="3200" dirty="0" smtClean="0"/>
              <a:t>Successful writing usually contains an introductory paragraph, a discussion paragraph or paragraphs, and a conclusion. </a:t>
            </a:r>
          </a:p>
          <a:p>
            <a:pPr algn="justLow"/>
            <a:r>
              <a:rPr lang="en-US" sz="3200" dirty="0" smtClean="0"/>
              <a:t>Although many e-mail messages are brief, only a few sentences, you can use the introductory sentences to tell the reader why you are writing and what you are writing about. </a:t>
            </a:r>
          </a:p>
          <a:p>
            <a:pPr algn="justLow"/>
            <a:r>
              <a:rPr lang="en-US" sz="3200" dirty="0" smtClean="0"/>
              <a:t>In the discussion, clarify your points thoroughly.</a:t>
            </a:r>
          </a:p>
          <a:p>
            <a:pPr algn="justLow"/>
            <a:r>
              <a:rPr lang="en-US" sz="3200" dirty="0" smtClean="0"/>
              <a:t>Use the concluding sentences to tell the reader what is text, possibly explaining when a follow-up is required and why that date is important.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9513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Highlighting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pPr algn="justLow"/>
            <a:r>
              <a:rPr lang="en-US" sz="3200" dirty="0" smtClean="0"/>
              <a:t>Many E-mail packages will let you use highlighting techniques, such as boldface, underlining, computer-generated bullets and numbers, centering, font color highlighting, and font color changes. </a:t>
            </a:r>
          </a:p>
          <a:p>
            <a:pPr algn="justLow"/>
            <a:r>
              <a:rPr lang="en-US" sz="3200" dirty="0" smtClean="0"/>
              <a:t>May other e-mail platforms will not display such visual enhancements. </a:t>
            </a:r>
          </a:p>
          <a:p>
            <a:pPr algn="justLow"/>
            <a:r>
              <a:rPr lang="en-US" sz="3200" dirty="0" smtClean="0"/>
              <a:t>To avoid having parts of the message distorted, limit your highlighting to asterisks, numbers, double spacing and headings.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7351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116" y="316999"/>
            <a:ext cx="10515600" cy="9102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Proofread Your E-mail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16" y="1227221"/>
            <a:ext cx="11887200" cy="4949742"/>
          </a:xfrm>
        </p:spPr>
        <p:txBody>
          <a:bodyPr/>
          <a:lstStyle/>
          <a:p>
            <a:r>
              <a:rPr lang="en-US" dirty="0" smtClean="0"/>
              <a:t>Errors will undermine your professionalism and your company’s credibility. </a:t>
            </a:r>
          </a:p>
          <a:p>
            <a:r>
              <a:rPr lang="en-US" dirty="0" smtClean="0"/>
              <a:t>Recheck your facts, dates, addresses, and numerical information before you send the message.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Type your text in a word processing package, like Microsoft Word.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Print it out. Sometimes it is easier to read hard-copy text than text online. Also, your word processing package, with its spell check and/ or grammar check, will help you proofread your writing. </a:t>
            </a:r>
          </a:p>
          <a:p>
            <a:r>
              <a:rPr lang="en-US" dirty="0" smtClean="0"/>
              <a:t>Once you have completed these two steps, copy and paste the text from your word processing file into your e-mail.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3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4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Make Hard copies for Future Reference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447" y="763212"/>
            <a:ext cx="11851105" cy="4855535"/>
          </a:xfrm>
        </p:spPr>
        <p:txBody>
          <a:bodyPr>
            <a:noAutofit/>
          </a:bodyPr>
          <a:lstStyle/>
          <a:p>
            <a:r>
              <a:rPr lang="en-US" sz="3200" dirty="0" smtClean="0"/>
              <a:t>Making hard copies of all e-mail messages is not necessary because most companies archive e-mail.</a:t>
            </a:r>
          </a:p>
          <a:p>
            <a:r>
              <a:rPr lang="en-US" sz="3200" dirty="0" smtClean="0"/>
              <a:t>However, in some instances, you might want to keep a hard copy for future reference. These instances could include transmission of good news.</a:t>
            </a:r>
          </a:p>
          <a:p>
            <a:r>
              <a:rPr lang="en-US" sz="3200" dirty="0" smtClean="0"/>
              <a:t>For example, you have received compliments about your work and want to save this record for your annual job review. </a:t>
            </a:r>
          </a:p>
          <a:p>
            <a:r>
              <a:rPr lang="en-US" sz="3200" dirty="0" smtClean="0"/>
              <a:t>You also might save a hard copy of an e-mail message regarding flight, hotel, car rental, or conference arrangements for business-related travel.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89832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Careful When Sending Attachments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537" y="1212015"/>
            <a:ext cx="11851105" cy="4351338"/>
          </a:xfrm>
        </p:spPr>
        <p:txBody>
          <a:bodyPr>
            <a:normAutofit/>
          </a:bodyPr>
          <a:lstStyle/>
          <a:p>
            <a:pPr algn="justLow"/>
            <a:r>
              <a:rPr lang="en-US" sz="3200" dirty="0" smtClean="0"/>
              <a:t>When you send attachments, tell your reader within the body of the e-mail message that you have attached a file, specify the file name of your attachment and the software application that you have used (HTML, PowerPoint, PDF, RTF, Word, or Works); and use compression (zipped) files to limit your attachment size.</a:t>
            </a:r>
          </a:p>
          <a:p>
            <a:pPr algn="justLow"/>
            <a:r>
              <a:rPr lang="en-US" sz="3200" dirty="0" smtClean="0"/>
              <a:t>Zipped files are necessary only if an attachment is quite large.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48253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Practice Netiquette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505" y="1272172"/>
            <a:ext cx="11839074" cy="4351338"/>
          </a:xfrm>
        </p:spPr>
        <p:txBody>
          <a:bodyPr>
            <a:normAutofit/>
          </a:bodyPr>
          <a:lstStyle/>
          <a:p>
            <a:pPr algn="justLow"/>
            <a:r>
              <a:rPr lang="en-US" sz="3200" dirty="0" smtClean="0"/>
              <a:t>When you write your e-mail messages, observe the rules of “netiquette” </a:t>
            </a:r>
          </a:p>
          <a:p>
            <a:pPr algn="justLow"/>
            <a:r>
              <a:rPr lang="en-US" sz="3200" dirty="0" smtClean="0">
                <a:solidFill>
                  <a:srgbClr val="FF0000"/>
                </a:solidFill>
              </a:rPr>
              <a:t>Be Courteous</a:t>
            </a:r>
            <a:r>
              <a:rPr lang="en-US" sz="3200" dirty="0" smtClean="0"/>
              <a:t>. Do not let the instantaneous quality of e-mail negate your need to be clam, deliberate, and professional. </a:t>
            </a:r>
          </a:p>
          <a:p>
            <a:pPr algn="justLow"/>
            <a:r>
              <a:rPr lang="en-US" sz="3200" dirty="0" smtClean="0">
                <a:solidFill>
                  <a:srgbClr val="FF0000"/>
                </a:solidFill>
              </a:rPr>
              <a:t>Be Professional</a:t>
            </a:r>
            <a:r>
              <a:rPr lang="en-US" sz="3200" dirty="0" smtClean="0"/>
              <a:t>. Occasionally, e-mail writers compose excessively casual e-mail messages. They will lowercase a pronoun like “I”, use ellipses (...) or dashes instead of more traditional punctuation, use instant messaging shorthand.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7363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Avoid abusive, angry E-mail messages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916" y="1600199"/>
            <a:ext cx="11658600" cy="5053263"/>
          </a:xfrm>
        </p:spPr>
        <p:txBody>
          <a:bodyPr/>
          <a:lstStyle/>
          <a:p>
            <a:pPr algn="justLow"/>
            <a:r>
              <a:rPr lang="en-US" sz="3200" dirty="0" smtClean="0"/>
              <a:t>Because of its quick turnaround abilities, e-mail can lead to negative correspondence called flaming. Flaming is sending angry e-mail, often TYPED IN ALL CAPS.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8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2053"/>
            <a:ext cx="12192000" cy="591953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99082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1309</Words>
  <Application>Microsoft Office PowerPoint</Application>
  <PresentationFormat>Widescreen</PresentationFormat>
  <Paragraphs>105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Why is E-mail Important? </vt:lpstr>
      <vt:lpstr>Reasons of importance </vt:lpstr>
      <vt:lpstr>Time </vt:lpstr>
      <vt:lpstr>Convenience</vt:lpstr>
      <vt:lpstr>Internal/ External  </vt:lpstr>
      <vt:lpstr>Cost </vt:lpstr>
      <vt:lpstr>Documentation </vt:lpstr>
      <vt:lpstr>Reasons for writing E-mail Messages </vt:lpstr>
      <vt:lpstr>Reasons for writing E-mail Messages </vt:lpstr>
      <vt:lpstr>Techniques for Writing Effective E-mail </vt:lpstr>
      <vt:lpstr>Techniques for Writing Effective E-mail </vt:lpstr>
      <vt:lpstr>Recognize your Audience  </vt:lpstr>
      <vt:lpstr>Identify Yourself  </vt:lpstr>
      <vt:lpstr>Provide an Effective Subject Line  </vt:lpstr>
      <vt:lpstr>Keep Your E-mail Message Brief  </vt:lpstr>
      <vt:lpstr>Organize Your E-mail Message  </vt:lpstr>
      <vt:lpstr>Use Highlighting Techniques</vt:lpstr>
      <vt:lpstr>Proofread Your E-mail  </vt:lpstr>
      <vt:lpstr>Make Hard copies for Future Reference  </vt:lpstr>
      <vt:lpstr>Be Careful When Sending Attachments  </vt:lpstr>
      <vt:lpstr>Practice Netiquette  </vt:lpstr>
      <vt:lpstr>Avoid abusive, angry E-mail messages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Tab &amp; Tech</dc:creator>
  <cp:lastModifiedBy>Tab &amp; Tech</cp:lastModifiedBy>
  <cp:revision>24</cp:revision>
  <dcterms:created xsi:type="dcterms:W3CDTF">2025-04-30T01:19:59Z</dcterms:created>
  <dcterms:modified xsi:type="dcterms:W3CDTF">2025-05-02T12:24:50Z</dcterms:modified>
</cp:coreProperties>
</file>