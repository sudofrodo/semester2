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2" r:id="rId17"/>
    <p:sldId id="273" r:id="rId18"/>
    <p:sldId id="274" r:id="rId19"/>
    <p:sldId id="275" r:id="rId20"/>
    <p:sldId id="276" r:id="rId21"/>
    <p:sldId id="278" r:id="rId22"/>
    <p:sldId id="281" r:id="rId23"/>
    <p:sldId id="282" r:id="rId24"/>
    <p:sldId id="283" r:id="rId25"/>
    <p:sldId id="284" r:id="rId26"/>
    <p:sldId id="285" r:id="rId27"/>
    <p:sldId id="286" r:id="rId28"/>
    <p:sldId id="287" r:id="rId29"/>
    <p:sldId id="288" r:id="rId30"/>
    <p:sldId id="289" r:id="rId31"/>
    <p:sldId id="279" r:id="rId32"/>
    <p:sldId id="290"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7075" autoAdjust="0"/>
  </p:normalViewPr>
  <p:slideViewPr>
    <p:cSldViewPr snapToGrid="0">
      <p:cViewPr varScale="1">
        <p:scale>
          <a:sx n="63" d="100"/>
          <a:sy n="63" d="100"/>
        </p:scale>
        <p:origin x="99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F4278A1-1E22-4126-8A7E-C8AA13D518B6}" type="doc">
      <dgm:prSet loTypeId="urn:microsoft.com/office/officeart/2005/8/layout/rings+Icon" loCatId="officeonline" qsTypeId="urn:microsoft.com/office/officeart/2005/8/quickstyle/simple1" qsCatId="simple" csTypeId="urn:microsoft.com/office/officeart/2005/8/colors/colorful4" csCatId="colorful" phldr="1"/>
      <dgm:spPr/>
      <dgm:t>
        <a:bodyPr/>
        <a:lstStyle/>
        <a:p>
          <a:endParaRPr lang="en-US"/>
        </a:p>
      </dgm:t>
    </dgm:pt>
    <dgm:pt modelId="{98D05A06-7A0C-46E1-BE59-2A1DE7371361}">
      <dgm:prSet phldrT="[Text]" custT="1"/>
      <dgm:spPr/>
      <dgm:t>
        <a:bodyPr/>
        <a:lstStyle/>
        <a:p>
          <a:r>
            <a:rPr lang="en-US" sz="2800" dirty="0" smtClean="0"/>
            <a:t>Destination </a:t>
          </a:r>
          <a:endParaRPr lang="en-US" sz="2800" dirty="0"/>
        </a:p>
      </dgm:t>
    </dgm:pt>
    <dgm:pt modelId="{8BA4C24B-AC46-4037-9928-144028AC7A42}" type="parTrans" cxnId="{D93CA53E-D0D6-4DC5-AB47-28BE59BF0287}">
      <dgm:prSet/>
      <dgm:spPr/>
      <dgm:t>
        <a:bodyPr/>
        <a:lstStyle/>
        <a:p>
          <a:endParaRPr lang="en-US"/>
        </a:p>
      </dgm:t>
    </dgm:pt>
    <dgm:pt modelId="{AD305914-3281-442B-B916-E948CB533EFE}" type="sibTrans" cxnId="{D93CA53E-D0D6-4DC5-AB47-28BE59BF0287}">
      <dgm:prSet/>
      <dgm:spPr/>
      <dgm:t>
        <a:bodyPr/>
        <a:lstStyle/>
        <a:p>
          <a:endParaRPr lang="en-US"/>
        </a:p>
      </dgm:t>
    </dgm:pt>
    <dgm:pt modelId="{8D590140-5FC2-4570-BDDE-558B398CAD1A}">
      <dgm:prSet phldrT="[Text]" custT="1"/>
      <dgm:spPr/>
      <dgm:t>
        <a:bodyPr/>
        <a:lstStyle/>
        <a:p>
          <a:r>
            <a:rPr lang="en-US" sz="2800" dirty="0" smtClean="0"/>
            <a:t>Format </a:t>
          </a:r>
          <a:endParaRPr lang="en-US" sz="2800" dirty="0"/>
        </a:p>
      </dgm:t>
    </dgm:pt>
    <dgm:pt modelId="{4236F141-4444-439C-9BB4-17136612DEFE}" type="parTrans" cxnId="{4C6CD0F5-E79A-4B2D-B3E7-0A747D95FA20}">
      <dgm:prSet/>
      <dgm:spPr/>
      <dgm:t>
        <a:bodyPr/>
        <a:lstStyle/>
        <a:p>
          <a:endParaRPr lang="en-US"/>
        </a:p>
      </dgm:t>
    </dgm:pt>
    <dgm:pt modelId="{A5148372-C88A-4146-B9E5-4366D365B34E}" type="sibTrans" cxnId="{4C6CD0F5-E79A-4B2D-B3E7-0A747D95FA20}">
      <dgm:prSet/>
      <dgm:spPr/>
      <dgm:t>
        <a:bodyPr/>
        <a:lstStyle/>
        <a:p>
          <a:endParaRPr lang="en-US"/>
        </a:p>
      </dgm:t>
    </dgm:pt>
    <dgm:pt modelId="{8E26FAE9-F65F-4869-8F6B-C140A8D12619}">
      <dgm:prSet phldrT="[Text]" custT="1"/>
      <dgm:spPr/>
      <dgm:t>
        <a:bodyPr/>
        <a:lstStyle/>
        <a:p>
          <a:r>
            <a:rPr lang="en-US" sz="2800" dirty="0" smtClean="0"/>
            <a:t>Audience </a:t>
          </a:r>
          <a:endParaRPr lang="en-US" sz="2800" dirty="0"/>
        </a:p>
      </dgm:t>
    </dgm:pt>
    <dgm:pt modelId="{7A060333-8FC8-48BF-BE94-6DBEC9597190}" type="parTrans" cxnId="{16108E33-3362-43B0-9204-5CF7B5FA4457}">
      <dgm:prSet/>
      <dgm:spPr/>
      <dgm:t>
        <a:bodyPr/>
        <a:lstStyle/>
        <a:p>
          <a:endParaRPr lang="en-US"/>
        </a:p>
      </dgm:t>
    </dgm:pt>
    <dgm:pt modelId="{D78FB3B3-4AE4-4867-A93F-93BBBFB4B498}" type="sibTrans" cxnId="{16108E33-3362-43B0-9204-5CF7B5FA4457}">
      <dgm:prSet/>
      <dgm:spPr/>
      <dgm:t>
        <a:bodyPr/>
        <a:lstStyle/>
        <a:p>
          <a:endParaRPr lang="en-US"/>
        </a:p>
      </dgm:t>
    </dgm:pt>
    <dgm:pt modelId="{7B061D28-3D16-4171-B7CE-C1948ABCA5CA}">
      <dgm:prSet phldrT="[Text]" custT="1"/>
      <dgm:spPr/>
      <dgm:t>
        <a:bodyPr/>
        <a:lstStyle/>
        <a:p>
          <a:r>
            <a:rPr lang="en-US" sz="2800" dirty="0" smtClean="0"/>
            <a:t>Topic </a:t>
          </a:r>
          <a:endParaRPr lang="en-US" sz="2800" dirty="0"/>
        </a:p>
      </dgm:t>
    </dgm:pt>
    <dgm:pt modelId="{89988DAA-E389-4F79-B39E-E26F38BCABDC}" type="parTrans" cxnId="{37FE2AA5-1DEC-4D19-A5A1-B1CC545B6FC4}">
      <dgm:prSet/>
      <dgm:spPr/>
      <dgm:t>
        <a:bodyPr/>
        <a:lstStyle/>
        <a:p>
          <a:endParaRPr lang="en-US"/>
        </a:p>
      </dgm:t>
    </dgm:pt>
    <dgm:pt modelId="{0F62F1AF-543F-4A5D-84E7-B8D7E38727DC}" type="sibTrans" cxnId="{37FE2AA5-1DEC-4D19-A5A1-B1CC545B6FC4}">
      <dgm:prSet/>
      <dgm:spPr/>
      <dgm:t>
        <a:bodyPr/>
        <a:lstStyle/>
        <a:p>
          <a:endParaRPr lang="en-US"/>
        </a:p>
      </dgm:t>
    </dgm:pt>
    <dgm:pt modelId="{12AEF3B3-5E82-4BBF-966F-1BB53490E396}">
      <dgm:prSet phldrT="[Text]" custT="1"/>
      <dgm:spPr/>
      <dgm:t>
        <a:bodyPr/>
        <a:lstStyle/>
        <a:p>
          <a:r>
            <a:rPr lang="en-US" sz="2800" dirty="0" smtClean="0"/>
            <a:t>Complexity </a:t>
          </a:r>
          <a:endParaRPr lang="en-US" sz="2800" dirty="0"/>
        </a:p>
      </dgm:t>
    </dgm:pt>
    <dgm:pt modelId="{D560A611-1431-437C-ADD5-06F309974AAD}" type="parTrans" cxnId="{A6329837-0618-4B69-B038-71F20B4B6BFF}">
      <dgm:prSet/>
      <dgm:spPr/>
      <dgm:t>
        <a:bodyPr/>
        <a:lstStyle/>
        <a:p>
          <a:endParaRPr lang="en-US"/>
        </a:p>
      </dgm:t>
    </dgm:pt>
    <dgm:pt modelId="{0E139647-8E4F-44F6-A0BA-D7A7F03BCE6D}" type="sibTrans" cxnId="{A6329837-0618-4B69-B038-71F20B4B6BFF}">
      <dgm:prSet/>
      <dgm:spPr/>
      <dgm:t>
        <a:bodyPr/>
        <a:lstStyle/>
        <a:p>
          <a:endParaRPr lang="en-US"/>
        </a:p>
      </dgm:t>
    </dgm:pt>
    <dgm:pt modelId="{7E7518F3-EA00-40B5-8204-24D8AFE97E10}">
      <dgm:prSet phldrT="[Text]" custT="1"/>
      <dgm:spPr/>
      <dgm:t>
        <a:bodyPr/>
        <a:lstStyle/>
        <a:p>
          <a:r>
            <a:rPr lang="en-US" sz="2800" dirty="0" smtClean="0"/>
            <a:t>Tone </a:t>
          </a:r>
          <a:endParaRPr lang="en-US" sz="2800" dirty="0"/>
        </a:p>
      </dgm:t>
    </dgm:pt>
    <dgm:pt modelId="{1931C1AC-ED28-441D-B1DC-5F5EEE5B3536}" type="parTrans" cxnId="{8706DCD0-E3A7-427B-B06B-627B48403A86}">
      <dgm:prSet/>
      <dgm:spPr/>
      <dgm:t>
        <a:bodyPr/>
        <a:lstStyle/>
        <a:p>
          <a:endParaRPr lang="en-US"/>
        </a:p>
      </dgm:t>
    </dgm:pt>
    <dgm:pt modelId="{3D41E1C6-C322-471F-9721-C2CCFAAAA75B}" type="sibTrans" cxnId="{8706DCD0-E3A7-427B-B06B-627B48403A86}">
      <dgm:prSet/>
      <dgm:spPr/>
      <dgm:t>
        <a:bodyPr/>
        <a:lstStyle/>
        <a:p>
          <a:endParaRPr lang="en-US"/>
        </a:p>
      </dgm:t>
    </dgm:pt>
    <dgm:pt modelId="{BE549F69-0160-4F91-BC40-14FBCA39BC42}">
      <dgm:prSet phldrT="[Text]"/>
      <dgm:spPr/>
      <dgm:t>
        <a:bodyPr/>
        <a:lstStyle/>
        <a:p>
          <a:endParaRPr lang="en-US"/>
        </a:p>
      </dgm:t>
    </dgm:pt>
    <dgm:pt modelId="{2F9D4D55-1AD4-401D-A776-A4DCBF94BAD1}" type="parTrans" cxnId="{C160F0B9-2244-493D-80BB-5B360F4945A2}">
      <dgm:prSet/>
      <dgm:spPr/>
      <dgm:t>
        <a:bodyPr/>
        <a:lstStyle/>
        <a:p>
          <a:endParaRPr lang="en-US"/>
        </a:p>
      </dgm:t>
    </dgm:pt>
    <dgm:pt modelId="{D17B33FD-0884-4F3C-98D2-D2AD2CD6D512}" type="sibTrans" cxnId="{C160F0B9-2244-493D-80BB-5B360F4945A2}">
      <dgm:prSet/>
      <dgm:spPr/>
      <dgm:t>
        <a:bodyPr/>
        <a:lstStyle/>
        <a:p>
          <a:endParaRPr lang="en-US"/>
        </a:p>
      </dgm:t>
    </dgm:pt>
    <dgm:pt modelId="{AB557B60-1E32-4B58-B95D-E87E3E1AD2C0}">
      <dgm:prSet phldrT="[Text]"/>
      <dgm:spPr/>
      <dgm:t>
        <a:bodyPr/>
        <a:lstStyle/>
        <a:p>
          <a:endParaRPr lang="en-US"/>
        </a:p>
      </dgm:t>
    </dgm:pt>
    <dgm:pt modelId="{46711526-0D8B-41E2-B7AC-1A213FFEFEC9}" type="parTrans" cxnId="{99E6330A-1BD7-4CCA-8EF0-5BDF803A1F7A}">
      <dgm:prSet/>
      <dgm:spPr/>
      <dgm:t>
        <a:bodyPr/>
        <a:lstStyle/>
        <a:p>
          <a:endParaRPr lang="en-US"/>
        </a:p>
      </dgm:t>
    </dgm:pt>
    <dgm:pt modelId="{96776283-B8D0-46B8-972C-4803014B204F}" type="sibTrans" cxnId="{99E6330A-1BD7-4CCA-8EF0-5BDF803A1F7A}">
      <dgm:prSet/>
      <dgm:spPr/>
      <dgm:t>
        <a:bodyPr/>
        <a:lstStyle/>
        <a:p>
          <a:endParaRPr lang="en-US"/>
        </a:p>
      </dgm:t>
    </dgm:pt>
    <dgm:pt modelId="{CFE585FA-512E-4F3A-9755-94129110BE8D}" type="pres">
      <dgm:prSet presAssocID="{1F4278A1-1E22-4126-8A7E-C8AA13D518B6}" presName="Name0" presStyleCnt="0">
        <dgm:presLayoutVars>
          <dgm:chMax val="7"/>
          <dgm:dir/>
          <dgm:resizeHandles val="exact"/>
        </dgm:presLayoutVars>
      </dgm:prSet>
      <dgm:spPr/>
      <dgm:t>
        <a:bodyPr/>
        <a:lstStyle/>
        <a:p>
          <a:endParaRPr lang="en-US"/>
        </a:p>
      </dgm:t>
    </dgm:pt>
    <dgm:pt modelId="{4947C2FA-F2D2-4DAC-9D7A-29894D423B6F}" type="pres">
      <dgm:prSet presAssocID="{1F4278A1-1E22-4126-8A7E-C8AA13D518B6}" presName="ellipse1" presStyleLbl="vennNode1" presStyleIdx="0" presStyleCnt="7">
        <dgm:presLayoutVars>
          <dgm:bulletEnabled val="1"/>
        </dgm:presLayoutVars>
      </dgm:prSet>
      <dgm:spPr/>
      <dgm:t>
        <a:bodyPr/>
        <a:lstStyle/>
        <a:p>
          <a:endParaRPr lang="en-US"/>
        </a:p>
      </dgm:t>
    </dgm:pt>
    <dgm:pt modelId="{46CB891F-D105-454E-984A-8F90832CDA9D}" type="pres">
      <dgm:prSet presAssocID="{1F4278A1-1E22-4126-8A7E-C8AA13D518B6}" presName="ellipse2" presStyleLbl="vennNode1" presStyleIdx="1" presStyleCnt="7">
        <dgm:presLayoutVars>
          <dgm:bulletEnabled val="1"/>
        </dgm:presLayoutVars>
      </dgm:prSet>
      <dgm:spPr/>
      <dgm:t>
        <a:bodyPr/>
        <a:lstStyle/>
        <a:p>
          <a:endParaRPr lang="en-US"/>
        </a:p>
      </dgm:t>
    </dgm:pt>
    <dgm:pt modelId="{A8357BA1-6686-4C6E-A76B-AECDF74FDC43}" type="pres">
      <dgm:prSet presAssocID="{1F4278A1-1E22-4126-8A7E-C8AA13D518B6}" presName="ellipse3" presStyleLbl="vennNode1" presStyleIdx="2" presStyleCnt="7">
        <dgm:presLayoutVars>
          <dgm:bulletEnabled val="1"/>
        </dgm:presLayoutVars>
      </dgm:prSet>
      <dgm:spPr/>
      <dgm:t>
        <a:bodyPr/>
        <a:lstStyle/>
        <a:p>
          <a:endParaRPr lang="en-US"/>
        </a:p>
      </dgm:t>
    </dgm:pt>
    <dgm:pt modelId="{AC8C49CE-8B31-48BA-91DA-E2789DB42DCB}" type="pres">
      <dgm:prSet presAssocID="{1F4278A1-1E22-4126-8A7E-C8AA13D518B6}" presName="ellipse4" presStyleLbl="vennNode1" presStyleIdx="3" presStyleCnt="7">
        <dgm:presLayoutVars>
          <dgm:bulletEnabled val="1"/>
        </dgm:presLayoutVars>
      </dgm:prSet>
      <dgm:spPr/>
      <dgm:t>
        <a:bodyPr/>
        <a:lstStyle/>
        <a:p>
          <a:endParaRPr lang="en-US"/>
        </a:p>
      </dgm:t>
    </dgm:pt>
    <dgm:pt modelId="{E5CD0421-BEFE-4D6E-9ABE-3BCB5CEEE7BA}" type="pres">
      <dgm:prSet presAssocID="{1F4278A1-1E22-4126-8A7E-C8AA13D518B6}" presName="ellipse5" presStyleLbl="vennNode1" presStyleIdx="4" presStyleCnt="7">
        <dgm:presLayoutVars>
          <dgm:bulletEnabled val="1"/>
        </dgm:presLayoutVars>
      </dgm:prSet>
      <dgm:spPr/>
      <dgm:t>
        <a:bodyPr/>
        <a:lstStyle/>
        <a:p>
          <a:endParaRPr lang="en-US"/>
        </a:p>
      </dgm:t>
    </dgm:pt>
    <dgm:pt modelId="{9F9A5D8D-9277-47FE-B718-E77BE9544616}" type="pres">
      <dgm:prSet presAssocID="{1F4278A1-1E22-4126-8A7E-C8AA13D518B6}" presName="ellipse6" presStyleLbl="vennNode1" presStyleIdx="5" presStyleCnt="7">
        <dgm:presLayoutVars>
          <dgm:bulletEnabled val="1"/>
        </dgm:presLayoutVars>
      </dgm:prSet>
      <dgm:spPr/>
      <dgm:t>
        <a:bodyPr/>
        <a:lstStyle/>
        <a:p>
          <a:endParaRPr lang="en-US"/>
        </a:p>
      </dgm:t>
    </dgm:pt>
    <dgm:pt modelId="{AA1E18C9-7960-430F-A6AD-022F40BCCEA3}" type="pres">
      <dgm:prSet presAssocID="{1F4278A1-1E22-4126-8A7E-C8AA13D518B6}" presName="ellipse7" presStyleLbl="vennNode1" presStyleIdx="6" presStyleCnt="7">
        <dgm:presLayoutVars>
          <dgm:bulletEnabled val="1"/>
        </dgm:presLayoutVars>
      </dgm:prSet>
      <dgm:spPr/>
      <dgm:t>
        <a:bodyPr/>
        <a:lstStyle/>
        <a:p>
          <a:endParaRPr lang="en-US"/>
        </a:p>
      </dgm:t>
    </dgm:pt>
  </dgm:ptLst>
  <dgm:cxnLst>
    <dgm:cxn modelId="{8706DCD0-E3A7-427B-B06B-627B48403A86}" srcId="{1F4278A1-1E22-4126-8A7E-C8AA13D518B6}" destId="{7E7518F3-EA00-40B5-8204-24D8AFE97E10}" srcOrd="5" destOrd="0" parTransId="{1931C1AC-ED28-441D-B1DC-5F5EEE5B3536}" sibTransId="{3D41E1C6-C322-471F-9721-C2CCFAAAA75B}"/>
    <dgm:cxn modelId="{C160F0B9-2244-493D-80BB-5B360F4945A2}" srcId="{1F4278A1-1E22-4126-8A7E-C8AA13D518B6}" destId="{BE549F69-0160-4F91-BC40-14FBCA39BC42}" srcOrd="6" destOrd="0" parTransId="{2F9D4D55-1AD4-401D-A776-A4DCBF94BAD1}" sibTransId="{D17B33FD-0884-4F3C-98D2-D2AD2CD6D512}"/>
    <dgm:cxn modelId="{B415C9B0-FAAD-4909-B4EB-D361FD5C6FDB}" type="presOf" srcId="{8D590140-5FC2-4570-BDDE-558B398CAD1A}" destId="{46CB891F-D105-454E-984A-8F90832CDA9D}" srcOrd="0" destOrd="0" presId="urn:microsoft.com/office/officeart/2005/8/layout/rings+Icon"/>
    <dgm:cxn modelId="{196BA774-ACB9-466D-9B2A-87CF877D3AA7}" type="presOf" srcId="{BE549F69-0160-4F91-BC40-14FBCA39BC42}" destId="{AA1E18C9-7960-430F-A6AD-022F40BCCEA3}" srcOrd="0" destOrd="0" presId="urn:microsoft.com/office/officeart/2005/8/layout/rings+Icon"/>
    <dgm:cxn modelId="{4A134CF9-C3EB-4E39-840D-0D3E6B96A4C6}" type="presOf" srcId="{7B061D28-3D16-4171-B7CE-C1948ABCA5CA}" destId="{AC8C49CE-8B31-48BA-91DA-E2789DB42DCB}" srcOrd="0" destOrd="0" presId="urn:microsoft.com/office/officeart/2005/8/layout/rings+Icon"/>
    <dgm:cxn modelId="{F8C647B9-D23E-4E86-B84C-563F044CF4C9}" type="presOf" srcId="{98D05A06-7A0C-46E1-BE59-2A1DE7371361}" destId="{4947C2FA-F2D2-4DAC-9D7A-29894D423B6F}" srcOrd="0" destOrd="0" presId="urn:microsoft.com/office/officeart/2005/8/layout/rings+Icon"/>
    <dgm:cxn modelId="{37FE2AA5-1DEC-4D19-A5A1-B1CC545B6FC4}" srcId="{1F4278A1-1E22-4126-8A7E-C8AA13D518B6}" destId="{7B061D28-3D16-4171-B7CE-C1948ABCA5CA}" srcOrd="3" destOrd="0" parTransId="{89988DAA-E389-4F79-B39E-E26F38BCABDC}" sibTransId="{0F62F1AF-543F-4A5D-84E7-B8D7E38727DC}"/>
    <dgm:cxn modelId="{0A9F49CD-2411-484C-93D4-F0F0BBA54DC9}" type="presOf" srcId="{12AEF3B3-5E82-4BBF-966F-1BB53490E396}" destId="{E5CD0421-BEFE-4D6E-9ABE-3BCB5CEEE7BA}" srcOrd="0" destOrd="0" presId="urn:microsoft.com/office/officeart/2005/8/layout/rings+Icon"/>
    <dgm:cxn modelId="{70D20C95-EDD6-4AB5-BD02-339CA5AE6296}" type="presOf" srcId="{7E7518F3-EA00-40B5-8204-24D8AFE97E10}" destId="{9F9A5D8D-9277-47FE-B718-E77BE9544616}" srcOrd="0" destOrd="0" presId="urn:microsoft.com/office/officeart/2005/8/layout/rings+Icon"/>
    <dgm:cxn modelId="{F83BC30E-6EA8-4BB5-8805-68907B98381D}" type="presOf" srcId="{8E26FAE9-F65F-4869-8F6B-C140A8D12619}" destId="{A8357BA1-6686-4C6E-A76B-AECDF74FDC43}" srcOrd="0" destOrd="0" presId="urn:microsoft.com/office/officeart/2005/8/layout/rings+Icon"/>
    <dgm:cxn modelId="{BAD2EAF5-2A58-4369-8191-AB6BD7936D24}" type="presOf" srcId="{1F4278A1-1E22-4126-8A7E-C8AA13D518B6}" destId="{CFE585FA-512E-4F3A-9755-94129110BE8D}" srcOrd="0" destOrd="0" presId="urn:microsoft.com/office/officeart/2005/8/layout/rings+Icon"/>
    <dgm:cxn modelId="{99E6330A-1BD7-4CCA-8EF0-5BDF803A1F7A}" srcId="{1F4278A1-1E22-4126-8A7E-C8AA13D518B6}" destId="{AB557B60-1E32-4B58-B95D-E87E3E1AD2C0}" srcOrd="7" destOrd="0" parTransId="{46711526-0D8B-41E2-B7AC-1A213FFEFEC9}" sibTransId="{96776283-B8D0-46B8-972C-4803014B204F}"/>
    <dgm:cxn modelId="{4C6CD0F5-E79A-4B2D-B3E7-0A747D95FA20}" srcId="{1F4278A1-1E22-4126-8A7E-C8AA13D518B6}" destId="{8D590140-5FC2-4570-BDDE-558B398CAD1A}" srcOrd="1" destOrd="0" parTransId="{4236F141-4444-439C-9BB4-17136612DEFE}" sibTransId="{A5148372-C88A-4146-B9E5-4366D365B34E}"/>
    <dgm:cxn modelId="{D93CA53E-D0D6-4DC5-AB47-28BE59BF0287}" srcId="{1F4278A1-1E22-4126-8A7E-C8AA13D518B6}" destId="{98D05A06-7A0C-46E1-BE59-2A1DE7371361}" srcOrd="0" destOrd="0" parTransId="{8BA4C24B-AC46-4037-9928-144028AC7A42}" sibTransId="{AD305914-3281-442B-B916-E948CB533EFE}"/>
    <dgm:cxn modelId="{A6329837-0618-4B69-B038-71F20B4B6BFF}" srcId="{1F4278A1-1E22-4126-8A7E-C8AA13D518B6}" destId="{12AEF3B3-5E82-4BBF-966F-1BB53490E396}" srcOrd="4" destOrd="0" parTransId="{D560A611-1431-437C-ADD5-06F309974AAD}" sibTransId="{0E139647-8E4F-44F6-A0BA-D7A7F03BCE6D}"/>
    <dgm:cxn modelId="{16108E33-3362-43B0-9204-5CF7B5FA4457}" srcId="{1F4278A1-1E22-4126-8A7E-C8AA13D518B6}" destId="{8E26FAE9-F65F-4869-8F6B-C140A8D12619}" srcOrd="2" destOrd="0" parTransId="{7A060333-8FC8-48BF-BE94-6DBEC9597190}" sibTransId="{D78FB3B3-4AE4-4867-A93F-93BBBFB4B498}"/>
    <dgm:cxn modelId="{1CFDE812-C8F4-49F3-9ED4-F3E64C11AF97}" type="presParOf" srcId="{CFE585FA-512E-4F3A-9755-94129110BE8D}" destId="{4947C2FA-F2D2-4DAC-9D7A-29894D423B6F}" srcOrd="0" destOrd="0" presId="urn:microsoft.com/office/officeart/2005/8/layout/rings+Icon"/>
    <dgm:cxn modelId="{155614A3-D74A-4472-BC8C-9F18C6987B13}" type="presParOf" srcId="{CFE585FA-512E-4F3A-9755-94129110BE8D}" destId="{46CB891F-D105-454E-984A-8F90832CDA9D}" srcOrd="1" destOrd="0" presId="urn:microsoft.com/office/officeart/2005/8/layout/rings+Icon"/>
    <dgm:cxn modelId="{F137611E-61A2-4BE6-994D-3883470CB5E5}" type="presParOf" srcId="{CFE585FA-512E-4F3A-9755-94129110BE8D}" destId="{A8357BA1-6686-4C6E-A76B-AECDF74FDC43}" srcOrd="2" destOrd="0" presId="urn:microsoft.com/office/officeart/2005/8/layout/rings+Icon"/>
    <dgm:cxn modelId="{0988AA51-FDF0-425B-9EB5-70C7D0291D09}" type="presParOf" srcId="{CFE585FA-512E-4F3A-9755-94129110BE8D}" destId="{AC8C49CE-8B31-48BA-91DA-E2789DB42DCB}" srcOrd="3" destOrd="0" presId="urn:microsoft.com/office/officeart/2005/8/layout/rings+Icon"/>
    <dgm:cxn modelId="{A18FD59E-6496-4E75-95C3-5C2D7B0EF4D6}" type="presParOf" srcId="{CFE585FA-512E-4F3A-9755-94129110BE8D}" destId="{E5CD0421-BEFE-4D6E-9ABE-3BCB5CEEE7BA}" srcOrd="4" destOrd="0" presId="urn:microsoft.com/office/officeart/2005/8/layout/rings+Icon"/>
    <dgm:cxn modelId="{0C1B43F4-D2BA-4457-984C-F9F5C334EBC8}" type="presParOf" srcId="{CFE585FA-512E-4F3A-9755-94129110BE8D}" destId="{9F9A5D8D-9277-47FE-B718-E77BE9544616}" srcOrd="5" destOrd="0" presId="urn:microsoft.com/office/officeart/2005/8/layout/rings+Icon"/>
    <dgm:cxn modelId="{3EBF915B-EEA9-4616-93B2-278C394A5D28}" type="presParOf" srcId="{CFE585FA-512E-4F3A-9755-94129110BE8D}" destId="{AA1E18C9-7960-430F-A6AD-022F40BCCEA3}" srcOrd="6" destOrd="0" presId="urn:microsoft.com/office/officeart/2005/8/layout/rings+Icon"/>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C2A3228-765D-413D-8FA8-A5DF83AC09A7}" type="doc">
      <dgm:prSet loTypeId="urn:microsoft.com/office/officeart/2005/8/layout/default" loCatId="list" qsTypeId="urn:microsoft.com/office/officeart/2005/8/quickstyle/simple1" qsCatId="simple" csTypeId="urn:microsoft.com/office/officeart/2005/8/colors/colorful1" csCatId="colorful" phldr="1"/>
      <dgm:spPr/>
      <dgm:t>
        <a:bodyPr/>
        <a:lstStyle/>
        <a:p>
          <a:endParaRPr lang="en-US"/>
        </a:p>
      </dgm:t>
    </dgm:pt>
    <dgm:pt modelId="{1938B067-C641-417D-A1F8-E43CA0D0A64A}">
      <dgm:prSet phldrT="[Text]"/>
      <dgm:spPr/>
      <dgm:t>
        <a:bodyPr/>
        <a:lstStyle/>
        <a:p>
          <a:r>
            <a:rPr lang="en-US" dirty="0" smtClean="0"/>
            <a:t>Documentation </a:t>
          </a:r>
          <a:endParaRPr lang="en-US" dirty="0"/>
        </a:p>
      </dgm:t>
    </dgm:pt>
    <dgm:pt modelId="{4F9B24F9-D2EF-44E4-A0BC-FFE1127156F7}" type="parTrans" cxnId="{AF493105-1248-4BDB-A784-451454A53C4D}">
      <dgm:prSet/>
      <dgm:spPr/>
      <dgm:t>
        <a:bodyPr/>
        <a:lstStyle/>
        <a:p>
          <a:endParaRPr lang="en-US"/>
        </a:p>
      </dgm:t>
    </dgm:pt>
    <dgm:pt modelId="{D6FCD12F-BE0F-4CE0-8174-C087A9888519}" type="sibTrans" cxnId="{AF493105-1248-4BDB-A784-451454A53C4D}">
      <dgm:prSet/>
      <dgm:spPr/>
      <dgm:t>
        <a:bodyPr/>
        <a:lstStyle/>
        <a:p>
          <a:endParaRPr lang="en-US"/>
        </a:p>
      </dgm:t>
    </dgm:pt>
    <dgm:pt modelId="{DB6CACB5-69C3-446F-A2BD-96353512BCEC}">
      <dgm:prSet phldrT="[Text]"/>
      <dgm:spPr/>
      <dgm:t>
        <a:bodyPr/>
        <a:lstStyle/>
        <a:p>
          <a:r>
            <a:rPr lang="en-US" dirty="0" smtClean="0"/>
            <a:t>Confirmation </a:t>
          </a:r>
          <a:endParaRPr lang="en-US" dirty="0"/>
        </a:p>
      </dgm:t>
    </dgm:pt>
    <dgm:pt modelId="{01A06AE9-B639-45A4-8C99-9E50812F966C}" type="parTrans" cxnId="{EDA5C20F-0E2F-45F1-98FC-33D7B2EA35A8}">
      <dgm:prSet/>
      <dgm:spPr/>
      <dgm:t>
        <a:bodyPr/>
        <a:lstStyle/>
        <a:p>
          <a:endParaRPr lang="en-US"/>
        </a:p>
      </dgm:t>
    </dgm:pt>
    <dgm:pt modelId="{A87FEAB5-5DF3-401C-9FC0-82370BA2A767}" type="sibTrans" cxnId="{EDA5C20F-0E2F-45F1-98FC-33D7B2EA35A8}">
      <dgm:prSet/>
      <dgm:spPr/>
      <dgm:t>
        <a:bodyPr/>
        <a:lstStyle/>
        <a:p>
          <a:endParaRPr lang="en-US"/>
        </a:p>
      </dgm:t>
    </dgm:pt>
    <dgm:pt modelId="{CD21981D-B922-41AB-948D-8C33BF08DFD8}">
      <dgm:prSet phldrT="[Text]"/>
      <dgm:spPr/>
      <dgm:t>
        <a:bodyPr/>
        <a:lstStyle/>
        <a:p>
          <a:r>
            <a:rPr lang="en-US" dirty="0" smtClean="0"/>
            <a:t>Procedures </a:t>
          </a:r>
          <a:endParaRPr lang="en-US" dirty="0"/>
        </a:p>
      </dgm:t>
    </dgm:pt>
    <dgm:pt modelId="{B0BEFDFB-0B66-4D82-BB25-49700096972B}" type="parTrans" cxnId="{88D75159-2AF4-42B7-9489-7BC035F4DFCF}">
      <dgm:prSet/>
      <dgm:spPr/>
      <dgm:t>
        <a:bodyPr/>
        <a:lstStyle/>
        <a:p>
          <a:endParaRPr lang="en-US"/>
        </a:p>
      </dgm:t>
    </dgm:pt>
    <dgm:pt modelId="{F29791A0-134A-490C-9BA9-24D75267F880}" type="sibTrans" cxnId="{88D75159-2AF4-42B7-9489-7BC035F4DFCF}">
      <dgm:prSet/>
      <dgm:spPr/>
      <dgm:t>
        <a:bodyPr/>
        <a:lstStyle/>
        <a:p>
          <a:endParaRPr lang="en-US"/>
        </a:p>
      </dgm:t>
    </dgm:pt>
    <dgm:pt modelId="{F4590964-80F0-4595-BBB0-DD83D406A40F}">
      <dgm:prSet phldrT="[Text]"/>
      <dgm:spPr/>
      <dgm:t>
        <a:bodyPr/>
        <a:lstStyle/>
        <a:p>
          <a:r>
            <a:rPr lang="en-US" dirty="0" smtClean="0"/>
            <a:t>Recommendation </a:t>
          </a:r>
          <a:endParaRPr lang="en-US" dirty="0"/>
        </a:p>
      </dgm:t>
    </dgm:pt>
    <dgm:pt modelId="{55A68D89-DA1B-400E-805D-B72CBFD33186}" type="parTrans" cxnId="{2E347625-BC85-4092-84C2-641F43E668E6}">
      <dgm:prSet/>
      <dgm:spPr/>
      <dgm:t>
        <a:bodyPr/>
        <a:lstStyle/>
        <a:p>
          <a:endParaRPr lang="en-US"/>
        </a:p>
      </dgm:t>
    </dgm:pt>
    <dgm:pt modelId="{92473A0C-6245-437F-BF85-00F8F2649CE5}" type="sibTrans" cxnId="{2E347625-BC85-4092-84C2-641F43E668E6}">
      <dgm:prSet/>
      <dgm:spPr/>
      <dgm:t>
        <a:bodyPr/>
        <a:lstStyle/>
        <a:p>
          <a:endParaRPr lang="en-US"/>
        </a:p>
      </dgm:t>
    </dgm:pt>
    <dgm:pt modelId="{E73FD8F2-E61F-4800-96A8-2CCFEF877DC5}">
      <dgm:prSet phldrT="[Text]"/>
      <dgm:spPr/>
      <dgm:t>
        <a:bodyPr/>
        <a:lstStyle/>
        <a:p>
          <a:r>
            <a:rPr lang="en-US" dirty="0" smtClean="0"/>
            <a:t>Feasibility </a:t>
          </a:r>
          <a:endParaRPr lang="en-US" dirty="0"/>
        </a:p>
      </dgm:t>
    </dgm:pt>
    <dgm:pt modelId="{797A4AA9-D874-4DAE-8D43-4EE55FC68B15}" type="parTrans" cxnId="{3DA7EC01-ACEE-47E0-B908-0539E68776A0}">
      <dgm:prSet/>
      <dgm:spPr/>
      <dgm:t>
        <a:bodyPr/>
        <a:lstStyle/>
        <a:p>
          <a:endParaRPr lang="en-US"/>
        </a:p>
      </dgm:t>
    </dgm:pt>
    <dgm:pt modelId="{A05C94DA-A78A-4A19-8A43-D39BABF3F286}" type="sibTrans" cxnId="{3DA7EC01-ACEE-47E0-B908-0539E68776A0}">
      <dgm:prSet/>
      <dgm:spPr/>
      <dgm:t>
        <a:bodyPr/>
        <a:lstStyle/>
        <a:p>
          <a:endParaRPr lang="en-US"/>
        </a:p>
      </dgm:t>
    </dgm:pt>
    <dgm:pt modelId="{936F34AF-F625-4B74-B6BD-D293C946B236}">
      <dgm:prSet phldrT="[Text]"/>
      <dgm:spPr/>
      <dgm:t>
        <a:bodyPr/>
        <a:lstStyle/>
        <a:p>
          <a:r>
            <a:rPr lang="en-US" dirty="0" smtClean="0"/>
            <a:t>Status </a:t>
          </a:r>
          <a:endParaRPr lang="en-US" dirty="0"/>
        </a:p>
      </dgm:t>
    </dgm:pt>
    <dgm:pt modelId="{A9E72E2B-CA0D-486E-966F-B4F3039BD19B}" type="parTrans" cxnId="{CD2337C9-6C45-4CD7-AD07-0F334794EEF0}">
      <dgm:prSet/>
      <dgm:spPr/>
      <dgm:t>
        <a:bodyPr/>
        <a:lstStyle/>
        <a:p>
          <a:endParaRPr lang="en-US"/>
        </a:p>
      </dgm:t>
    </dgm:pt>
    <dgm:pt modelId="{F6F5185E-47EA-42CC-9D55-3F70A2D09932}" type="sibTrans" cxnId="{CD2337C9-6C45-4CD7-AD07-0F334794EEF0}">
      <dgm:prSet/>
      <dgm:spPr/>
      <dgm:t>
        <a:bodyPr/>
        <a:lstStyle/>
        <a:p>
          <a:endParaRPr lang="en-US"/>
        </a:p>
      </dgm:t>
    </dgm:pt>
    <dgm:pt modelId="{EC098967-1988-485C-B8AF-DD483A4A6237}">
      <dgm:prSet phldrT="[Text]"/>
      <dgm:spPr/>
      <dgm:t>
        <a:bodyPr/>
        <a:lstStyle/>
        <a:p>
          <a:r>
            <a:rPr lang="en-US" dirty="0" smtClean="0"/>
            <a:t>Directive </a:t>
          </a:r>
          <a:endParaRPr lang="en-US" dirty="0"/>
        </a:p>
      </dgm:t>
    </dgm:pt>
    <dgm:pt modelId="{8D86C4F7-B429-47FF-B223-1B05B67DA385}" type="parTrans" cxnId="{6A8DDADE-720E-47D2-8693-053560859461}">
      <dgm:prSet/>
      <dgm:spPr/>
      <dgm:t>
        <a:bodyPr/>
        <a:lstStyle/>
        <a:p>
          <a:endParaRPr lang="en-US"/>
        </a:p>
      </dgm:t>
    </dgm:pt>
    <dgm:pt modelId="{07224629-7AD6-4122-8200-FFEECDEB2376}" type="sibTrans" cxnId="{6A8DDADE-720E-47D2-8693-053560859461}">
      <dgm:prSet/>
      <dgm:spPr/>
      <dgm:t>
        <a:bodyPr/>
        <a:lstStyle/>
        <a:p>
          <a:endParaRPr lang="en-US"/>
        </a:p>
      </dgm:t>
    </dgm:pt>
    <dgm:pt modelId="{F57367AA-82BA-42FE-9784-AAC0D067AAED}">
      <dgm:prSet phldrT="[Text]"/>
      <dgm:spPr/>
      <dgm:t>
        <a:bodyPr/>
        <a:lstStyle/>
        <a:p>
          <a:r>
            <a:rPr lang="en-US" dirty="0" smtClean="0"/>
            <a:t>Inquiry </a:t>
          </a:r>
          <a:endParaRPr lang="en-US" dirty="0"/>
        </a:p>
      </dgm:t>
    </dgm:pt>
    <dgm:pt modelId="{1FAAD054-10A8-4B4A-878E-3EAF87DC4DFA}" type="parTrans" cxnId="{399C43D4-D555-453E-B5CF-3F1AF61FB71E}">
      <dgm:prSet/>
      <dgm:spPr/>
      <dgm:t>
        <a:bodyPr/>
        <a:lstStyle/>
        <a:p>
          <a:endParaRPr lang="en-US"/>
        </a:p>
      </dgm:t>
    </dgm:pt>
    <dgm:pt modelId="{F2A14D9A-E926-4B91-966D-9DC4FCFBE564}" type="sibTrans" cxnId="{399C43D4-D555-453E-B5CF-3F1AF61FB71E}">
      <dgm:prSet/>
      <dgm:spPr/>
      <dgm:t>
        <a:bodyPr/>
        <a:lstStyle/>
        <a:p>
          <a:endParaRPr lang="en-US"/>
        </a:p>
      </dgm:t>
    </dgm:pt>
    <dgm:pt modelId="{A6B6AA35-6729-4D53-94C1-BAC461E2E87A}">
      <dgm:prSet phldrT="[Text]"/>
      <dgm:spPr/>
      <dgm:t>
        <a:bodyPr/>
        <a:lstStyle/>
        <a:p>
          <a:r>
            <a:rPr lang="en-US" dirty="0" smtClean="0"/>
            <a:t>Cover </a:t>
          </a:r>
          <a:endParaRPr lang="en-US" dirty="0"/>
        </a:p>
      </dgm:t>
    </dgm:pt>
    <dgm:pt modelId="{DA922572-54C2-4C3F-974D-F2C8B1E76F80}" type="parTrans" cxnId="{68C5909F-4F23-46EA-82A2-D2961E8241EA}">
      <dgm:prSet/>
      <dgm:spPr/>
      <dgm:t>
        <a:bodyPr/>
        <a:lstStyle/>
        <a:p>
          <a:endParaRPr lang="en-US"/>
        </a:p>
      </dgm:t>
    </dgm:pt>
    <dgm:pt modelId="{786BCCDA-A064-4811-83D6-80E33C2ADCB6}" type="sibTrans" cxnId="{68C5909F-4F23-46EA-82A2-D2961E8241EA}">
      <dgm:prSet/>
      <dgm:spPr/>
      <dgm:t>
        <a:bodyPr/>
        <a:lstStyle/>
        <a:p>
          <a:endParaRPr lang="en-US"/>
        </a:p>
      </dgm:t>
    </dgm:pt>
    <dgm:pt modelId="{9BFF93C9-8A78-4902-A793-9360009CFF2C}" type="pres">
      <dgm:prSet presAssocID="{2C2A3228-765D-413D-8FA8-A5DF83AC09A7}" presName="diagram" presStyleCnt="0">
        <dgm:presLayoutVars>
          <dgm:dir/>
          <dgm:resizeHandles val="exact"/>
        </dgm:presLayoutVars>
      </dgm:prSet>
      <dgm:spPr/>
      <dgm:t>
        <a:bodyPr/>
        <a:lstStyle/>
        <a:p>
          <a:endParaRPr lang="en-US"/>
        </a:p>
      </dgm:t>
    </dgm:pt>
    <dgm:pt modelId="{740AB17B-32E8-41EF-A953-12BE3C3CD320}" type="pres">
      <dgm:prSet presAssocID="{1938B067-C641-417D-A1F8-E43CA0D0A64A}" presName="node" presStyleLbl="node1" presStyleIdx="0" presStyleCnt="9">
        <dgm:presLayoutVars>
          <dgm:bulletEnabled val="1"/>
        </dgm:presLayoutVars>
      </dgm:prSet>
      <dgm:spPr/>
      <dgm:t>
        <a:bodyPr/>
        <a:lstStyle/>
        <a:p>
          <a:endParaRPr lang="en-US"/>
        </a:p>
      </dgm:t>
    </dgm:pt>
    <dgm:pt modelId="{40F555B1-036B-401D-B95F-B283C73D4A5F}" type="pres">
      <dgm:prSet presAssocID="{D6FCD12F-BE0F-4CE0-8174-C087A9888519}" presName="sibTrans" presStyleCnt="0"/>
      <dgm:spPr/>
      <dgm:t>
        <a:bodyPr/>
        <a:lstStyle/>
        <a:p>
          <a:endParaRPr lang="en-US"/>
        </a:p>
      </dgm:t>
    </dgm:pt>
    <dgm:pt modelId="{AE167561-7658-40A6-9033-ABFA936375E0}" type="pres">
      <dgm:prSet presAssocID="{DB6CACB5-69C3-446F-A2BD-96353512BCEC}" presName="node" presStyleLbl="node1" presStyleIdx="1" presStyleCnt="9" custLinFactNeighborX="2513" custLinFactNeighborY="3086">
        <dgm:presLayoutVars>
          <dgm:bulletEnabled val="1"/>
        </dgm:presLayoutVars>
      </dgm:prSet>
      <dgm:spPr/>
      <dgm:t>
        <a:bodyPr/>
        <a:lstStyle/>
        <a:p>
          <a:endParaRPr lang="en-US"/>
        </a:p>
      </dgm:t>
    </dgm:pt>
    <dgm:pt modelId="{8A960959-1DD4-46E3-B62A-144AAC8C6E9F}" type="pres">
      <dgm:prSet presAssocID="{A87FEAB5-5DF3-401C-9FC0-82370BA2A767}" presName="sibTrans" presStyleCnt="0"/>
      <dgm:spPr/>
      <dgm:t>
        <a:bodyPr/>
        <a:lstStyle/>
        <a:p>
          <a:endParaRPr lang="en-US"/>
        </a:p>
      </dgm:t>
    </dgm:pt>
    <dgm:pt modelId="{C03D4E23-273A-449A-9B41-8A847EEBEFCF}" type="pres">
      <dgm:prSet presAssocID="{CD21981D-B922-41AB-948D-8C33BF08DFD8}" presName="node" presStyleLbl="node1" presStyleIdx="2" presStyleCnt="9">
        <dgm:presLayoutVars>
          <dgm:bulletEnabled val="1"/>
        </dgm:presLayoutVars>
      </dgm:prSet>
      <dgm:spPr/>
      <dgm:t>
        <a:bodyPr/>
        <a:lstStyle/>
        <a:p>
          <a:endParaRPr lang="en-US"/>
        </a:p>
      </dgm:t>
    </dgm:pt>
    <dgm:pt modelId="{9D4E4A55-B256-4319-9C7F-09A534D0EEF8}" type="pres">
      <dgm:prSet presAssocID="{F29791A0-134A-490C-9BA9-24D75267F880}" presName="sibTrans" presStyleCnt="0"/>
      <dgm:spPr/>
      <dgm:t>
        <a:bodyPr/>
        <a:lstStyle/>
        <a:p>
          <a:endParaRPr lang="en-US"/>
        </a:p>
      </dgm:t>
    </dgm:pt>
    <dgm:pt modelId="{559C71F0-E6E7-4D3D-99D0-E60317C26753}" type="pres">
      <dgm:prSet presAssocID="{F4590964-80F0-4595-BBB0-DD83D406A40F}" presName="node" presStyleLbl="node1" presStyleIdx="3" presStyleCnt="9">
        <dgm:presLayoutVars>
          <dgm:bulletEnabled val="1"/>
        </dgm:presLayoutVars>
      </dgm:prSet>
      <dgm:spPr/>
      <dgm:t>
        <a:bodyPr/>
        <a:lstStyle/>
        <a:p>
          <a:endParaRPr lang="en-US"/>
        </a:p>
      </dgm:t>
    </dgm:pt>
    <dgm:pt modelId="{58795018-C482-4407-92C2-F95ED1ABAEAE}" type="pres">
      <dgm:prSet presAssocID="{92473A0C-6245-437F-BF85-00F8F2649CE5}" presName="sibTrans" presStyleCnt="0"/>
      <dgm:spPr/>
      <dgm:t>
        <a:bodyPr/>
        <a:lstStyle/>
        <a:p>
          <a:endParaRPr lang="en-US"/>
        </a:p>
      </dgm:t>
    </dgm:pt>
    <dgm:pt modelId="{AFC2BCC0-4FCB-4F6B-9262-436F7D79F153}" type="pres">
      <dgm:prSet presAssocID="{E73FD8F2-E61F-4800-96A8-2CCFEF877DC5}" presName="node" presStyleLbl="node1" presStyleIdx="4" presStyleCnt="9">
        <dgm:presLayoutVars>
          <dgm:bulletEnabled val="1"/>
        </dgm:presLayoutVars>
      </dgm:prSet>
      <dgm:spPr/>
      <dgm:t>
        <a:bodyPr/>
        <a:lstStyle/>
        <a:p>
          <a:endParaRPr lang="en-US"/>
        </a:p>
      </dgm:t>
    </dgm:pt>
    <dgm:pt modelId="{BCCBA38D-E8AF-40CC-A5ED-13C86B81813D}" type="pres">
      <dgm:prSet presAssocID="{A05C94DA-A78A-4A19-8A43-D39BABF3F286}" presName="sibTrans" presStyleCnt="0"/>
      <dgm:spPr/>
      <dgm:t>
        <a:bodyPr/>
        <a:lstStyle/>
        <a:p>
          <a:endParaRPr lang="en-US"/>
        </a:p>
      </dgm:t>
    </dgm:pt>
    <dgm:pt modelId="{E5EA1B65-0068-4496-8C97-D27EFA385C91}" type="pres">
      <dgm:prSet presAssocID="{936F34AF-F625-4B74-B6BD-D293C946B236}" presName="node" presStyleLbl="node1" presStyleIdx="5" presStyleCnt="9">
        <dgm:presLayoutVars>
          <dgm:bulletEnabled val="1"/>
        </dgm:presLayoutVars>
      </dgm:prSet>
      <dgm:spPr/>
      <dgm:t>
        <a:bodyPr/>
        <a:lstStyle/>
        <a:p>
          <a:endParaRPr lang="en-US"/>
        </a:p>
      </dgm:t>
    </dgm:pt>
    <dgm:pt modelId="{C421F829-EF55-4CC0-86B5-92A678344363}" type="pres">
      <dgm:prSet presAssocID="{F6F5185E-47EA-42CC-9D55-3F70A2D09932}" presName="sibTrans" presStyleCnt="0"/>
      <dgm:spPr/>
      <dgm:t>
        <a:bodyPr/>
        <a:lstStyle/>
        <a:p>
          <a:endParaRPr lang="en-US"/>
        </a:p>
      </dgm:t>
    </dgm:pt>
    <dgm:pt modelId="{C8CBF897-0EE2-4501-8821-FCFD4FDE376E}" type="pres">
      <dgm:prSet presAssocID="{EC098967-1988-485C-B8AF-DD483A4A6237}" presName="node" presStyleLbl="node1" presStyleIdx="6" presStyleCnt="9">
        <dgm:presLayoutVars>
          <dgm:bulletEnabled val="1"/>
        </dgm:presLayoutVars>
      </dgm:prSet>
      <dgm:spPr/>
      <dgm:t>
        <a:bodyPr/>
        <a:lstStyle/>
        <a:p>
          <a:endParaRPr lang="en-US"/>
        </a:p>
      </dgm:t>
    </dgm:pt>
    <dgm:pt modelId="{308C582E-CD68-4727-8A7A-56871B81FC44}" type="pres">
      <dgm:prSet presAssocID="{07224629-7AD6-4122-8200-FFEECDEB2376}" presName="sibTrans" presStyleCnt="0"/>
      <dgm:spPr/>
      <dgm:t>
        <a:bodyPr/>
        <a:lstStyle/>
        <a:p>
          <a:endParaRPr lang="en-US"/>
        </a:p>
      </dgm:t>
    </dgm:pt>
    <dgm:pt modelId="{3996A039-C0AF-4665-84F5-712AF2A8A5BD}" type="pres">
      <dgm:prSet presAssocID="{F57367AA-82BA-42FE-9784-AAC0D067AAED}" presName="node" presStyleLbl="node1" presStyleIdx="7" presStyleCnt="9">
        <dgm:presLayoutVars>
          <dgm:bulletEnabled val="1"/>
        </dgm:presLayoutVars>
      </dgm:prSet>
      <dgm:spPr/>
      <dgm:t>
        <a:bodyPr/>
        <a:lstStyle/>
        <a:p>
          <a:endParaRPr lang="en-US"/>
        </a:p>
      </dgm:t>
    </dgm:pt>
    <dgm:pt modelId="{8DF347C4-CC2A-42EB-9185-7F3F446CBF17}" type="pres">
      <dgm:prSet presAssocID="{F2A14D9A-E926-4B91-966D-9DC4FCFBE564}" presName="sibTrans" presStyleCnt="0"/>
      <dgm:spPr/>
      <dgm:t>
        <a:bodyPr/>
        <a:lstStyle/>
        <a:p>
          <a:endParaRPr lang="en-US"/>
        </a:p>
      </dgm:t>
    </dgm:pt>
    <dgm:pt modelId="{C954F86D-BC00-41A4-BFC2-B879496CD04C}" type="pres">
      <dgm:prSet presAssocID="{A6B6AA35-6729-4D53-94C1-BAC461E2E87A}" presName="node" presStyleLbl="node1" presStyleIdx="8" presStyleCnt="9">
        <dgm:presLayoutVars>
          <dgm:bulletEnabled val="1"/>
        </dgm:presLayoutVars>
      </dgm:prSet>
      <dgm:spPr/>
      <dgm:t>
        <a:bodyPr/>
        <a:lstStyle/>
        <a:p>
          <a:endParaRPr lang="en-US"/>
        </a:p>
      </dgm:t>
    </dgm:pt>
  </dgm:ptLst>
  <dgm:cxnLst>
    <dgm:cxn modelId="{399C43D4-D555-453E-B5CF-3F1AF61FB71E}" srcId="{2C2A3228-765D-413D-8FA8-A5DF83AC09A7}" destId="{F57367AA-82BA-42FE-9784-AAC0D067AAED}" srcOrd="7" destOrd="0" parTransId="{1FAAD054-10A8-4B4A-878E-3EAF87DC4DFA}" sibTransId="{F2A14D9A-E926-4B91-966D-9DC4FCFBE564}"/>
    <dgm:cxn modelId="{05F66854-9FE0-4081-B71D-AE598E7A5866}" type="presOf" srcId="{EC098967-1988-485C-B8AF-DD483A4A6237}" destId="{C8CBF897-0EE2-4501-8821-FCFD4FDE376E}" srcOrd="0" destOrd="0" presId="urn:microsoft.com/office/officeart/2005/8/layout/default"/>
    <dgm:cxn modelId="{68C5909F-4F23-46EA-82A2-D2961E8241EA}" srcId="{2C2A3228-765D-413D-8FA8-A5DF83AC09A7}" destId="{A6B6AA35-6729-4D53-94C1-BAC461E2E87A}" srcOrd="8" destOrd="0" parTransId="{DA922572-54C2-4C3F-974D-F2C8B1E76F80}" sibTransId="{786BCCDA-A064-4811-83D6-80E33C2ADCB6}"/>
    <dgm:cxn modelId="{3DA7EC01-ACEE-47E0-B908-0539E68776A0}" srcId="{2C2A3228-765D-413D-8FA8-A5DF83AC09A7}" destId="{E73FD8F2-E61F-4800-96A8-2CCFEF877DC5}" srcOrd="4" destOrd="0" parTransId="{797A4AA9-D874-4DAE-8D43-4EE55FC68B15}" sibTransId="{A05C94DA-A78A-4A19-8A43-D39BABF3F286}"/>
    <dgm:cxn modelId="{CD2337C9-6C45-4CD7-AD07-0F334794EEF0}" srcId="{2C2A3228-765D-413D-8FA8-A5DF83AC09A7}" destId="{936F34AF-F625-4B74-B6BD-D293C946B236}" srcOrd="5" destOrd="0" parTransId="{A9E72E2B-CA0D-486E-966F-B4F3039BD19B}" sibTransId="{F6F5185E-47EA-42CC-9D55-3F70A2D09932}"/>
    <dgm:cxn modelId="{BB04FDDF-FED7-46D2-A27B-2385F01AD6B8}" type="presOf" srcId="{DB6CACB5-69C3-446F-A2BD-96353512BCEC}" destId="{AE167561-7658-40A6-9033-ABFA936375E0}" srcOrd="0" destOrd="0" presId="urn:microsoft.com/office/officeart/2005/8/layout/default"/>
    <dgm:cxn modelId="{AF493105-1248-4BDB-A784-451454A53C4D}" srcId="{2C2A3228-765D-413D-8FA8-A5DF83AC09A7}" destId="{1938B067-C641-417D-A1F8-E43CA0D0A64A}" srcOrd="0" destOrd="0" parTransId="{4F9B24F9-D2EF-44E4-A0BC-FFE1127156F7}" sibTransId="{D6FCD12F-BE0F-4CE0-8174-C087A9888519}"/>
    <dgm:cxn modelId="{AFB28E4F-7E42-4168-8688-A5B6B4841DDD}" type="presOf" srcId="{A6B6AA35-6729-4D53-94C1-BAC461E2E87A}" destId="{C954F86D-BC00-41A4-BFC2-B879496CD04C}" srcOrd="0" destOrd="0" presId="urn:microsoft.com/office/officeart/2005/8/layout/default"/>
    <dgm:cxn modelId="{3192CB58-449D-4BDC-A876-C765CDD23DD1}" type="presOf" srcId="{E73FD8F2-E61F-4800-96A8-2CCFEF877DC5}" destId="{AFC2BCC0-4FCB-4F6B-9262-436F7D79F153}" srcOrd="0" destOrd="0" presId="urn:microsoft.com/office/officeart/2005/8/layout/default"/>
    <dgm:cxn modelId="{9EB14984-60D3-4DD4-A40C-C3B5CA3912A7}" type="presOf" srcId="{CD21981D-B922-41AB-948D-8C33BF08DFD8}" destId="{C03D4E23-273A-449A-9B41-8A847EEBEFCF}" srcOrd="0" destOrd="0" presId="urn:microsoft.com/office/officeart/2005/8/layout/default"/>
    <dgm:cxn modelId="{1CC02ECD-4774-457D-A6BD-7ACFDCCEE13F}" type="presOf" srcId="{936F34AF-F625-4B74-B6BD-D293C946B236}" destId="{E5EA1B65-0068-4496-8C97-D27EFA385C91}" srcOrd="0" destOrd="0" presId="urn:microsoft.com/office/officeart/2005/8/layout/default"/>
    <dgm:cxn modelId="{2E347625-BC85-4092-84C2-641F43E668E6}" srcId="{2C2A3228-765D-413D-8FA8-A5DF83AC09A7}" destId="{F4590964-80F0-4595-BBB0-DD83D406A40F}" srcOrd="3" destOrd="0" parTransId="{55A68D89-DA1B-400E-805D-B72CBFD33186}" sibTransId="{92473A0C-6245-437F-BF85-00F8F2649CE5}"/>
    <dgm:cxn modelId="{99CB825D-1E75-46E4-8405-1B9632FE3B9E}" type="presOf" srcId="{F4590964-80F0-4595-BBB0-DD83D406A40F}" destId="{559C71F0-E6E7-4D3D-99D0-E60317C26753}" srcOrd="0" destOrd="0" presId="urn:microsoft.com/office/officeart/2005/8/layout/default"/>
    <dgm:cxn modelId="{C0BA3044-07A7-48DD-A125-F4EF7F48DB65}" type="presOf" srcId="{2C2A3228-765D-413D-8FA8-A5DF83AC09A7}" destId="{9BFF93C9-8A78-4902-A793-9360009CFF2C}" srcOrd="0" destOrd="0" presId="urn:microsoft.com/office/officeart/2005/8/layout/default"/>
    <dgm:cxn modelId="{CFBD35CF-122E-4D83-ACAF-16B3DEC176A8}" type="presOf" srcId="{1938B067-C641-417D-A1F8-E43CA0D0A64A}" destId="{740AB17B-32E8-41EF-A953-12BE3C3CD320}" srcOrd="0" destOrd="0" presId="urn:microsoft.com/office/officeart/2005/8/layout/default"/>
    <dgm:cxn modelId="{EDA5C20F-0E2F-45F1-98FC-33D7B2EA35A8}" srcId="{2C2A3228-765D-413D-8FA8-A5DF83AC09A7}" destId="{DB6CACB5-69C3-446F-A2BD-96353512BCEC}" srcOrd="1" destOrd="0" parTransId="{01A06AE9-B639-45A4-8C99-9E50812F966C}" sibTransId="{A87FEAB5-5DF3-401C-9FC0-82370BA2A767}"/>
    <dgm:cxn modelId="{6A8DDADE-720E-47D2-8693-053560859461}" srcId="{2C2A3228-765D-413D-8FA8-A5DF83AC09A7}" destId="{EC098967-1988-485C-B8AF-DD483A4A6237}" srcOrd="6" destOrd="0" parTransId="{8D86C4F7-B429-47FF-B223-1B05B67DA385}" sibTransId="{07224629-7AD6-4122-8200-FFEECDEB2376}"/>
    <dgm:cxn modelId="{B63C4BA6-29D7-4CF2-A5C3-12483B9FF9A1}" type="presOf" srcId="{F57367AA-82BA-42FE-9784-AAC0D067AAED}" destId="{3996A039-C0AF-4665-84F5-712AF2A8A5BD}" srcOrd="0" destOrd="0" presId="urn:microsoft.com/office/officeart/2005/8/layout/default"/>
    <dgm:cxn modelId="{88D75159-2AF4-42B7-9489-7BC035F4DFCF}" srcId="{2C2A3228-765D-413D-8FA8-A5DF83AC09A7}" destId="{CD21981D-B922-41AB-948D-8C33BF08DFD8}" srcOrd="2" destOrd="0" parTransId="{B0BEFDFB-0B66-4D82-BB25-49700096972B}" sibTransId="{F29791A0-134A-490C-9BA9-24D75267F880}"/>
    <dgm:cxn modelId="{D01EB725-350B-42D7-AF60-3C2B3F279E52}" type="presParOf" srcId="{9BFF93C9-8A78-4902-A793-9360009CFF2C}" destId="{740AB17B-32E8-41EF-A953-12BE3C3CD320}" srcOrd="0" destOrd="0" presId="urn:microsoft.com/office/officeart/2005/8/layout/default"/>
    <dgm:cxn modelId="{86BE24DB-C829-4580-9DE3-D7963FA4D19B}" type="presParOf" srcId="{9BFF93C9-8A78-4902-A793-9360009CFF2C}" destId="{40F555B1-036B-401D-B95F-B283C73D4A5F}" srcOrd="1" destOrd="0" presId="urn:microsoft.com/office/officeart/2005/8/layout/default"/>
    <dgm:cxn modelId="{6DE3B1C9-D190-4DB8-AE19-08675B0E4005}" type="presParOf" srcId="{9BFF93C9-8A78-4902-A793-9360009CFF2C}" destId="{AE167561-7658-40A6-9033-ABFA936375E0}" srcOrd="2" destOrd="0" presId="urn:microsoft.com/office/officeart/2005/8/layout/default"/>
    <dgm:cxn modelId="{3B0B329B-0B53-4D5B-AFD3-5632BFB7ADDB}" type="presParOf" srcId="{9BFF93C9-8A78-4902-A793-9360009CFF2C}" destId="{8A960959-1DD4-46E3-B62A-144AAC8C6E9F}" srcOrd="3" destOrd="0" presId="urn:microsoft.com/office/officeart/2005/8/layout/default"/>
    <dgm:cxn modelId="{8ED19037-FF32-4B1D-9256-B038E122F4CB}" type="presParOf" srcId="{9BFF93C9-8A78-4902-A793-9360009CFF2C}" destId="{C03D4E23-273A-449A-9B41-8A847EEBEFCF}" srcOrd="4" destOrd="0" presId="urn:microsoft.com/office/officeart/2005/8/layout/default"/>
    <dgm:cxn modelId="{E80F1A1C-52C7-481A-92D8-85F36597DC70}" type="presParOf" srcId="{9BFF93C9-8A78-4902-A793-9360009CFF2C}" destId="{9D4E4A55-B256-4319-9C7F-09A534D0EEF8}" srcOrd="5" destOrd="0" presId="urn:microsoft.com/office/officeart/2005/8/layout/default"/>
    <dgm:cxn modelId="{8C85A958-6700-4497-8E20-7498531F5BC1}" type="presParOf" srcId="{9BFF93C9-8A78-4902-A793-9360009CFF2C}" destId="{559C71F0-E6E7-4D3D-99D0-E60317C26753}" srcOrd="6" destOrd="0" presId="urn:microsoft.com/office/officeart/2005/8/layout/default"/>
    <dgm:cxn modelId="{C568138D-B61F-43CF-9A1E-57C7D619DE3A}" type="presParOf" srcId="{9BFF93C9-8A78-4902-A793-9360009CFF2C}" destId="{58795018-C482-4407-92C2-F95ED1ABAEAE}" srcOrd="7" destOrd="0" presId="urn:microsoft.com/office/officeart/2005/8/layout/default"/>
    <dgm:cxn modelId="{5D1C282C-9785-4C89-A541-E52B650CBBA1}" type="presParOf" srcId="{9BFF93C9-8A78-4902-A793-9360009CFF2C}" destId="{AFC2BCC0-4FCB-4F6B-9262-436F7D79F153}" srcOrd="8" destOrd="0" presId="urn:microsoft.com/office/officeart/2005/8/layout/default"/>
    <dgm:cxn modelId="{E1169C85-18B2-48D5-9C86-EC4AD74EC694}" type="presParOf" srcId="{9BFF93C9-8A78-4902-A793-9360009CFF2C}" destId="{BCCBA38D-E8AF-40CC-A5ED-13C86B81813D}" srcOrd="9" destOrd="0" presId="urn:microsoft.com/office/officeart/2005/8/layout/default"/>
    <dgm:cxn modelId="{70120BF6-95D6-43D4-8B14-D2918D70FA7B}" type="presParOf" srcId="{9BFF93C9-8A78-4902-A793-9360009CFF2C}" destId="{E5EA1B65-0068-4496-8C97-D27EFA385C91}" srcOrd="10" destOrd="0" presId="urn:microsoft.com/office/officeart/2005/8/layout/default"/>
    <dgm:cxn modelId="{909440B6-9884-4750-8DCF-ECD5D7D3485E}" type="presParOf" srcId="{9BFF93C9-8A78-4902-A793-9360009CFF2C}" destId="{C421F829-EF55-4CC0-86B5-92A678344363}" srcOrd="11" destOrd="0" presId="urn:microsoft.com/office/officeart/2005/8/layout/default"/>
    <dgm:cxn modelId="{74F3DE17-80AC-487E-AB05-2F97D1BC9D3F}" type="presParOf" srcId="{9BFF93C9-8A78-4902-A793-9360009CFF2C}" destId="{C8CBF897-0EE2-4501-8821-FCFD4FDE376E}" srcOrd="12" destOrd="0" presId="urn:microsoft.com/office/officeart/2005/8/layout/default"/>
    <dgm:cxn modelId="{C6B59414-A689-46A2-B0A4-AEE3AA98C008}" type="presParOf" srcId="{9BFF93C9-8A78-4902-A793-9360009CFF2C}" destId="{308C582E-CD68-4727-8A7A-56871B81FC44}" srcOrd="13" destOrd="0" presId="urn:microsoft.com/office/officeart/2005/8/layout/default"/>
    <dgm:cxn modelId="{0FF60D56-F837-49ED-A060-BB15AB361CBE}" type="presParOf" srcId="{9BFF93C9-8A78-4902-A793-9360009CFF2C}" destId="{3996A039-C0AF-4665-84F5-712AF2A8A5BD}" srcOrd="14" destOrd="0" presId="urn:microsoft.com/office/officeart/2005/8/layout/default"/>
    <dgm:cxn modelId="{45297505-3DA5-470B-B613-BF5DD7103964}" type="presParOf" srcId="{9BFF93C9-8A78-4902-A793-9360009CFF2C}" destId="{8DF347C4-CC2A-42EB-9185-7F3F446CBF17}" srcOrd="15" destOrd="0" presId="urn:microsoft.com/office/officeart/2005/8/layout/default"/>
    <dgm:cxn modelId="{3693146E-2EE2-4592-93B8-C2D06326B96D}" type="presParOf" srcId="{9BFF93C9-8A78-4902-A793-9360009CFF2C}" destId="{C954F86D-BC00-41A4-BFC2-B879496CD04C}" srcOrd="16"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47C2FA-F2D2-4DAC-9D7A-29894D423B6F}">
      <dsp:nvSpPr>
        <dsp:cNvPr id="0" name=""/>
        <dsp:cNvSpPr/>
      </dsp:nvSpPr>
      <dsp:spPr>
        <a:xfrm>
          <a:off x="43592" y="0"/>
          <a:ext cx="2933742" cy="2933791"/>
        </a:xfrm>
        <a:prstGeom prst="ellipse">
          <a:avLst/>
        </a:prstGeom>
        <a:solidFill>
          <a:schemeClr val="accent4">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kern="1200" dirty="0" smtClean="0"/>
            <a:t>Destination </a:t>
          </a:r>
          <a:endParaRPr lang="en-US" sz="2800" kern="1200" dirty="0"/>
        </a:p>
      </dsp:txBody>
      <dsp:txXfrm>
        <a:off x="473229" y="429644"/>
        <a:ext cx="2074468" cy="2074503"/>
      </dsp:txXfrm>
    </dsp:sp>
    <dsp:sp modelId="{46CB891F-D105-454E-984A-8F90832CDA9D}">
      <dsp:nvSpPr>
        <dsp:cNvPr id="0" name=""/>
        <dsp:cNvSpPr/>
      </dsp:nvSpPr>
      <dsp:spPr>
        <a:xfrm>
          <a:off x="1545716" y="2158712"/>
          <a:ext cx="2933742" cy="2933791"/>
        </a:xfrm>
        <a:prstGeom prst="ellipse">
          <a:avLst/>
        </a:prstGeom>
        <a:solidFill>
          <a:schemeClr val="accent4">
            <a:alpha val="50000"/>
            <a:hueOff val="1732615"/>
            <a:satOff val="-7995"/>
            <a:lumOff val="29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kern="1200" dirty="0" smtClean="0"/>
            <a:t>Format </a:t>
          </a:r>
          <a:endParaRPr lang="en-US" sz="2800" kern="1200" dirty="0"/>
        </a:p>
      </dsp:txBody>
      <dsp:txXfrm>
        <a:off x="1975353" y="2588356"/>
        <a:ext cx="2074468" cy="2074503"/>
      </dsp:txXfrm>
    </dsp:sp>
    <dsp:sp modelId="{A8357BA1-6686-4C6E-A76B-AECDF74FDC43}">
      <dsp:nvSpPr>
        <dsp:cNvPr id="0" name=""/>
        <dsp:cNvSpPr/>
      </dsp:nvSpPr>
      <dsp:spPr>
        <a:xfrm>
          <a:off x="3049035" y="0"/>
          <a:ext cx="2933742" cy="2933791"/>
        </a:xfrm>
        <a:prstGeom prst="ellipse">
          <a:avLst/>
        </a:prstGeom>
        <a:solidFill>
          <a:schemeClr val="accent4">
            <a:alpha val="50000"/>
            <a:hueOff val="3465231"/>
            <a:satOff val="-15989"/>
            <a:lumOff val="58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kern="1200" dirty="0" smtClean="0"/>
            <a:t>Audience </a:t>
          </a:r>
          <a:endParaRPr lang="en-US" sz="2800" kern="1200" dirty="0"/>
        </a:p>
      </dsp:txBody>
      <dsp:txXfrm>
        <a:off x="3478672" y="429644"/>
        <a:ext cx="2074468" cy="2074503"/>
      </dsp:txXfrm>
    </dsp:sp>
    <dsp:sp modelId="{AC8C49CE-8B31-48BA-91DA-E2789DB42DCB}">
      <dsp:nvSpPr>
        <dsp:cNvPr id="0" name=""/>
        <dsp:cNvSpPr/>
      </dsp:nvSpPr>
      <dsp:spPr>
        <a:xfrm>
          <a:off x="4551158" y="2158712"/>
          <a:ext cx="2933742" cy="2933791"/>
        </a:xfrm>
        <a:prstGeom prst="ellipse">
          <a:avLst/>
        </a:prstGeom>
        <a:solidFill>
          <a:schemeClr val="accent4">
            <a:alpha val="50000"/>
            <a:hueOff val="5197846"/>
            <a:satOff val="-23984"/>
            <a:lumOff val="88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kern="1200" dirty="0" smtClean="0"/>
            <a:t>Topic </a:t>
          </a:r>
          <a:endParaRPr lang="en-US" sz="2800" kern="1200" dirty="0"/>
        </a:p>
      </dsp:txBody>
      <dsp:txXfrm>
        <a:off x="4980795" y="2588356"/>
        <a:ext cx="2074468" cy="2074503"/>
      </dsp:txXfrm>
    </dsp:sp>
    <dsp:sp modelId="{E5CD0421-BEFE-4D6E-9ABE-3BCB5CEEE7BA}">
      <dsp:nvSpPr>
        <dsp:cNvPr id="0" name=""/>
        <dsp:cNvSpPr/>
      </dsp:nvSpPr>
      <dsp:spPr>
        <a:xfrm>
          <a:off x="6054477" y="0"/>
          <a:ext cx="2933742" cy="2933791"/>
        </a:xfrm>
        <a:prstGeom prst="ellipse">
          <a:avLst/>
        </a:prstGeom>
        <a:solidFill>
          <a:schemeClr val="accent4">
            <a:alpha val="50000"/>
            <a:hueOff val="6930461"/>
            <a:satOff val="-31979"/>
            <a:lumOff val="117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kern="1200" dirty="0" smtClean="0"/>
            <a:t>Complexity </a:t>
          </a:r>
          <a:endParaRPr lang="en-US" sz="2800" kern="1200" dirty="0"/>
        </a:p>
      </dsp:txBody>
      <dsp:txXfrm>
        <a:off x="6484114" y="429644"/>
        <a:ext cx="2074468" cy="2074503"/>
      </dsp:txXfrm>
    </dsp:sp>
    <dsp:sp modelId="{9F9A5D8D-9277-47FE-B718-E77BE9544616}">
      <dsp:nvSpPr>
        <dsp:cNvPr id="0" name=""/>
        <dsp:cNvSpPr/>
      </dsp:nvSpPr>
      <dsp:spPr>
        <a:xfrm>
          <a:off x="7556601" y="2158712"/>
          <a:ext cx="2933742" cy="2933791"/>
        </a:xfrm>
        <a:prstGeom prst="ellipse">
          <a:avLst/>
        </a:prstGeom>
        <a:solidFill>
          <a:schemeClr val="accent4">
            <a:alpha val="50000"/>
            <a:hueOff val="8663077"/>
            <a:satOff val="-39973"/>
            <a:lumOff val="147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kern="1200" dirty="0" smtClean="0"/>
            <a:t>Tone </a:t>
          </a:r>
          <a:endParaRPr lang="en-US" sz="2800" kern="1200" dirty="0"/>
        </a:p>
      </dsp:txBody>
      <dsp:txXfrm>
        <a:off x="7986238" y="2588356"/>
        <a:ext cx="2074468" cy="2074503"/>
      </dsp:txXfrm>
    </dsp:sp>
    <dsp:sp modelId="{AA1E18C9-7960-430F-A6AD-022F40BCCEA3}">
      <dsp:nvSpPr>
        <dsp:cNvPr id="0" name=""/>
        <dsp:cNvSpPr/>
      </dsp:nvSpPr>
      <dsp:spPr>
        <a:xfrm>
          <a:off x="9059920" y="0"/>
          <a:ext cx="2933742" cy="2933791"/>
        </a:xfrm>
        <a:prstGeom prst="ellipse">
          <a:avLst/>
        </a:prstGeom>
        <a:solidFill>
          <a:schemeClr val="accent4">
            <a:alpha val="50000"/>
            <a:hueOff val="10395692"/>
            <a:satOff val="-47968"/>
            <a:lumOff val="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247650" tIns="247650" rIns="247650" bIns="247650" numCol="1" spcCol="1270" anchor="ctr" anchorCtr="0">
          <a:noAutofit/>
        </a:bodyPr>
        <a:lstStyle/>
        <a:p>
          <a:pPr lvl="0" algn="ctr" defTabSz="2889250">
            <a:lnSpc>
              <a:spcPct val="90000"/>
            </a:lnSpc>
            <a:spcBef>
              <a:spcPct val="0"/>
            </a:spcBef>
            <a:spcAft>
              <a:spcPct val="35000"/>
            </a:spcAft>
          </a:pPr>
          <a:endParaRPr lang="en-US" sz="6500" kern="1200"/>
        </a:p>
      </dsp:txBody>
      <dsp:txXfrm>
        <a:off x="9489557" y="429644"/>
        <a:ext cx="2074468" cy="207450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40AB17B-32E8-41EF-A953-12BE3C3CD320}">
      <dsp:nvSpPr>
        <dsp:cNvPr id="0" name=""/>
        <dsp:cNvSpPr/>
      </dsp:nvSpPr>
      <dsp:spPr>
        <a:xfrm>
          <a:off x="95081" y="1768"/>
          <a:ext cx="2866158" cy="1719695"/>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kern="1200" dirty="0" smtClean="0"/>
            <a:t>Documentation </a:t>
          </a:r>
          <a:endParaRPr lang="en-US" sz="2800" kern="1200" dirty="0"/>
        </a:p>
      </dsp:txBody>
      <dsp:txXfrm>
        <a:off x="95081" y="1768"/>
        <a:ext cx="2866158" cy="1719695"/>
      </dsp:txXfrm>
    </dsp:sp>
    <dsp:sp modelId="{AE167561-7658-40A6-9033-ABFA936375E0}">
      <dsp:nvSpPr>
        <dsp:cNvPr id="0" name=""/>
        <dsp:cNvSpPr/>
      </dsp:nvSpPr>
      <dsp:spPr>
        <a:xfrm>
          <a:off x="3319882" y="54838"/>
          <a:ext cx="2866158" cy="1719695"/>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kern="1200" dirty="0" smtClean="0"/>
            <a:t>Confirmation </a:t>
          </a:r>
          <a:endParaRPr lang="en-US" sz="2800" kern="1200" dirty="0"/>
        </a:p>
      </dsp:txBody>
      <dsp:txXfrm>
        <a:off x="3319882" y="54838"/>
        <a:ext cx="2866158" cy="1719695"/>
      </dsp:txXfrm>
    </dsp:sp>
    <dsp:sp modelId="{C03D4E23-273A-449A-9B41-8A847EEBEFCF}">
      <dsp:nvSpPr>
        <dsp:cNvPr id="0" name=""/>
        <dsp:cNvSpPr/>
      </dsp:nvSpPr>
      <dsp:spPr>
        <a:xfrm>
          <a:off x="6400630" y="1768"/>
          <a:ext cx="2866158" cy="1719695"/>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kern="1200" dirty="0" smtClean="0"/>
            <a:t>Procedures </a:t>
          </a:r>
          <a:endParaRPr lang="en-US" sz="2800" kern="1200" dirty="0"/>
        </a:p>
      </dsp:txBody>
      <dsp:txXfrm>
        <a:off x="6400630" y="1768"/>
        <a:ext cx="2866158" cy="1719695"/>
      </dsp:txXfrm>
    </dsp:sp>
    <dsp:sp modelId="{559C71F0-E6E7-4D3D-99D0-E60317C26753}">
      <dsp:nvSpPr>
        <dsp:cNvPr id="0" name=""/>
        <dsp:cNvSpPr/>
      </dsp:nvSpPr>
      <dsp:spPr>
        <a:xfrm>
          <a:off x="95081" y="2008079"/>
          <a:ext cx="2866158" cy="1719695"/>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kern="1200" dirty="0" smtClean="0"/>
            <a:t>Recommendation </a:t>
          </a:r>
          <a:endParaRPr lang="en-US" sz="2800" kern="1200" dirty="0"/>
        </a:p>
      </dsp:txBody>
      <dsp:txXfrm>
        <a:off x="95081" y="2008079"/>
        <a:ext cx="2866158" cy="1719695"/>
      </dsp:txXfrm>
    </dsp:sp>
    <dsp:sp modelId="{AFC2BCC0-4FCB-4F6B-9262-436F7D79F153}">
      <dsp:nvSpPr>
        <dsp:cNvPr id="0" name=""/>
        <dsp:cNvSpPr/>
      </dsp:nvSpPr>
      <dsp:spPr>
        <a:xfrm>
          <a:off x="3247856" y="2008079"/>
          <a:ext cx="2866158" cy="1719695"/>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kern="1200" dirty="0" smtClean="0"/>
            <a:t>Feasibility </a:t>
          </a:r>
          <a:endParaRPr lang="en-US" sz="2800" kern="1200" dirty="0"/>
        </a:p>
      </dsp:txBody>
      <dsp:txXfrm>
        <a:off x="3247856" y="2008079"/>
        <a:ext cx="2866158" cy="1719695"/>
      </dsp:txXfrm>
    </dsp:sp>
    <dsp:sp modelId="{E5EA1B65-0068-4496-8C97-D27EFA385C91}">
      <dsp:nvSpPr>
        <dsp:cNvPr id="0" name=""/>
        <dsp:cNvSpPr/>
      </dsp:nvSpPr>
      <dsp:spPr>
        <a:xfrm>
          <a:off x="6400630" y="2008079"/>
          <a:ext cx="2866158" cy="1719695"/>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kern="1200" dirty="0" smtClean="0"/>
            <a:t>Status </a:t>
          </a:r>
          <a:endParaRPr lang="en-US" sz="2800" kern="1200" dirty="0"/>
        </a:p>
      </dsp:txBody>
      <dsp:txXfrm>
        <a:off x="6400630" y="2008079"/>
        <a:ext cx="2866158" cy="1719695"/>
      </dsp:txXfrm>
    </dsp:sp>
    <dsp:sp modelId="{C8CBF897-0EE2-4501-8821-FCFD4FDE376E}">
      <dsp:nvSpPr>
        <dsp:cNvPr id="0" name=""/>
        <dsp:cNvSpPr/>
      </dsp:nvSpPr>
      <dsp:spPr>
        <a:xfrm>
          <a:off x="95081" y="4014390"/>
          <a:ext cx="2866158" cy="1719695"/>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kern="1200" dirty="0" smtClean="0"/>
            <a:t>Directive </a:t>
          </a:r>
          <a:endParaRPr lang="en-US" sz="2800" kern="1200" dirty="0"/>
        </a:p>
      </dsp:txBody>
      <dsp:txXfrm>
        <a:off x="95081" y="4014390"/>
        <a:ext cx="2866158" cy="1719695"/>
      </dsp:txXfrm>
    </dsp:sp>
    <dsp:sp modelId="{3996A039-C0AF-4665-84F5-712AF2A8A5BD}">
      <dsp:nvSpPr>
        <dsp:cNvPr id="0" name=""/>
        <dsp:cNvSpPr/>
      </dsp:nvSpPr>
      <dsp:spPr>
        <a:xfrm>
          <a:off x="3247856" y="4014390"/>
          <a:ext cx="2866158" cy="1719695"/>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kern="1200" dirty="0" smtClean="0"/>
            <a:t>Inquiry </a:t>
          </a:r>
          <a:endParaRPr lang="en-US" sz="2800" kern="1200" dirty="0"/>
        </a:p>
      </dsp:txBody>
      <dsp:txXfrm>
        <a:off x="3247856" y="4014390"/>
        <a:ext cx="2866158" cy="1719695"/>
      </dsp:txXfrm>
    </dsp:sp>
    <dsp:sp modelId="{C954F86D-BC00-41A4-BFC2-B879496CD04C}">
      <dsp:nvSpPr>
        <dsp:cNvPr id="0" name=""/>
        <dsp:cNvSpPr/>
      </dsp:nvSpPr>
      <dsp:spPr>
        <a:xfrm>
          <a:off x="6400630" y="4014390"/>
          <a:ext cx="2866158" cy="1719695"/>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kern="1200" dirty="0" smtClean="0"/>
            <a:t>Cover </a:t>
          </a:r>
          <a:endParaRPr lang="en-US" sz="2800" kern="1200" dirty="0"/>
        </a:p>
      </dsp:txBody>
      <dsp:txXfrm>
        <a:off x="6400630" y="4014390"/>
        <a:ext cx="2866158" cy="1719695"/>
      </dsp:txXfrm>
    </dsp:sp>
  </dsp:spTree>
</dsp:drawing>
</file>

<file path=ppt/diagrams/layout1.xml><?xml version="1.0" encoding="utf-8"?>
<dgm:layoutDef xmlns:dgm="http://schemas.openxmlformats.org/drawingml/2006/diagram" xmlns:a="http://schemas.openxmlformats.org/drawingml/2006/main" uniqueId="urn:microsoft.com/office/officeart/2005/8/layout/rings+Icon">
  <dgm:title val="Interconnected Rings"/>
  <dgm:desc val="Use to show overlapping or interconnected ideas or concepts. The first seven lines of Level 1 text correspond with a circle. Unused text does not appear, but remains available if you switch layouts.  "/>
  <dgm:catLst>
    <dgm:cat type="relationship" pri="32000"/>
    <dgm:cat type="officeonline" pri="6000"/>
  </dgm:catLst>
  <dgm:sampData useDef="1">
    <dgm:dataModel>
      <dgm:ptLst/>
      <dgm:bg/>
      <dgm:whole/>
    </dgm:dataModel>
  </dgm:sampData>
  <dgm:styleData>
    <dgm:dataModel>
      <dgm:ptLst>
        <dgm:pt modelId="0" type="doc"/>
        <dgm:pt modelId="10"/>
        <dgm:pt modelId="20"/>
      </dgm:ptLst>
      <dgm:cxnLst>
        <dgm:cxn modelId="30" srcId="0" destId="10" srcOrd="0" destOrd="0"/>
        <dgm:cxn modelId="40" srcId="0" destId="20" srcOrd="1" destOrd="0"/>
      </dgm:cxnLst>
      <dgm:bg/>
      <dgm:whole/>
    </dgm:dataModel>
  </dgm:styleData>
  <dgm:clrData>
    <dgm:dataModel>
      <dgm:ptLst>
        <dgm:pt modelId="0" type="doc"/>
        <dgm:pt modelId="10"/>
        <dgm:pt modelId="20"/>
        <dgm:pt modelId="30"/>
        <dgm:pt modelId="40"/>
      </dgm:ptLst>
      <dgm:cxnLst>
        <dgm:cxn modelId="50" srcId="0" destId="10" srcOrd="0" destOrd="0"/>
        <dgm:cxn modelId="60" srcId="0" destId="20" srcOrd="1" destOrd="0"/>
        <dgm:cxn modelId="70" srcId="0" destId="30" srcOrd="2" destOrd="0"/>
        <dgm:cxn modelId="80" srcId="0" destId="40" srcOrd="2" destOrd="0"/>
      </dgm:cxnLst>
      <dgm:bg/>
      <dgm:whole/>
    </dgm:dataModel>
  </dgm:clrData>
  <dgm:layoutNode name="Name0">
    <dgm:varLst>
      <dgm:chMax val="7"/>
      <dgm:dir/>
      <dgm:resizeHandles val="exact"/>
    </dgm:varLst>
    <dgm:choose name="Name1">
      <dgm:if name="Name2" axis="ch" ptType="node" func="cnt" op="lt" val="1">
        <dgm:alg type="composite"/>
        <dgm:shape xmlns:r="http://schemas.openxmlformats.org/officeDocument/2006/relationships" r:blip="">
          <dgm:adjLst/>
        </dgm:shape>
        <dgm:presOf/>
        <dgm:constrLst/>
        <dgm:ruleLst/>
      </dgm:if>
      <dgm:if name="Name3" axis="ch" ptType="node" func="cnt" op="equ" val="1">
        <dgm:alg type="composite">
          <dgm:param type="ar" val="1"/>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dgm:constr type="h" for="ch" forName="ellipse1" refType="h"/>
        </dgm:constrLst>
      </dgm:if>
      <dgm:if name="Name4" axis="ch" ptType="node" func="cnt" op="equ" val="2">
        <dgm:alg type="composite">
          <dgm:param type="ar" val="0.9086"/>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fact="0.6602"/>
          <dgm:constr type="h" for="ch" forName="ellipse1" refType="h" fact="0.5999"/>
          <dgm:constr type="l" for="ch" forName="ellipse2" refType="w" fact="0.3398"/>
          <dgm:constr type="t" for="ch" forName="ellipse2" refType="h" fact="0.4001"/>
          <dgm:constr type="w" for="ch" forName="ellipse2" refType="w" fact="0.6602"/>
          <dgm:constr type="h" for="ch" forName="ellipse2" refType="h" fact="0.5999"/>
        </dgm:constrLst>
      </dgm:if>
      <dgm:if name="Name5" axis="ch" ptType="node" func="cnt" op="equ" val="3">
        <dgm:alg type="composite">
          <dgm:param type="ar" val="1.2171"/>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fact="0.4929"/>
          <dgm:constr type="h" for="ch" forName="ellipse1" refType="h" fact="0.5999"/>
          <dgm:constr type="l" for="ch" forName="ellipse2" refType="w" fact="0.2537"/>
          <dgm:constr type="t" for="ch" forName="ellipse2" refType="h" fact="0.4001"/>
          <dgm:constr type="w" for="ch" forName="ellipse2" refType="w" fact="0.4929"/>
          <dgm:constr type="h" for="ch" forName="ellipse2" refType="h" fact="0.5999"/>
          <dgm:constr type="l" for="ch" forName="ellipse3" refType="w" fact="0.5071"/>
          <dgm:constr type="t" for="ch" forName="ellipse3" refType="h" fact="0"/>
          <dgm:constr type="w" for="ch" forName="ellipse3" refType="w" fact="0.4929"/>
          <dgm:constr type="h" for="ch" forName="ellipse3" refType="h" fact="0.5999"/>
        </dgm:constrLst>
      </dgm:if>
      <dgm:if name="Name6" axis="ch" ptType="node" func="cnt" op="equ" val="4">
        <dgm:alg type="composite">
          <dgm:param type="ar" val="1.5255"/>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fact="0.3932"/>
          <dgm:constr type="h" for="ch" forName="ellipse1" refType="h" fact="0.5999"/>
          <dgm:constr type="l" for="ch" forName="ellipse2" refType="w" fact="0.2023"/>
          <dgm:constr type="t" for="ch" forName="ellipse2" refType="h" fact="0.4001"/>
          <dgm:constr type="w" for="ch" forName="ellipse2" refType="w" fact="0.3932"/>
          <dgm:constr type="h" for="ch" forName="ellipse2" refType="h" fact="0.5999"/>
          <dgm:constr type="l" for="ch" forName="ellipse3" refType="w" fact="0.4045"/>
          <dgm:constr type="t" for="ch" forName="ellipse3" refType="h" fact="0"/>
          <dgm:constr type="w" for="ch" forName="ellipse3" refType="w" fact="0.3932"/>
          <dgm:constr type="h" for="ch" forName="ellipse3" refType="h" fact="0.5999"/>
          <dgm:constr type="l" for="ch" forName="ellipse4" refType="w" fact="0.6068"/>
          <dgm:constr type="t" for="ch" forName="ellipse4" refType="h" fact="0.4001"/>
          <dgm:constr type="w" for="ch" forName="ellipse4" refType="w" fact="0.3932"/>
          <dgm:constr type="h" for="ch" forName="ellipse4" refType="h" fact="0.5999"/>
        </dgm:constrLst>
      </dgm:if>
      <dgm:if name="Name7" axis="ch" ptType="node" func="cnt" op="equ" val="5">
        <dgm:alg type="composite">
          <dgm:param type="ar" val="1.834"/>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fact="0.3271"/>
          <dgm:constr type="h" for="ch" forName="ellipse1" refType="h" fact="0.5999"/>
          <dgm:constr type="l" for="ch" forName="ellipse2" refType="w" fact="0.1682"/>
          <dgm:constr type="t" for="ch" forName="ellipse2" refType="h" fact="0.4001"/>
          <dgm:constr type="w" for="ch" forName="ellipse2" refType="w" fact="0.3271"/>
          <dgm:constr type="h" for="ch" forName="ellipse2" refType="h" fact="0.5999"/>
          <dgm:constr type="l" for="ch" forName="ellipse3" refType="w" fact="0.3365"/>
          <dgm:constr type="t" for="ch" forName="ellipse3" refType="h" fact="0"/>
          <dgm:constr type="w" for="ch" forName="ellipse3" refType="w" fact="0.3271"/>
          <dgm:constr type="h" for="ch" forName="ellipse3" refType="h" fact="0.5999"/>
          <dgm:constr type="l" for="ch" forName="ellipse4" refType="w" fact="0.5047"/>
          <dgm:constr type="t" for="ch" forName="ellipse4" refType="h" fact="0.4001"/>
          <dgm:constr type="w" for="ch" forName="ellipse4" refType="w" fact="0.3271"/>
          <dgm:constr type="h" for="ch" forName="ellipse4" refType="h" fact="0.5999"/>
          <dgm:constr type="l" for="ch" forName="ellipse5" refType="w" fact="0.6729"/>
          <dgm:constr type="t" for="ch" forName="ellipse5" refType="h" fact="0"/>
          <dgm:constr type="w" for="ch" forName="ellipse5" refType="w" fact="0.3271"/>
          <dgm:constr type="h" for="ch" forName="ellipse5" refType="h" fact="0.5999"/>
        </dgm:constrLst>
      </dgm:if>
      <dgm:if name="Name8" axis="ch" ptType="node" func="cnt" op="equ" val="6">
        <dgm:alg type="composite">
          <dgm:param type="ar" val="2.1873"/>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fact="0.278"/>
          <dgm:constr type="h" for="ch" forName="ellipse1" refType="h" fact="0.6081"/>
          <dgm:constr type="l" for="ch" forName="ellipse2" refType="w" fact="0.1444"/>
          <dgm:constr type="t" for="ch" forName="ellipse2" refType="h" fact="0.3919"/>
          <dgm:constr type="w" for="ch" forName="ellipse2" refType="w" fact="0.278"/>
          <dgm:constr type="h" for="ch" forName="ellipse2" refType="h" fact="0.6081"/>
          <dgm:constr type="l" for="ch" forName="ellipse3" refType="w" fact="0.2888"/>
          <dgm:constr type="t" for="ch" forName="ellipse3" refType="h" fact="0"/>
          <dgm:constr type="w" for="ch" forName="ellipse3" refType="w" fact="0.278"/>
          <dgm:constr type="h" for="ch" forName="ellipse3" refType="h" fact="0.6081"/>
          <dgm:constr type="l" for="ch" forName="ellipse4" refType="w" fact="0.4332"/>
          <dgm:constr type="t" for="ch" forName="ellipse4" refType="h" fact="0.3919"/>
          <dgm:constr type="w" for="ch" forName="ellipse4" refType="w" fact="0.278"/>
          <dgm:constr type="h" for="ch" forName="ellipse4" refType="h" fact="0.6081"/>
          <dgm:constr type="l" for="ch" forName="ellipse5" refType="w" fact="0.5776"/>
          <dgm:constr type="t" for="ch" forName="ellipse5" refType="h" fact="0"/>
          <dgm:constr type="w" for="ch" forName="ellipse5" refType="w" fact="0.278"/>
          <dgm:constr type="h" for="ch" forName="ellipse5" refType="h" fact="0.6081"/>
          <dgm:constr type="l" for="ch" forName="ellipse6" refType="w" fact="0.722"/>
          <dgm:constr type="t" for="ch" forName="ellipse6" refType="h" fact="0.3919"/>
          <dgm:constr type="w" for="ch" forName="ellipse6" refType="w" fact="0.278"/>
          <dgm:constr type="h" for="ch" forName="ellipse6" refType="h" fact="0.6081"/>
        </dgm:constrLst>
      </dgm:if>
      <dgm:else name="Name9">
        <dgm:alg type="composite">
          <dgm:param type="ar" val="2.3466"/>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fact="0.2455"/>
          <dgm:constr type="h" for="ch" forName="ellipse1" refType="h" fact="0.5761"/>
          <dgm:constr type="l" for="ch" forName="ellipse2" refType="w" fact="0.1257"/>
          <dgm:constr type="t" for="ch" forName="ellipse2" refType="h" fact="0.4239"/>
          <dgm:constr type="w" for="ch" forName="ellipse2" refType="w" fact="0.2455"/>
          <dgm:constr type="h" for="ch" forName="ellipse2" refType="h" fact="0.5761"/>
          <dgm:constr type="l" for="ch" forName="ellipse3" refType="w" fact="0.2515"/>
          <dgm:constr type="t" for="ch" forName="ellipse3" refType="h" fact="0"/>
          <dgm:constr type="w" for="ch" forName="ellipse3" refType="w" fact="0.2455"/>
          <dgm:constr type="h" for="ch" forName="ellipse3" refType="h" fact="0.5761"/>
          <dgm:constr type="l" for="ch" forName="ellipse4" refType="w" fact="0.3772"/>
          <dgm:constr type="t" for="ch" forName="ellipse4" refType="h" fact="0.4239"/>
          <dgm:constr type="w" for="ch" forName="ellipse4" refType="w" fact="0.2455"/>
          <dgm:constr type="h" for="ch" forName="ellipse4" refType="h" fact="0.5761"/>
          <dgm:constr type="l" for="ch" forName="ellipse5" refType="w" fact="0.503"/>
          <dgm:constr type="t" for="ch" forName="ellipse5" refType="h" fact="0"/>
          <dgm:constr type="w" for="ch" forName="ellipse5" refType="w" fact="0.2455"/>
          <dgm:constr type="h" for="ch" forName="ellipse5" refType="h" fact="0.5761"/>
          <dgm:constr type="l" for="ch" forName="ellipse6" refType="w" fact="0.6287"/>
          <dgm:constr type="t" for="ch" forName="ellipse6" refType="h" fact="0.4239"/>
          <dgm:constr type="w" for="ch" forName="ellipse6" refType="w" fact="0.2455"/>
          <dgm:constr type="h" for="ch" forName="ellipse6" refType="h" fact="0.5761"/>
          <dgm:constr type="l" for="ch" forName="ellipse7" refType="w" fact="0.7545"/>
          <dgm:constr type="t" for="ch" forName="ellipse7" refType="h" fact="0"/>
          <dgm:constr type="w" for="ch" forName="ellipse7" refType="w" fact="0.2455"/>
          <dgm:constr type="h" for="ch" forName="ellipse7" refType="h" fact="0.5761"/>
        </dgm:constrLst>
      </dgm:else>
    </dgm:choose>
    <dgm:choose name="Name10">
      <dgm:if name="Name11" axis="ch" ptType="node" func="cnt" op="gte" val="1">
        <dgm:layoutNode name="ellipse1" styleLbl="vennNode1">
          <dgm:varLst>
            <dgm:bulletEnabled val="1"/>
          </dgm:varLst>
          <dgm:alg type="tx"/>
          <dgm:shape xmlns:r="http://schemas.openxmlformats.org/officeDocument/2006/relationships" type="ellipse" r:blip="">
            <dgm:adjLst/>
          </dgm:shape>
          <dgm:choose name="Name12">
            <dgm:if name="Name13" func="var" arg="dir" op="equ" val="norm">
              <dgm:presOf axis="ch desOrSelf" ptType="node node" st="1 1" cnt="1 0"/>
            </dgm:if>
            <dgm:else name="Name14">
              <dgm:choose name="Name15">
                <dgm:if name="Name16" axis="ch" ptType="node" func="cnt" op="equ" val="1">
                  <dgm:presOf axis="ch desOrSelf" ptType="node node" st="1 1" cnt="1 0"/>
                </dgm:if>
                <dgm:if name="Name17" axis="ch" ptType="node" func="cnt" op="equ" val="2">
                  <dgm:presOf axis="ch desOrSelf" ptType="node node" st="2 1" cnt="1 0"/>
                </dgm:if>
                <dgm:if name="Name18" axis="ch" ptType="node" func="cnt" op="equ" val="3">
                  <dgm:presOf axis="ch desOrSelf" ptType="node node" st="3 1" cnt="1 0"/>
                </dgm:if>
                <dgm:if name="Name19" axis="ch" ptType="node" func="cnt" op="equ" val="4">
                  <dgm:presOf axis="ch desOrSelf" ptType="node node" st="4 1" cnt="1 0"/>
                </dgm:if>
                <dgm:if name="Name20" axis="ch" ptType="node" func="cnt" op="equ" val="5">
                  <dgm:presOf axis="ch desOrSelf" ptType="node node" st="5 1" cnt="1 0"/>
                </dgm:if>
                <dgm:if name="Name21" axis="ch" ptType="node" func="cnt" op="equ" val="6">
                  <dgm:presOf axis="ch desOrSelf" ptType="node node" st="6 1" cnt="1 0"/>
                </dgm:if>
                <dgm:if name="Name22" axis="ch" ptType="node" func="cnt" op="gte" val="7">
                  <dgm:presOf axis="ch desOrSelf" ptType="node node" st="7 1" cnt="1 0"/>
                </dgm:if>
                <dgm:else name="Name23"/>
              </dgm:choose>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4"/>
    </dgm:choose>
    <dgm:choose name="Name25">
      <dgm:if name="Name26" axis="ch" ptType="node" func="cnt" op="gte" val="2">
        <dgm:layoutNode name="ellipse2" styleLbl="vennNode1">
          <dgm:varLst>
            <dgm:bulletEnabled val="1"/>
          </dgm:varLst>
          <dgm:alg type="tx"/>
          <dgm:choose name="Name27">
            <dgm:if name="Name28" func="var" arg="dir" op="equ" val="norm">
              <dgm:shape xmlns:r="http://schemas.openxmlformats.org/officeDocument/2006/relationships" type="ellipse" r:blip="">
                <dgm:adjLst/>
              </dgm:shape>
              <dgm:presOf axis="ch desOrSelf" ptType="node node" st="2 1" cnt="1 0"/>
            </dgm:if>
            <dgm:else name="Name29">
              <dgm:shape xmlns:r="http://schemas.openxmlformats.org/officeDocument/2006/relationships" type="ellipse" r:blip="" zOrderOff="-2">
                <dgm:adjLst/>
              </dgm:shape>
              <dgm:choose name="Name30">
                <dgm:if name="Name31" axis="ch" ptType="node" func="cnt" op="equ" val="2">
                  <dgm:presOf axis="ch desOrSelf" ptType="node node" st="1 1" cnt="1 0"/>
                </dgm:if>
                <dgm:if name="Name32" axis="ch" ptType="node" func="cnt" op="equ" val="3">
                  <dgm:presOf axis="ch desOrSelf" ptType="node node" st="2 1" cnt="1 0"/>
                </dgm:if>
                <dgm:if name="Name33" axis="ch" ptType="node" func="cnt" op="equ" val="4">
                  <dgm:presOf axis="ch desOrSelf" ptType="node node" st="3 1" cnt="1 0"/>
                </dgm:if>
                <dgm:if name="Name34" axis="ch" ptType="node" func="cnt" op="equ" val="5">
                  <dgm:presOf axis="ch desOrSelf" ptType="node node" st="4 1" cnt="1 0"/>
                </dgm:if>
                <dgm:if name="Name35" axis="ch" ptType="node" func="cnt" op="equ" val="6">
                  <dgm:presOf axis="ch desOrSelf" ptType="node node" st="5 1" cnt="1 0"/>
                </dgm:if>
                <dgm:if name="Name36" axis="ch" ptType="node" func="cnt" op="gte" val="7">
                  <dgm:presOf axis="ch desOrSelf" ptType="node node" st="6 1" cnt="1 0"/>
                </dgm:if>
                <dgm:else name="Name37"/>
              </dgm:choose>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8"/>
    </dgm:choose>
    <dgm:choose name="Name39">
      <dgm:if name="Name40" axis="ch" ptType="node" func="cnt" op="gte" val="3">
        <dgm:layoutNode name="ellipse3" styleLbl="vennNode1">
          <dgm:varLst>
            <dgm:bulletEnabled val="1"/>
          </dgm:varLst>
          <dgm:alg type="tx"/>
          <dgm:shape xmlns:r="http://schemas.openxmlformats.org/officeDocument/2006/relationships" type="ellipse" r:blip="">
            <dgm:adjLst/>
          </dgm:shape>
          <dgm:choose name="Name41">
            <dgm:if name="Name42" func="var" arg="dir" op="equ" val="norm">
              <dgm:shape xmlns:r="http://schemas.openxmlformats.org/officeDocument/2006/relationships" type="ellipse" r:blip="">
                <dgm:adjLst/>
              </dgm:shape>
              <dgm:presOf axis="ch desOrSelf" ptType="node node" st="3 1" cnt="1 0"/>
            </dgm:if>
            <dgm:else name="Name43">
              <dgm:shape xmlns:r="http://schemas.openxmlformats.org/officeDocument/2006/relationships" type="ellipse" r:blip="" zOrderOff="-4">
                <dgm:adjLst/>
              </dgm:shape>
              <dgm:choose name="Name44">
                <dgm:if name="Name45" axis="ch" ptType="node" func="cnt" op="equ" val="3">
                  <dgm:presOf axis="ch desOrSelf" ptType="node node" st="1 1" cnt="1 0"/>
                </dgm:if>
                <dgm:if name="Name46" axis="ch" ptType="node" func="cnt" op="equ" val="4">
                  <dgm:presOf axis="ch desOrSelf" ptType="node node" st="2 1" cnt="1 0"/>
                </dgm:if>
                <dgm:if name="Name47" axis="ch" ptType="node" func="cnt" op="equ" val="5">
                  <dgm:presOf axis="ch desOrSelf" ptType="node node" st="3 1" cnt="1 0"/>
                </dgm:if>
                <dgm:if name="Name48" axis="ch" ptType="node" func="cnt" op="equ" val="6">
                  <dgm:presOf axis="ch desOrSelf" ptType="node node" st="4 1" cnt="1 0"/>
                </dgm:if>
                <dgm:if name="Name49" axis="ch" ptType="node" func="cnt" op="gte" val="7">
                  <dgm:presOf axis="ch desOrSelf" ptType="node node" st="5 1" cnt="1 0"/>
                </dgm:if>
                <dgm:else name="Name50"/>
              </dgm:choose>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1"/>
    </dgm:choose>
    <dgm:choose name="Name52">
      <dgm:if name="Name53" axis="ch" ptType="node" func="cnt" op="gte" val="4">
        <dgm:layoutNode name="ellipse4" styleLbl="vennNode1">
          <dgm:varLst>
            <dgm:bulletEnabled val="1"/>
          </dgm:varLst>
          <dgm:alg type="tx"/>
          <dgm:choose name="Name54">
            <dgm:if name="Name55" func="var" arg="dir" op="equ" val="norm">
              <dgm:shape xmlns:r="http://schemas.openxmlformats.org/officeDocument/2006/relationships" type="ellipse" r:blip="">
                <dgm:adjLst/>
              </dgm:shape>
              <dgm:presOf axis="ch desOrSelf" ptType="node node" st="4 1" cnt="1 0"/>
            </dgm:if>
            <dgm:else name="Name56">
              <dgm:shape xmlns:r="http://schemas.openxmlformats.org/officeDocument/2006/relationships" type="ellipse" r:blip="" zOrderOff="-6">
                <dgm:adjLst/>
              </dgm:shape>
              <dgm:choose name="Name57">
                <dgm:if name="Name58" axis="ch" ptType="node" func="cnt" op="equ" val="4">
                  <dgm:presOf axis="ch desOrSelf" ptType="node node" st="1 1" cnt="1 0"/>
                </dgm:if>
                <dgm:if name="Name59" axis="ch" ptType="node" func="cnt" op="equ" val="5">
                  <dgm:presOf axis="ch desOrSelf" ptType="node node" st="2 1" cnt="1 0"/>
                </dgm:if>
                <dgm:if name="Name60" axis="ch" ptType="node" func="cnt" op="equ" val="6">
                  <dgm:presOf axis="ch desOrSelf" ptType="node node" st="3 1" cnt="1 0"/>
                </dgm:if>
                <dgm:if name="Name61" axis="ch" ptType="node" func="cnt" op="gte" val="7">
                  <dgm:presOf axis="ch desOrSelf" ptType="node node" st="4 1" cnt="1 0"/>
                </dgm:if>
                <dgm:else name="Name62"/>
              </dgm:choose>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3"/>
    </dgm:choose>
    <dgm:choose name="Name64">
      <dgm:if name="Name65" axis="ch" ptType="node" func="cnt" op="gte" val="5">
        <dgm:layoutNode name="ellipse5" styleLbl="vennNode1">
          <dgm:varLst>
            <dgm:bulletEnabled val="1"/>
          </dgm:varLst>
          <dgm:alg type="tx"/>
          <dgm:choose name="Name66">
            <dgm:if name="Name67" func="var" arg="dir" op="equ" val="norm">
              <dgm:shape xmlns:r="http://schemas.openxmlformats.org/officeDocument/2006/relationships" type="ellipse" r:blip="">
                <dgm:adjLst/>
              </dgm:shape>
              <dgm:presOf axis="ch desOrSelf" ptType="node node" st="5 1" cnt="1 0"/>
            </dgm:if>
            <dgm:else name="Name68">
              <dgm:shape xmlns:r="http://schemas.openxmlformats.org/officeDocument/2006/relationships" type="ellipse" r:blip="" zOrderOff="-8">
                <dgm:adjLst/>
              </dgm:shape>
              <dgm:choose name="Name69">
                <dgm:if name="Name70" axis="ch" ptType="node" func="cnt" op="equ" val="5">
                  <dgm:presOf axis="ch desOrSelf" ptType="node node" st="1 1" cnt="1 0"/>
                </dgm:if>
                <dgm:if name="Name71" axis="ch" ptType="node" func="cnt" op="equ" val="6">
                  <dgm:presOf axis="ch desOrSelf" ptType="node node" st="2 1" cnt="1 0"/>
                </dgm:if>
                <dgm:if name="Name72" axis="ch" ptType="node" func="cnt" op="gte" val="7">
                  <dgm:presOf axis="ch desOrSelf" ptType="node node" st="3 1" cnt="1 0"/>
                </dgm:if>
                <dgm:else name="Name73"/>
              </dgm:choose>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4"/>
    </dgm:choose>
    <dgm:choose name="Name75">
      <dgm:if name="Name76" axis="ch" ptType="node" func="cnt" op="gte" val="6">
        <dgm:layoutNode name="ellipse6" styleLbl="vennNode1">
          <dgm:varLst>
            <dgm:bulletEnabled val="1"/>
          </dgm:varLst>
          <dgm:alg type="tx"/>
          <dgm:choose name="Name77">
            <dgm:if name="Name78" func="var" arg="dir" op="equ" val="norm">
              <dgm:shape xmlns:r="http://schemas.openxmlformats.org/officeDocument/2006/relationships" type="ellipse" r:blip="">
                <dgm:adjLst/>
              </dgm:shape>
              <dgm:presOf axis="ch desOrSelf" ptType="node node" st="6 1" cnt="1 0"/>
            </dgm:if>
            <dgm:else name="Name79">
              <dgm:shape xmlns:r="http://schemas.openxmlformats.org/officeDocument/2006/relationships" type="ellipse" r:blip="" zOrderOff="-10">
                <dgm:adjLst/>
              </dgm:shape>
              <dgm:choose name="Name80">
                <dgm:if name="Name81" axis="ch" ptType="node" func="cnt" op="equ" val="6">
                  <dgm:presOf axis="ch desOrSelf" ptType="node node" st="1 1" cnt="1 0"/>
                </dgm:if>
                <dgm:if name="Name82" axis="ch" ptType="node" func="cnt" op="gte" val="7">
                  <dgm:presOf axis="ch desOrSelf" ptType="node node" st="2 1" cnt="1 0"/>
                </dgm:if>
                <dgm:else name="Name83"/>
              </dgm:choose>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4"/>
    </dgm:choose>
    <dgm:choose name="Name85">
      <dgm:if name="Name86" axis="ch" ptType="node" func="cnt" op="gte" val="7">
        <dgm:layoutNode name="ellipse7" styleLbl="vennNode1">
          <dgm:varLst>
            <dgm:bulletEnabled val="1"/>
          </dgm:varLst>
          <dgm:alg type="tx"/>
          <dgm:choose name="Name87">
            <dgm:if name="Name88" func="var" arg="dir" op="equ" val="norm">
              <dgm:shape xmlns:r="http://schemas.openxmlformats.org/officeDocument/2006/relationships" type="ellipse" r:blip="">
                <dgm:adjLst/>
              </dgm:shape>
              <dgm:presOf axis="ch desOrSelf" ptType="node node" st="7 1" cnt="1 0"/>
            </dgm:if>
            <dgm:else name="Name89">
              <dgm:shape xmlns:r="http://schemas.openxmlformats.org/officeDocument/2006/relationships" type="ellipse" r:blip="" zOrderOff="-12">
                <dgm:adjLst/>
              </dgm:shape>
              <dgm:presOf axis="ch desOrSelf" ptType="node node" st="1 1" cnt="1 0"/>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0"/>
    </dgm:choose>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ED27443-397D-43FF-BE07-699F609DCEFE}" type="datetimeFigureOut">
              <a:rPr lang="en-US" smtClean="0"/>
              <a:t>11/11/2025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2FED0BB-3D84-4F22-AC8C-A53000542006}" type="slidenum">
              <a:rPr lang="en-US" smtClean="0"/>
              <a:t>‹#›</a:t>
            </a:fld>
            <a:endParaRPr lang="en-US"/>
          </a:p>
        </p:txBody>
      </p:sp>
    </p:spTree>
    <p:extLst>
      <p:ext uri="{BB962C8B-B14F-4D97-AF65-F5344CB8AC3E}">
        <p14:creationId xmlns:p14="http://schemas.microsoft.com/office/powerpoint/2010/main" val="11122023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2FED0BB-3D84-4F22-AC8C-A53000542006}" type="slidenum">
              <a:rPr lang="en-US" smtClean="0"/>
              <a:t>5</a:t>
            </a:fld>
            <a:endParaRPr lang="en-US"/>
          </a:p>
        </p:txBody>
      </p:sp>
    </p:spTree>
    <p:extLst>
      <p:ext uri="{BB962C8B-B14F-4D97-AF65-F5344CB8AC3E}">
        <p14:creationId xmlns:p14="http://schemas.microsoft.com/office/powerpoint/2010/main" val="14214268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4EFC814B-D35D-43E5-BF34-321C27F14027}" type="datetimeFigureOut">
              <a:rPr lang="en-US" smtClean="0"/>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DB7426-39AB-4932-B1AF-957775C3CF33}" type="slidenum">
              <a:rPr lang="en-US" smtClean="0"/>
              <a:t>‹#›</a:t>
            </a:fld>
            <a:endParaRPr lang="en-US"/>
          </a:p>
        </p:txBody>
      </p:sp>
    </p:spTree>
    <p:extLst>
      <p:ext uri="{BB962C8B-B14F-4D97-AF65-F5344CB8AC3E}">
        <p14:creationId xmlns:p14="http://schemas.microsoft.com/office/powerpoint/2010/main" val="8213908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EFC814B-D35D-43E5-BF34-321C27F14027}" type="datetimeFigureOut">
              <a:rPr lang="en-US" smtClean="0"/>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DB7426-39AB-4932-B1AF-957775C3CF33}" type="slidenum">
              <a:rPr lang="en-US" smtClean="0"/>
              <a:t>‹#›</a:t>
            </a:fld>
            <a:endParaRPr lang="en-US"/>
          </a:p>
        </p:txBody>
      </p:sp>
    </p:spTree>
    <p:extLst>
      <p:ext uri="{BB962C8B-B14F-4D97-AF65-F5344CB8AC3E}">
        <p14:creationId xmlns:p14="http://schemas.microsoft.com/office/powerpoint/2010/main" val="11771609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EFC814B-D35D-43E5-BF34-321C27F14027}" type="datetimeFigureOut">
              <a:rPr lang="en-US" smtClean="0"/>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DB7426-39AB-4932-B1AF-957775C3CF33}" type="slidenum">
              <a:rPr lang="en-US" smtClean="0"/>
              <a:t>‹#›</a:t>
            </a:fld>
            <a:endParaRPr lang="en-US"/>
          </a:p>
        </p:txBody>
      </p:sp>
    </p:spTree>
    <p:extLst>
      <p:ext uri="{BB962C8B-B14F-4D97-AF65-F5344CB8AC3E}">
        <p14:creationId xmlns:p14="http://schemas.microsoft.com/office/powerpoint/2010/main" val="21443316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4EFC814B-D35D-43E5-BF34-321C27F14027}" type="datetimeFigureOut">
              <a:rPr lang="en-US" smtClean="0"/>
              <a:t>11/11/2025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1DB7426-39AB-4932-B1AF-957775C3CF33}" type="slidenum">
              <a:rPr lang="en-US" smtClean="0"/>
              <a:t>‹#›</a:t>
            </a:fld>
            <a:endParaRPr lang="en-US"/>
          </a:p>
        </p:txBody>
      </p:sp>
    </p:spTree>
    <p:extLst>
      <p:ext uri="{BB962C8B-B14F-4D97-AF65-F5344CB8AC3E}">
        <p14:creationId xmlns:p14="http://schemas.microsoft.com/office/powerpoint/2010/main" val="7965587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4EFC814B-D35D-43E5-BF34-321C27F14027}" type="datetimeFigureOut">
              <a:rPr lang="en-US" smtClean="0"/>
              <a:t>11/11/2025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1DB7426-39AB-4932-B1AF-957775C3CF33}" type="slidenum">
              <a:rPr lang="en-US" smtClean="0"/>
              <a:t>‹#›</a:t>
            </a:fld>
            <a:endParaRPr lang="en-US"/>
          </a:p>
        </p:txBody>
      </p:sp>
    </p:spTree>
    <p:extLst>
      <p:ext uri="{BB962C8B-B14F-4D97-AF65-F5344CB8AC3E}">
        <p14:creationId xmlns:p14="http://schemas.microsoft.com/office/powerpoint/2010/main" val="39855109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EFC814B-D35D-43E5-BF34-321C27F14027}" type="datetimeFigureOut">
              <a:rPr lang="en-US" smtClean="0"/>
              <a:t>11/11/2025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1DB7426-39AB-4932-B1AF-957775C3CF33}" type="slidenum">
              <a:rPr lang="en-US" smtClean="0"/>
              <a:t>‹#›</a:t>
            </a:fld>
            <a:endParaRPr lang="en-US"/>
          </a:p>
        </p:txBody>
      </p:sp>
    </p:spTree>
    <p:extLst>
      <p:ext uri="{BB962C8B-B14F-4D97-AF65-F5344CB8AC3E}">
        <p14:creationId xmlns:p14="http://schemas.microsoft.com/office/powerpoint/2010/main" val="29419409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FC814B-D35D-43E5-BF34-321C27F14027}" type="datetimeFigureOut">
              <a:rPr lang="en-US" smtClean="0"/>
              <a:t>11/11/2025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1DB7426-39AB-4932-B1AF-957775C3CF33}" type="slidenum">
              <a:rPr lang="en-US" smtClean="0"/>
              <a:t>‹#›</a:t>
            </a:fld>
            <a:endParaRPr lang="en-US"/>
          </a:p>
        </p:txBody>
      </p:sp>
    </p:spTree>
    <p:extLst>
      <p:ext uri="{BB962C8B-B14F-4D97-AF65-F5344CB8AC3E}">
        <p14:creationId xmlns:p14="http://schemas.microsoft.com/office/powerpoint/2010/main" val="19135546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EFC814B-D35D-43E5-BF34-321C27F14027}" type="datetimeFigureOut">
              <a:rPr lang="en-US" smtClean="0"/>
              <a:t>11/11/2025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1DB7426-39AB-4932-B1AF-957775C3CF33}" type="slidenum">
              <a:rPr lang="en-US" smtClean="0"/>
              <a:t>‹#›</a:t>
            </a:fld>
            <a:endParaRPr lang="en-US"/>
          </a:p>
        </p:txBody>
      </p:sp>
    </p:spTree>
    <p:extLst>
      <p:ext uri="{BB962C8B-B14F-4D97-AF65-F5344CB8AC3E}">
        <p14:creationId xmlns:p14="http://schemas.microsoft.com/office/powerpoint/2010/main" val="6648398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EFC814B-D35D-43E5-BF34-321C27F14027}" type="datetimeFigureOut">
              <a:rPr lang="en-US" smtClean="0"/>
              <a:t>11/11/2025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1DB7426-39AB-4932-B1AF-957775C3CF33}" type="slidenum">
              <a:rPr lang="en-US" smtClean="0"/>
              <a:t>‹#›</a:t>
            </a:fld>
            <a:endParaRPr lang="en-US"/>
          </a:p>
        </p:txBody>
      </p:sp>
    </p:spTree>
    <p:extLst>
      <p:ext uri="{BB962C8B-B14F-4D97-AF65-F5344CB8AC3E}">
        <p14:creationId xmlns:p14="http://schemas.microsoft.com/office/powerpoint/2010/main" val="24377223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EFC814B-D35D-43E5-BF34-321C27F14027}" type="datetimeFigureOut">
              <a:rPr lang="en-US" smtClean="0"/>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DB7426-39AB-4932-B1AF-957775C3CF33}" type="slidenum">
              <a:rPr lang="en-US" smtClean="0"/>
              <a:t>‹#›</a:t>
            </a:fld>
            <a:endParaRPr lang="en-US"/>
          </a:p>
        </p:txBody>
      </p:sp>
    </p:spTree>
    <p:extLst>
      <p:ext uri="{BB962C8B-B14F-4D97-AF65-F5344CB8AC3E}">
        <p14:creationId xmlns:p14="http://schemas.microsoft.com/office/powerpoint/2010/main" val="15006384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EFC814B-D35D-43E5-BF34-321C27F14027}" type="datetimeFigureOut">
              <a:rPr lang="en-US" smtClean="0"/>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DB7426-39AB-4932-B1AF-957775C3CF33}" type="slidenum">
              <a:rPr lang="en-US" smtClean="0"/>
              <a:t>‹#›</a:t>
            </a:fld>
            <a:endParaRPr lang="en-US"/>
          </a:p>
        </p:txBody>
      </p:sp>
    </p:spTree>
    <p:extLst>
      <p:ext uri="{BB962C8B-B14F-4D97-AF65-F5344CB8AC3E}">
        <p14:creationId xmlns:p14="http://schemas.microsoft.com/office/powerpoint/2010/main" val="38354679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EFC814B-D35D-43E5-BF34-321C27F14027}" type="datetimeFigureOut">
              <a:rPr lang="en-US" smtClean="0"/>
              <a:t>11/11/2025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DB7426-39AB-4932-B1AF-957775C3CF33}" type="slidenum">
              <a:rPr lang="en-US" smtClean="0"/>
              <a:t>‹#›</a:t>
            </a:fld>
            <a:endParaRPr lang="en-US"/>
          </a:p>
        </p:txBody>
      </p:sp>
    </p:spTree>
    <p:extLst>
      <p:ext uri="{BB962C8B-B14F-4D97-AF65-F5344CB8AC3E}">
        <p14:creationId xmlns:p14="http://schemas.microsoft.com/office/powerpoint/2010/main" val="19007838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11500" dirty="0" smtClean="0"/>
              <a:t>Memorandum </a:t>
            </a:r>
            <a:endParaRPr lang="en-US" sz="11500" dirty="0"/>
          </a:p>
        </p:txBody>
      </p:sp>
      <p:sp>
        <p:nvSpPr>
          <p:cNvPr id="3" name="Subtitle 2"/>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2887423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a Memorandum?</a:t>
            </a:r>
            <a:endParaRPr lang="en-US" dirty="0"/>
          </a:p>
        </p:txBody>
      </p:sp>
      <p:sp>
        <p:nvSpPr>
          <p:cNvPr id="3" name="Content Placeholder 2"/>
          <p:cNvSpPr>
            <a:spLocks noGrp="1"/>
          </p:cNvSpPr>
          <p:nvPr>
            <p:ph idx="1"/>
          </p:nvPr>
        </p:nvSpPr>
        <p:spPr>
          <a:xfrm>
            <a:off x="167640" y="1825624"/>
            <a:ext cx="11673840" cy="4910455"/>
          </a:xfrm>
        </p:spPr>
        <p:txBody>
          <a:bodyPr>
            <a:normAutofit/>
          </a:bodyPr>
          <a:lstStyle/>
          <a:p>
            <a:pPr algn="just"/>
            <a:r>
              <a:rPr lang="en-US" sz="3600" dirty="0" smtClean="0"/>
              <a:t>The word memorandum (plural: memoranda) is a Latin word, which means “something to remember” Or “reminder” it is often shortened to ‘memo’ (plural: memos). </a:t>
            </a:r>
          </a:p>
          <a:p>
            <a:pPr algn="just"/>
            <a:r>
              <a:rPr lang="en-US" sz="3600" dirty="0" smtClean="0"/>
              <a:t>Memo is an informal type of report. Memo may be a note, document or other communication that helps memory by recording events or observations on a topic, such as may be used in an organization.</a:t>
            </a:r>
          </a:p>
          <a:p>
            <a:pPr algn="just"/>
            <a:r>
              <a:rPr lang="en-US" sz="3600" dirty="0" smtClean="0"/>
              <a:t>With this background, it might helpful to note that a memo is also called “in house communication”.</a:t>
            </a:r>
            <a:endParaRPr lang="en-US" sz="3600" dirty="0"/>
          </a:p>
        </p:txBody>
      </p:sp>
    </p:spTree>
    <p:extLst>
      <p:ext uri="{BB962C8B-B14F-4D97-AF65-F5344CB8AC3E}">
        <p14:creationId xmlns:p14="http://schemas.microsoft.com/office/powerpoint/2010/main" val="29627595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5997" y="0"/>
            <a:ext cx="10515600" cy="1325563"/>
          </a:xfrm>
        </p:spPr>
        <p:txBody>
          <a:bodyPr/>
          <a:lstStyle/>
          <a:p>
            <a:r>
              <a:rPr lang="en-US" dirty="0" smtClean="0"/>
              <a:t>Characteristics of  Memo </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647332145"/>
              </p:ext>
            </p:extLst>
          </p:nvPr>
        </p:nvGraphicFramePr>
        <p:xfrm>
          <a:off x="154745" y="1209823"/>
          <a:ext cx="12037255" cy="509250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35591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xit" presetSubtype="0" fill="hold" grpId="0" nodeType="clickEffect">
                                  <p:stCondLst>
                                    <p:cond delay="0"/>
                                  </p:stCondLst>
                                  <p:childTnLst>
                                    <p:anim calcmode="lin" valueType="num">
                                      <p:cBhvr>
                                        <p:cTn id="6" dur="1000"/>
                                        <p:tgtEl>
                                          <p:spTgt spid="4"/>
                                        </p:tgtEl>
                                        <p:attrNameLst>
                                          <p:attrName>ppt_w</p:attrName>
                                        </p:attrNameLst>
                                      </p:cBhvr>
                                      <p:tavLst>
                                        <p:tav tm="0">
                                          <p:val>
                                            <p:strVal val="ppt_w"/>
                                          </p:val>
                                        </p:tav>
                                        <p:tav tm="100000">
                                          <p:val>
                                            <p:fltVal val="0"/>
                                          </p:val>
                                        </p:tav>
                                      </p:tavLst>
                                    </p:anim>
                                    <p:anim calcmode="lin" valueType="num">
                                      <p:cBhvr>
                                        <p:cTn id="7" dur="1000"/>
                                        <p:tgtEl>
                                          <p:spTgt spid="4"/>
                                        </p:tgtEl>
                                        <p:attrNameLst>
                                          <p:attrName>ppt_h</p:attrName>
                                        </p:attrNameLst>
                                      </p:cBhvr>
                                      <p:tavLst>
                                        <p:tav tm="0">
                                          <p:val>
                                            <p:strVal val="ppt_h"/>
                                          </p:val>
                                        </p:tav>
                                        <p:tav tm="100000">
                                          <p:val>
                                            <p:fltVal val="0"/>
                                          </p:val>
                                        </p:tav>
                                      </p:tavLst>
                                    </p:anim>
                                    <p:anim calcmode="lin" valueType="num">
                                      <p:cBhvr>
                                        <p:cTn id="8" dur="1000"/>
                                        <p:tgtEl>
                                          <p:spTgt spid="4"/>
                                        </p:tgtEl>
                                        <p:attrNameLst>
                                          <p:attrName>style.rotation</p:attrName>
                                        </p:attrNameLst>
                                      </p:cBhvr>
                                      <p:tavLst>
                                        <p:tav tm="0">
                                          <p:val>
                                            <p:fltVal val="0"/>
                                          </p:val>
                                        </p:tav>
                                        <p:tav tm="100000">
                                          <p:val>
                                            <p:fltVal val="90"/>
                                          </p:val>
                                        </p:tav>
                                      </p:tavLst>
                                    </p:anim>
                                    <p:animEffect transition="out" filter="fade">
                                      <p:cBhvr>
                                        <p:cTn id="9" dur="1000"/>
                                        <p:tgtEl>
                                          <p:spTgt spid="4"/>
                                        </p:tgtEl>
                                      </p:cBhvr>
                                    </p:animEffect>
                                    <p:set>
                                      <p:cBhvr>
                                        <p:cTn id="10" dur="1" fill="hold">
                                          <p:stCondLst>
                                            <p:cond delay="999"/>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n-NO" dirty="0" smtClean="0"/>
              <a:t>Reasons for Writing Memo </a:t>
            </a:r>
            <a:endParaRPr lang="en-US" dirty="0"/>
          </a:p>
        </p:txBody>
      </p:sp>
      <p:sp>
        <p:nvSpPr>
          <p:cNvPr id="3" name="Content Placeholder 2"/>
          <p:cNvSpPr>
            <a:spLocks noGrp="1"/>
          </p:cNvSpPr>
          <p:nvPr>
            <p:ph idx="1"/>
          </p:nvPr>
        </p:nvSpPr>
        <p:spPr>
          <a:xfrm>
            <a:off x="213360" y="1825624"/>
            <a:ext cx="11719560" cy="4864735"/>
          </a:xfrm>
        </p:spPr>
        <p:txBody>
          <a:bodyPr>
            <a:noAutofit/>
          </a:bodyPr>
          <a:lstStyle/>
          <a:p>
            <a:pPr algn="just"/>
            <a:r>
              <a:rPr lang="en-US" sz="3600" dirty="0" smtClean="0"/>
              <a:t>Memos are important means by which employees communicate with each other.</a:t>
            </a:r>
          </a:p>
          <a:p>
            <a:pPr algn="just"/>
            <a:r>
              <a:rPr lang="en-US" sz="3600" dirty="0" smtClean="0"/>
              <a:t>Memos, hard-copy correspondence written within your company, are important for serval reasons. </a:t>
            </a:r>
          </a:p>
          <a:p>
            <a:pPr algn="just"/>
            <a:r>
              <a:rPr lang="en-US" sz="3600" dirty="0" smtClean="0"/>
              <a:t>You write memos to a wide range of readers. </a:t>
            </a:r>
          </a:p>
          <a:p>
            <a:pPr algn="just"/>
            <a:r>
              <a:rPr lang="en-US" sz="3600" dirty="0" smtClean="0"/>
              <a:t>Because of their frequency and widespread audiences, memos could represent a major component of your interpersonal communication skills within your work environment. </a:t>
            </a:r>
            <a:endParaRPr lang="en-US" sz="3600" dirty="0"/>
          </a:p>
        </p:txBody>
      </p:sp>
    </p:spTree>
    <p:extLst>
      <p:ext uri="{BB962C8B-B14F-4D97-AF65-F5344CB8AC3E}">
        <p14:creationId xmlns:p14="http://schemas.microsoft.com/office/powerpoint/2010/main" val="191835422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9126" y="124495"/>
            <a:ext cx="10515600" cy="1006474"/>
          </a:xfrm>
        </p:spPr>
        <p:txBody>
          <a:bodyPr/>
          <a:lstStyle/>
          <a:p>
            <a:r>
              <a:rPr lang="en-US" dirty="0" smtClean="0"/>
              <a:t>Purpose of memos </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849567253"/>
              </p:ext>
            </p:extLst>
          </p:nvPr>
        </p:nvGraphicFramePr>
        <p:xfrm>
          <a:off x="879408" y="954506"/>
          <a:ext cx="9361871" cy="573585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3907768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Documentation</a:t>
            </a:r>
            <a:br>
              <a:rPr lang="en-US" dirty="0" smtClean="0"/>
            </a:br>
            <a:endParaRPr lang="en-US" dirty="0"/>
          </a:p>
        </p:txBody>
      </p:sp>
      <p:sp>
        <p:nvSpPr>
          <p:cNvPr id="3" name="Content Placeholder 2"/>
          <p:cNvSpPr>
            <a:spLocks noGrp="1"/>
          </p:cNvSpPr>
          <p:nvPr>
            <p:ph idx="1"/>
          </p:nvPr>
        </p:nvSpPr>
        <p:spPr/>
        <p:txBody>
          <a:bodyPr/>
          <a:lstStyle/>
          <a:p>
            <a:r>
              <a:rPr lang="en-US" dirty="0" smtClean="0"/>
              <a:t>Expenses, incidents, accidents, problems encountered, projected costs, study findings, hiring, firings and reallocations of staff or equipment </a:t>
            </a:r>
            <a:endParaRPr lang="en-US" dirty="0"/>
          </a:p>
        </p:txBody>
      </p:sp>
    </p:spTree>
    <p:extLst>
      <p:ext uri="{BB962C8B-B14F-4D97-AF65-F5344CB8AC3E}">
        <p14:creationId xmlns:p14="http://schemas.microsoft.com/office/powerpoint/2010/main" val="306634604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76726"/>
            <a:ext cx="10515600" cy="649707"/>
          </a:xfrm>
        </p:spPr>
        <p:txBody>
          <a:bodyPr>
            <a:normAutofit fontScale="90000"/>
          </a:bodyPr>
          <a:lstStyle/>
          <a:p>
            <a:r>
              <a:rPr lang="en-US" dirty="0" smtClean="0"/>
              <a:t>Confirmation </a:t>
            </a:r>
            <a:br>
              <a:rPr lang="en-US" dirty="0" smtClean="0"/>
            </a:br>
            <a:endParaRPr lang="en-US" dirty="0"/>
          </a:p>
        </p:txBody>
      </p:sp>
      <p:sp>
        <p:nvSpPr>
          <p:cNvPr id="3" name="Content Placeholder 2"/>
          <p:cNvSpPr>
            <a:spLocks noGrp="1"/>
          </p:cNvSpPr>
          <p:nvPr>
            <p:ph idx="1"/>
          </p:nvPr>
        </p:nvSpPr>
        <p:spPr>
          <a:xfrm>
            <a:off x="838200" y="1079667"/>
            <a:ext cx="10515600" cy="4351338"/>
          </a:xfrm>
        </p:spPr>
        <p:txBody>
          <a:bodyPr/>
          <a:lstStyle/>
          <a:p>
            <a:r>
              <a:rPr lang="en-US" dirty="0" smtClean="0"/>
              <a:t>A meeting agenda, date, time, and location; decisions to purchase or sell; topics for discussion at upcoming teleconferences; </a:t>
            </a:r>
            <a:r>
              <a:rPr lang="en-US" dirty="0" err="1" smtClean="0"/>
              <a:t>conculusions</a:t>
            </a:r>
            <a:r>
              <a:rPr lang="en-US" dirty="0" smtClean="0"/>
              <a:t> arrived at; and fees, costs, or expenditures  </a:t>
            </a:r>
            <a:endParaRPr lang="en-US" dirty="0"/>
          </a:p>
        </p:txBody>
      </p:sp>
    </p:spTree>
    <p:extLst>
      <p:ext uri="{BB962C8B-B14F-4D97-AF65-F5344CB8AC3E}">
        <p14:creationId xmlns:p14="http://schemas.microsoft.com/office/powerpoint/2010/main" val="69427108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Procedures </a:t>
            </a:r>
            <a:br>
              <a:rPr lang="en-US" dirty="0" smtClean="0"/>
            </a:br>
            <a:endParaRPr lang="en-US" dirty="0"/>
          </a:p>
        </p:txBody>
      </p:sp>
      <p:sp>
        <p:nvSpPr>
          <p:cNvPr id="3" name="Content Placeholder 2"/>
          <p:cNvSpPr>
            <a:spLocks noGrp="1"/>
          </p:cNvSpPr>
          <p:nvPr>
            <p:ph idx="1"/>
          </p:nvPr>
        </p:nvSpPr>
        <p:spPr/>
        <p:txBody>
          <a:bodyPr/>
          <a:lstStyle/>
          <a:p>
            <a:r>
              <a:rPr lang="en-US" dirty="0" smtClean="0"/>
              <a:t>How to set accounts, research on the company intranet, operate new machinery, use new software, apply online for jobs opportunities through the company intranet, create a new company web site, or solve a problem </a:t>
            </a:r>
            <a:endParaRPr lang="en-US" dirty="0"/>
          </a:p>
        </p:txBody>
      </p:sp>
    </p:spTree>
    <p:extLst>
      <p:ext uri="{BB962C8B-B14F-4D97-AF65-F5344CB8AC3E}">
        <p14:creationId xmlns:p14="http://schemas.microsoft.com/office/powerpoint/2010/main" val="233852309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8957"/>
            <a:ext cx="10515600" cy="1064043"/>
          </a:xfrm>
        </p:spPr>
        <p:txBody>
          <a:bodyPr/>
          <a:lstStyle/>
          <a:p>
            <a:r>
              <a:rPr lang="en-US" dirty="0" smtClean="0"/>
              <a:t>Recommendations </a:t>
            </a:r>
            <a:endParaRPr lang="en-US" dirty="0"/>
          </a:p>
        </p:txBody>
      </p:sp>
      <p:sp>
        <p:nvSpPr>
          <p:cNvPr id="3" name="Content Placeholder 2"/>
          <p:cNvSpPr>
            <a:spLocks noGrp="1"/>
          </p:cNvSpPr>
          <p:nvPr>
            <p:ph idx="1"/>
          </p:nvPr>
        </p:nvSpPr>
        <p:spPr>
          <a:xfrm>
            <a:off x="838200" y="1055605"/>
            <a:ext cx="10515600" cy="4351338"/>
          </a:xfrm>
        </p:spPr>
        <p:txBody>
          <a:bodyPr/>
          <a:lstStyle/>
          <a:p>
            <a:r>
              <a:rPr lang="en-US" dirty="0" smtClean="0"/>
              <a:t>Reasons to purchase new equipment, fire or hire personal, contract with new providers, merge with other companies, revise current practices, or renew contracts </a:t>
            </a:r>
            <a:endParaRPr lang="en-US" dirty="0"/>
          </a:p>
        </p:txBody>
      </p:sp>
    </p:spTree>
    <p:extLst>
      <p:ext uri="{BB962C8B-B14F-4D97-AF65-F5344CB8AC3E}">
        <p14:creationId xmlns:p14="http://schemas.microsoft.com/office/powerpoint/2010/main" val="339095477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Feasibility </a:t>
            </a:r>
            <a:endParaRPr lang="en-US" dirty="0"/>
          </a:p>
        </p:txBody>
      </p:sp>
      <p:sp>
        <p:nvSpPr>
          <p:cNvPr id="3" name="Content Placeholder 2"/>
          <p:cNvSpPr>
            <a:spLocks noGrp="1"/>
          </p:cNvSpPr>
          <p:nvPr>
            <p:ph idx="1"/>
          </p:nvPr>
        </p:nvSpPr>
        <p:spPr/>
        <p:txBody>
          <a:bodyPr/>
          <a:lstStyle/>
          <a:p>
            <a:r>
              <a:rPr lang="en-US" dirty="0" smtClean="0"/>
              <a:t>Studying the possibility of changes in the workplace( practices, procedures, locations, staffing, equipment, missions/ visions) </a:t>
            </a:r>
            <a:endParaRPr lang="en-US" dirty="0"/>
          </a:p>
        </p:txBody>
      </p:sp>
    </p:spTree>
    <p:extLst>
      <p:ext uri="{BB962C8B-B14F-4D97-AF65-F5344CB8AC3E}">
        <p14:creationId xmlns:p14="http://schemas.microsoft.com/office/powerpoint/2010/main" val="141791373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1473" y="88400"/>
            <a:ext cx="10515600" cy="862096"/>
          </a:xfrm>
        </p:spPr>
        <p:txBody>
          <a:bodyPr/>
          <a:lstStyle/>
          <a:p>
            <a:r>
              <a:rPr lang="en-US" dirty="0" smtClean="0"/>
              <a:t>Status </a:t>
            </a:r>
            <a:endParaRPr lang="en-US" dirty="0"/>
          </a:p>
        </p:txBody>
      </p:sp>
      <p:sp>
        <p:nvSpPr>
          <p:cNvPr id="3" name="Content Placeholder 2"/>
          <p:cNvSpPr>
            <a:spLocks noGrp="1"/>
          </p:cNvSpPr>
          <p:nvPr>
            <p:ph idx="1"/>
          </p:nvPr>
        </p:nvSpPr>
        <p:spPr>
          <a:xfrm>
            <a:off x="397042" y="1046747"/>
            <a:ext cx="11550316" cy="4372226"/>
          </a:xfrm>
        </p:spPr>
        <p:txBody>
          <a:bodyPr/>
          <a:lstStyle/>
          <a:p>
            <a:r>
              <a:rPr lang="en-US" dirty="0" smtClean="0"/>
              <a:t>Daily, weekly, monthly, quarterly, biannual, yearly statements about where you, the department, or the company is regarding many topics ( sales, staffing, travel, practices, procedures, or finances)</a:t>
            </a:r>
          </a:p>
          <a:p>
            <a:r>
              <a:rPr lang="en-US" b="1" dirty="0" smtClean="0"/>
              <a:t>Inquiry</a:t>
            </a:r>
            <a:r>
              <a:rPr lang="en-US" dirty="0" smtClean="0"/>
              <a:t>--- asking questions about upcoming processes or procedures </a:t>
            </a:r>
          </a:p>
          <a:p>
            <a:r>
              <a:rPr lang="en-US" b="1" dirty="0" smtClean="0"/>
              <a:t>Cover</a:t>
            </a:r>
            <a:r>
              <a:rPr lang="en-US" dirty="0" smtClean="0"/>
              <a:t>--- prefacing an internal proposal, long report, or other attachments </a:t>
            </a:r>
            <a:endParaRPr lang="en-US" dirty="0"/>
          </a:p>
        </p:txBody>
      </p:sp>
    </p:spTree>
    <p:extLst>
      <p:ext uri="{BB962C8B-B14F-4D97-AF65-F5344CB8AC3E}">
        <p14:creationId xmlns:p14="http://schemas.microsoft.com/office/powerpoint/2010/main" val="157503226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5167" y="96252"/>
            <a:ext cx="11285621" cy="902369"/>
          </a:xfrm>
        </p:spPr>
        <p:txBody>
          <a:bodyPr/>
          <a:lstStyle/>
          <a:p>
            <a:r>
              <a:rPr lang="en-US" dirty="0" smtClean="0"/>
              <a:t>Criteria for Writing Memos </a:t>
            </a:r>
            <a:endParaRPr lang="en-US" dirty="0"/>
          </a:p>
        </p:txBody>
      </p:sp>
      <p:sp>
        <p:nvSpPr>
          <p:cNvPr id="3" name="Content Placeholder 2"/>
          <p:cNvSpPr>
            <a:spLocks noGrp="1"/>
          </p:cNvSpPr>
          <p:nvPr>
            <p:ph idx="1"/>
          </p:nvPr>
        </p:nvSpPr>
        <p:spPr>
          <a:xfrm>
            <a:off x="445168" y="998621"/>
            <a:ext cx="11285621" cy="4420353"/>
          </a:xfrm>
        </p:spPr>
        <p:txBody>
          <a:bodyPr/>
          <a:lstStyle/>
          <a:p>
            <a:r>
              <a:rPr lang="en-US" dirty="0"/>
              <a:t>M</a:t>
            </a:r>
            <a:r>
              <a:rPr lang="en-US" dirty="0" smtClean="0"/>
              <a:t>emos contains the following key components </a:t>
            </a:r>
            <a:endParaRPr lang="en-US" dirty="0"/>
          </a:p>
          <a:p>
            <a:r>
              <a:rPr lang="en-US" dirty="0" smtClean="0"/>
              <a:t>Memo identification lines( Date, To, From, and subject) </a:t>
            </a:r>
          </a:p>
          <a:p>
            <a:r>
              <a:rPr lang="en-US" dirty="0" smtClean="0"/>
              <a:t>Introduction </a:t>
            </a:r>
          </a:p>
          <a:p>
            <a:r>
              <a:rPr lang="en-US" dirty="0" smtClean="0"/>
              <a:t>Discussion </a:t>
            </a:r>
          </a:p>
          <a:p>
            <a:r>
              <a:rPr lang="en-US" dirty="0" smtClean="0"/>
              <a:t>Audience recognition </a:t>
            </a:r>
          </a:p>
          <a:p>
            <a:r>
              <a:rPr lang="en-US" dirty="0" smtClean="0"/>
              <a:t>Appropriate memo style and tone </a:t>
            </a:r>
            <a:endParaRPr lang="en-US" dirty="0"/>
          </a:p>
        </p:txBody>
      </p:sp>
    </p:spTree>
    <p:extLst>
      <p:ext uri="{BB962C8B-B14F-4D97-AF65-F5344CB8AC3E}">
        <p14:creationId xmlns:p14="http://schemas.microsoft.com/office/powerpoint/2010/main" val="181612381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8556"/>
            <a:ext cx="10515600" cy="862097"/>
          </a:xfrm>
        </p:spPr>
        <p:txBody>
          <a:bodyPr/>
          <a:lstStyle/>
          <a:p>
            <a:r>
              <a:rPr lang="en-US" dirty="0" smtClean="0"/>
              <a:t>Subject lines </a:t>
            </a:r>
            <a:endParaRPr lang="en-US" dirty="0"/>
          </a:p>
        </p:txBody>
      </p:sp>
      <p:sp>
        <p:nvSpPr>
          <p:cNvPr id="3" name="Content Placeholder 2"/>
          <p:cNvSpPr>
            <a:spLocks noGrp="1"/>
          </p:cNvSpPr>
          <p:nvPr>
            <p:ph idx="1"/>
          </p:nvPr>
        </p:nvSpPr>
        <p:spPr>
          <a:xfrm>
            <a:off x="838200" y="1163888"/>
            <a:ext cx="10515600" cy="4351338"/>
          </a:xfrm>
        </p:spPr>
        <p:txBody>
          <a:bodyPr/>
          <a:lstStyle/>
          <a:p>
            <a:r>
              <a:rPr lang="en-US" dirty="0" smtClean="0"/>
              <a:t>The subject line summarizes the memo’s content. One-word subject lines do not communicate effectively, as in the following flawed subject line. The “Before” sample has  a topic ( a what) but is missing a focus ( a what about the what) </a:t>
            </a: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2300077985"/>
              </p:ext>
            </p:extLst>
          </p:nvPr>
        </p:nvGraphicFramePr>
        <p:xfrm>
          <a:off x="1526672" y="3429000"/>
          <a:ext cx="10107864" cy="2622884"/>
        </p:xfrm>
        <a:graphic>
          <a:graphicData uri="http://schemas.openxmlformats.org/drawingml/2006/table">
            <a:tbl>
              <a:tblPr firstRow="1" bandRow="1">
                <a:tableStyleId>{5C22544A-7EE6-4342-B048-85BDC9FD1C3A}</a:tableStyleId>
              </a:tblPr>
              <a:tblGrid>
                <a:gridCol w="3731128">
                  <a:extLst>
                    <a:ext uri="{9D8B030D-6E8A-4147-A177-3AD203B41FA5}">
                      <a16:colId xmlns:a16="http://schemas.microsoft.com/office/drawing/2014/main" val="880955828"/>
                    </a:ext>
                  </a:extLst>
                </a:gridCol>
                <a:gridCol w="6376736">
                  <a:extLst>
                    <a:ext uri="{9D8B030D-6E8A-4147-A177-3AD203B41FA5}">
                      <a16:colId xmlns:a16="http://schemas.microsoft.com/office/drawing/2014/main" val="3417964994"/>
                    </a:ext>
                  </a:extLst>
                </a:gridCol>
              </a:tblGrid>
              <a:tr h="1302398">
                <a:tc>
                  <a:txBody>
                    <a:bodyPr/>
                    <a:lstStyle/>
                    <a:p>
                      <a:pPr algn="ctr"/>
                      <a:r>
                        <a:rPr lang="en-US" sz="3200" dirty="0" smtClean="0"/>
                        <a:t>Before </a:t>
                      </a:r>
                      <a:endParaRPr lang="en-US" sz="3200" dirty="0"/>
                    </a:p>
                  </a:txBody>
                  <a:tcPr>
                    <a:solidFill>
                      <a:srgbClr val="FF0000"/>
                    </a:solidFill>
                  </a:tcPr>
                </a:tc>
                <a:tc>
                  <a:txBody>
                    <a:bodyPr/>
                    <a:lstStyle/>
                    <a:p>
                      <a:pPr algn="ctr"/>
                      <a:r>
                        <a:rPr lang="en-US" sz="3200" dirty="0" smtClean="0"/>
                        <a:t>After </a:t>
                      </a:r>
                      <a:endParaRPr lang="en-US" sz="3200" dirty="0"/>
                    </a:p>
                  </a:txBody>
                  <a:tcPr>
                    <a:solidFill>
                      <a:srgbClr val="92D050"/>
                    </a:solidFill>
                  </a:tcPr>
                </a:tc>
                <a:extLst>
                  <a:ext uri="{0D108BD9-81ED-4DB2-BD59-A6C34878D82A}">
                    <a16:rowId xmlns:a16="http://schemas.microsoft.com/office/drawing/2014/main" val="4261436643"/>
                  </a:ext>
                </a:extLst>
              </a:tr>
              <a:tr h="1320486">
                <a:tc>
                  <a:txBody>
                    <a:bodyPr/>
                    <a:lstStyle/>
                    <a:p>
                      <a:r>
                        <a:rPr lang="en-US" sz="3200" dirty="0" smtClean="0"/>
                        <a:t>Subject:</a:t>
                      </a:r>
                      <a:r>
                        <a:rPr lang="en-US" sz="3200" baseline="0" dirty="0" smtClean="0"/>
                        <a:t> Sales </a:t>
                      </a:r>
                      <a:endParaRPr lang="en-US" sz="3200" dirty="0"/>
                    </a:p>
                  </a:txBody>
                  <a:tcPr/>
                </a:tc>
                <a:tc>
                  <a:txBody>
                    <a:bodyPr/>
                    <a:lstStyle/>
                    <a:p>
                      <a:r>
                        <a:rPr lang="en-US" sz="3200" dirty="0" smtClean="0"/>
                        <a:t>Subject: Report on Quarterly Sales </a:t>
                      </a:r>
                      <a:endParaRPr lang="en-US" sz="3200" dirty="0"/>
                    </a:p>
                  </a:txBody>
                  <a:tcPr/>
                </a:tc>
                <a:extLst>
                  <a:ext uri="{0D108BD9-81ED-4DB2-BD59-A6C34878D82A}">
                    <a16:rowId xmlns:a16="http://schemas.microsoft.com/office/drawing/2014/main" val="2006692805"/>
                  </a:ext>
                </a:extLst>
              </a:tr>
            </a:tbl>
          </a:graphicData>
        </a:graphic>
      </p:graphicFrame>
    </p:spTree>
    <p:extLst>
      <p:ext uri="{BB962C8B-B14F-4D97-AF65-F5344CB8AC3E}">
        <p14:creationId xmlns:p14="http://schemas.microsoft.com/office/powerpoint/2010/main" val="265127698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 </a:t>
            </a:r>
            <a:endParaRPr lang="en-US" dirty="0"/>
          </a:p>
        </p:txBody>
      </p:sp>
      <p:sp>
        <p:nvSpPr>
          <p:cNvPr id="3" name="Content Placeholder 2"/>
          <p:cNvSpPr>
            <a:spLocks noGrp="1"/>
          </p:cNvSpPr>
          <p:nvPr>
            <p:ph idx="1"/>
          </p:nvPr>
        </p:nvSpPr>
        <p:spPr/>
        <p:txBody>
          <a:bodyPr/>
          <a:lstStyle/>
          <a:p>
            <a:r>
              <a:rPr lang="en-US" dirty="0" smtClean="0"/>
              <a:t>Once you have communicated your intent in the subject line, get to the point in the introductory sentence (s). </a:t>
            </a:r>
          </a:p>
          <a:p>
            <a:r>
              <a:rPr lang="en-US" dirty="0" smtClean="0"/>
              <a:t>Write one or two clear introductory sentences which tell your readers what topic you are writing about and why you are writing. The following example invites the reader to a meeting, thereby communicating what the writer’s intentions are. It also tells the reader that the meeting is one of a series of meetings, thus communicating why the meeting is being called. </a:t>
            </a:r>
          </a:p>
          <a:p>
            <a:r>
              <a:rPr lang="en-US" dirty="0" smtClean="0"/>
              <a:t>Example &gt;&gt;&gt; In the third of our series of sales quota meetings this quarter, I’d like to review our productivity. </a:t>
            </a:r>
            <a:endParaRPr lang="en-US" dirty="0"/>
          </a:p>
        </p:txBody>
      </p:sp>
    </p:spTree>
    <p:extLst>
      <p:ext uri="{BB962C8B-B14F-4D97-AF65-F5344CB8AC3E}">
        <p14:creationId xmlns:p14="http://schemas.microsoft.com/office/powerpoint/2010/main" val="276960956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Discussion </a:t>
            </a:r>
            <a:endParaRPr lang="en-US" dirty="0"/>
          </a:p>
        </p:txBody>
      </p:sp>
      <p:sp>
        <p:nvSpPr>
          <p:cNvPr id="3" name="Content Placeholder 2"/>
          <p:cNvSpPr>
            <a:spLocks noGrp="1"/>
          </p:cNvSpPr>
          <p:nvPr>
            <p:ph idx="1"/>
          </p:nvPr>
        </p:nvSpPr>
        <p:spPr/>
        <p:txBody>
          <a:bodyPr/>
          <a:lstStyle/>
          <a:p>
            <a:r>
              <a:rPr lang="en-US" dirty="0" smtClean="0"/>
              <a:t>The discussion section allows you to develop your content specifically.</a:t>
            </a:r>
          </a:p>
          <a:p>
            <a:r>
              <a:rPr lang="en-US" dirty="0" smtClean="0"/>
              <a:t>Readers might not read every line of your memo. </a:t>
            </a:r>
          </a:p>
          <a:p>
            <a:r>
              <a:rPr lang="en-US" dirty="0" smtClean="0"/>
              <a:t>Thus, traditional blocks of data are not necessarily effective. The longer the paragraph, the more likely your audience is to avoid reading. </a:t>
            </a:r>
          </a:p>
          <a:p>
            <a:r>
              <a:rPr lang="en-US" dirty="0" smtClean="0"/>
              <a:t>Make your text more reader friendly by itemizing, using white space, boldfacing, creating headings, or inserting graphics. </a:t>
            </a:r>
          </a:p>
          <a:p>
            <a:endParaRPr lang="en-US" dirty="0"/>
          </a:p>
        </p:txBody>
      </p:sp>
    </p:spTree>
    <p:extLst>
      <p:ext uri="{BB962C8B-B14F-4D97-AF65-F5344CB8AC3E}">
        <p14:creationId xmlns:p14="http://schemas.microsoft.com/office/powerpoint/2010/main" val="257538130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9788" y="211638"/>
            <a:ext cx="10515600" cy="958708"/>
          </a:xfrm>
        </p:spPr>
        <p:txBody>
          <a:bodyPr>
            <a:normAutofit/>
          </a:bodyPr>
          <a:lstStyle/>
          <a:p>
            <a:pPr algn="ctr"/>
            <a:r>
              <a:rPr lang="en-US" sz="6000" b="1" dirty="0" smtClean="0">
                <a:effectLst>
                  <a:outerShdw blurRad="38100" dist="38100" dir="2700000" algn="tl">
                    <a:srgbClr val="000000">
                      <a:alpha val="43137"/>
                    </a:srgbClr>
                  </a:outerShdw>
                </a:effectLst>
              </a:rPr>
              <a:t>Example </a:t>
            </a:r>
            <a:endParaRPr lang="en-US" sz="6000" b="1" dirty="0">
              <a:effectLst>
                <a:outerShdw blurRad="38100" dist="38100" dir="2700000" algn="tl">
                  <a:srgbClr val="000000">
                    <a:alpha val="43137"/>
                  </a:srgbClr>
                </a:outerShdw>
              </a:effectLst>
            </a:endParaRPr>
          </a:p>
        </p:txBody>
      </p:sp>
      <p:sp>
        <p:nvSpPr>
          <p:cNvPr id="3" name="Text Placeholder 2"/>
          <p:cNvSpPr>
            <a:spLocks noGrp="1"/>
          </p:cNvSpPr>
          <p:nvPr>
            <p:ph type="body" idx="1"/>
          </p:nvPr>
        </p:nvSpPr>
        <p:spPr>
          <a:xfrm>
            <a:off x="839788" y="1323835"/>
            <a:ext cx="5157787" cy="709682"/>
          </a:xfrm>
        </p:spPr>
        <p:txBody>
          <a:bodyPr>
            <a:normAutofit/>
          </a:bodyPr>
          <a:lstStyle/>
          <a:p>
            <a:pPr algn="ctr"/>
            <a:r>
              <a:rPr lang="en-US" sz="3200" dirty="0" smtClean="0"/>
              <a:t>Before: Unfriendly text  </a:t>
            </a:r>
            <a:endParaRPr lang="en-US" sz="3200" dirty="0"/>
          </a:p>
        </p:txBody>
      </p:sp>
      <p:sp>
        <p:nvSpPr>
          <p:cNvPr id="4" name="Content Placeholder 3"/>
          <p:cNvSpPr>
            <a:spLocks noGrp="1"/>
          </p:cNvSpPr>
          <p:nvPr>
            <p:ph sz="half" idx="2"/>
          </p:nvPr>
        </p:nvSpPr>
        <p:spPr>
          <a:xfrm>
            <a:off x="136478" y="2033517"/>
            <a:ext cx="5861097" cy="4640238"/>
          </a:xfrm>
        </p:spPr>
        <p:txBody>
          <a:bodyPr/>
          <a:lstStyle/>
          <a:p>
            <a:pPr marL="0" indent="0" algn="just">
              <a:buNone/>
            </a:pPr>
            <a:r>
              <a:rPr lang="en-US" dirty="0" smtClean="0"/>
              <a:t>This year began with an increase, we sold 4.5 million units in 	January compared to 3.7 for January 2024. In February we continued to improve with 4.6. compared with 3.6 for the same time in 2024. March was not quite so good, as we sold 4.3 against the March 2024 figure of 3.9. April was about the same with 4.2, compared to 3.8 for April 2024. </a:t>
            </a:r>
            <a:endParaRPr lang="en-US" dirty="0"/>
          </a:p>
        </p:txBody>
      </p:sp>
      <p:sp>
        <p:nvSpPr>
          <p:cNvPr id="5" name="Text Placeholder 4"/>
          <p:cNvSpPr>
            <a:spLocks noGrp="1"/>
          </p:cNvSpPr>
          <p:nvPr>
            <p:ph type="body" sz="quarter" idx="3"/>
          </p:nvPr>
        </p:nvSpPr>
        <p:spPr>
          <a:xfrm>
            <a:off x="6172200" y="1323834"/>
            <a:ext cx="5183188" cy="709683"/>
          </a:xfrm>
        </p:spPr>
        <p:txBody>
          <a:bodyPr>
            <a:normAutofit/>
          </a:bodyPr>
          <a:lstStyle/>
          <a:p>
            <a:pPr algn="ctr"/>
            <a:r>
              <a:rPr lang="en-US" sz="3200" dirty="0" smtClean="0"/>
              <a:t>After: Reader Friendly Text  </a:t>
            </a:r>
            <a:endParaRPr lang="en-US" sz="3200" dirty="0"/>
          </a:p>
        </p:txBody>
      </p:sp>
      <p:graphicFrame>
        <p:nvGraphicFramePr>
          <p:cNvPr id="8" name="Content Placeholder 7"/>
          <p:cNvGraphicFramePr>
            <a:graphicFrameLocks noGrp="1"/>
          </p:cNvGraphicFramePr>
          <p:nvPr>
            <p:ph sz="quarter" idx="4"/>
            <p:extLst>
              <p:ext uri="{D42A27DB-BD31-4B8C-83A1-F6EECF244321}">
                <p14:modId xmlns:p14="http://schemas.microsoft.com/office/powerpoint/2010/main" val="2999694554"/>
              </p:ext>
            </p:extLst>
          </p:nvPr>
        </p:nvGraphicFramePr>
        <p:xfrm>
          <a:off x="6172200" y="2033588"/>
          <a:ext cx="5865813" cy="741680"/>
        </p:xfrm>
        <a:graphic>
          <a:graphicData uri="http://schemas.openxmlformats.org/drawingml/2006/table">
            <a:tbl>
              <a:tblPr firstRow="1" bandRow="1">
                <a:tableStyleId>{5C22544A-7EE6-4342-B048-85BDC9FD1C3A}</a:tableStyleId>
              </a:tblPr>
              <a:tblGrid>
                <a:gridCol w="2971800">
                  <a:extLst>
                    <a:ext uri="{9D8B030D-6E8A-4147-A177-3AD203B41FA5}">
                      <a16:colId xmlns:a16="http://schemas.microsoft.com/office/drawing/2014/main" val="1645595635"/>
                    </a:ext>
                  </a:extLst>
                </a:gridCol>
                <a:gridCol w="1427747">
                  <a:extLst>
                    <a:ext uri="{9D8B030D-6E8A-4147-A177-3AD203B41FA5}">
                      <a16:colId xmlns:a16="http://schemas.microsoft.com/office/drawing/2014/main" val="277668256"/>
                    </a:ext>
                  </a:extLst>
                </a:gridCol>
                <a:gridCol w="1466266">
                  <a:extLst>
                    <a:ext uri="{9D8B030D-6E8A-4147-A177-3AD203B41FA5}">
                      <a16:colId xmlns:a16="http://schemas.microsoft.com/office/drawing/2014/main" val="3027717640"/>
                    </a:ext>
                  </a:extLst>
                </a:gridCol>
              </a:tblGrid>
              <a:tr h="370840">
                <a:tc gridSpan="3">
                  <a:txBody>
                    <a:bodyPr/>
                    <a:lstStyle/>
                    <a:p>
                      <a:r>
                        <a:rPr lang="en-US" dirty="0" smtClean="0"/>
                        <a:t>Comparative</a:t>
                      </a:r>
                      <a:r>
                        <a:rPr lang="en-US" baseline="0" dirty="0" smtClean="0"/>
                        <a:t> Quarterly Sales ( in Millions )</a:t>
                      </a:r>
                      <a:endParaRPr lang="en-US" dirty="0"/>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60694032"/>
                  </a:ext>
                </a:extLst>
              </a:tr>
              <a:tr h="370840">
                <a:tc>
                  <a:txBody>
                    <a:bodyPr/>
                    <a:lstStyle/>
                    <a:p>
                      <a:pPr algn="r"/>
                      <a:r>
                        <a:rPr lang="en-US" dirty="0" smtClean="0"/>
                        <a:t>2024</a:t>
                      </a:r>
                      <a:endParaRPr lang="en-US" dirty="0"/>
                    </a:p>
                  </a:txBody>
                  <a:tcPr/>
                </a:tc>
                <a:tc>
                  <a:txBody>
                    <a:bodyPr/>
                    <a:lstStyle/>
                    <a:p>
                      <a:r>
                        <a:rPr lang="en-US" dirty="0" smtClean="0"/>
                        <a:t>2025</a:t>
                      </a:r>
                      <a:endParaRPr lang="en-US" dirty="0"/>
                    </a:p>
                  </a:txBody>
                  <a:tcPr/>
                </a:tc>
                <a:tc>
                  <a:txBody>
                    <a:bodyPr/>
                    <a:lstStyle/>
                    <a:p>
                      <a:r>
                        <a:rPr lang="en-US" dirty="0" err="1" smtClean="0"/>
                        <a:t>Incr</a:t>
                      </a:r>
                      <a:r>
                        <a:rPr lang="en-US" dirty="0" smtClean="0"/>
                        <a:t>/</a:t>
                      </a:r>
                      <a:r>
                        <a:rPr lang="en-US" dirty="0" err="1" smtClean="0"/>
                        <a:t>Decr</a:t>
                      </a:r>
                      <a:endParaRPr lang="en-US" dirty="0"/>
                    </a:p>
                  </a:txBody>
                  <a:tcPr/>
                </a:tc>
                <a:extLst>
                  <a:ext uri="{0D108BD9-81ED-4DB2-BD59-A6C34878D82A}">
                    <a16:rowId xmlns:a16="http://schemas.microsoft.com/office/drawing/2014/main" val="387484488"/>
                  </a:ext>
                </a:extLst>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2941832407"/>
              </p:ext>
            </p:extLst>
          </p:nvPr>
        </p:nvGraphicFramePr>
        <p:xfrm>
          <a:off x="6172200" y="2775266"/>
          <a:ext cx="5865812" cy="3898488"/>
        </p:xfrm>
        <a:graphic>
          <a:graphicData uri="http://schemas.openxmlformats.org/drawingml/2006/table">
            <a:tbl>
              <a:tblPr firstRow="1" bandRow="1">
                <a:tableStyleId>{00A15C55-8517-42AA-B614-E9B94910E393}</a:tableStyleId>
              </a:tblPr>
              <a:tblGrid>
                <a:gridCol w="1466453">
                  <a:extLst>
                    <a:ext uri="{9D8B030D-6E8A-4147-A177-3AD203B41FA5}">
                      <a16:colId xmlns:a16="http://schemas.microsoft.com/office/drawing/2014/main" val="3093085638"/>
                    </a:ext>
                  </a:extLst>
                </a:gridCol>
                <a:gridCol w="1466453">
                  <a:extLst>
                    <a:ext uri="{9D8B030D-6E8A-4147-A177-3AD203B41FA5}">
                      <a16:colId xmlns:a16="http://schemas.microsoft.com/office/drawing/2014/main" val="3950456710"/>
                    </a:ext>
                  </a:extLst>
                </a:gridCol>
                <a:gridCol w="1466453">
                  <a:extLst>
                    <a:ext uri="{9D8B030D-6E8A-4147-A177-3AD203B41FA5}">
                      <a16:colId xmlns:a16="http://schemas.microsoft.com/office/drawing/2014/main" val="2365266742"/>
                    </a:ext>
                  </a:extLst>
                </a:gridCol>
                <a:gridCol w="1466453">
                  <a:extLst>
                    <a:ext uri="{9D8B030D-6E8A-4147-A177-3AD203B41FA5}">
                      <a16:colId xmlns:a16="http://schemas.microsoft.com/office/drawing/2014/main" val="1428488576"/>
                    </a:ext>
                  </a:extLst>
                </a:gridCol>
              </a:tblGrid>
              <a:tr h="953945">
                <a:tc>
                  <a:txBody>
                    <a:bodyPr/>
                    <a:lstStyle/>
                    <a:p>
                      <a:r>
                        <a:rPr lang="en-US" dirty="0" smtClean="0"/>
                        <a:t>January </a:t>
                      </a:r>
                      <a:endParaRPr lang="en-US" dirty="0"/>
                    </a:p>
                  </a:txBody>
                  <a:tcPr/>
                </a:tc>
                <a:tc>
                  <a:txBody>
                    <a:bodyPr/>
                    <a:lstStyle/>
                    <a:p>
                      <a:r>
                        <a:rPr lang="en-US" dirty="0" smtClean="0"/>
                        <a:t>3.7</a:t>
                      </a:r>
                      <a:endParaRPr lang="en-US" dirty="0"/>
                    </a:p>
                  </a:txBody>
                  <a:tcPr/>
                </a:tc>
                <a:tc>
                  <a:txBody>
                    <a:bodyPr/>
                    <a:lstStyle/>
                    <a:p>
                      <a:r>
                        <a:rPr lang="en-US" dirty="0" smtClean="0"/>
                        <a:t>4.5</a:t>
                      </a:r>
                      <a:endParaRPr lang="en-US" dirty="0"/>
                    </a:p>
                  </a:txBody>
                  <a:tcPr/>
                </a:tc>
                <a:tc>
                  <a:txBody>
                    <a:bodyPr/>
                    <a:lstStyle/>
                    <a:p>
                      <a:r>
                        <a:rPr lang="en-US" dirty="0" smtClean="0"/>
                        <a:t>0.8+</a:t>
                      </a:r>
                      <a:endParaRPr lang="en-US" dirty="0"/>
                    </a:p>
                  </a:txBody>
                  <a:tcPr/>
                </a:tc>
                <a:extLst>
                  <a:ext uri="{0D108BD9-81ED-4DB2-BD59-A6C34878D82A}">
                    <a16:rowId xmlns:a16="http://schemas.microsoft.com/office/drawing/2014/main" val="132170133"/>
                  </a:ext>
                </a:extLst>
              </a:tr>
              <a:tr h="881923">
                <a:tc>
                  <a:txBody>
                    <a:bodyPr/>
                    <a:lstStyle/>
                    <a:p>
                      <a:r>
                        <a:rPr lang="en-US" dirty="0" smtClean="0"/>
                        <a:t>February </a:t>
                      </a:r>
                      <a:endParaRPr lang="en-US" dirty="0"/>
                    </a:p>
                  </a:txBody>
                  <a:tcPr/>
                </a:tc>
                <a:tc>
                  <a:txBody>
                    <a:bodyPr/>
                    <a:lstStyle/>
                    <a:p>
                      <a:r>
                        <a:rPr lang="en-US" dirty="0" smtClean="0"/>
                        <a:t>3.6</a:t>
                      </a:r>
                      <a:endParaRPr lang="en-US" dirty="0"/>
                    </a:p>
                  </a:txBody>
                  <a:tcPr/>
                </a:tc>
                <a:tc>
                  <a:txBody>
                    <a:bodyPr/>
                    <a:lstStyle/>
                    <a:p>
                      <a:r>
                        <a:rPr lang="en-US" dirty="0" smtClean="0"/>
                        <a:t>4.6</a:t>
                      </a:r>
                      <a:endParaRPr lang="en-US" dirty="0"/>
                    </a:p>
                  </a:txBody>
                  <a:tcPr/>
                </a:tc>
                <a:tc>
                  <a:txBody>
                    <a:bodyPr/>
                    <a:lstStyle/>
                    <a:p>
                      <a:r>
                        <a:rPr lang="en-US" dirty="0" smtClean="0"/>
                        <a:t>1.0+</a:t>
                      </a:r>
                      <a:endParaRPr lang="en-US" dirty="0"/>
                    </a:p>
                  </a:txBody>
                  <a:tcPr/>
                </a:tc>
                <a:extLst>
                  <a:ext uri="{0D108BD9-81ED-4DB2-BD59-A6C34878D82A}">
                    <a16:rowId xmlns:a16="http://schemas.microsoft.com/office/drawing/2014/main" val="2206784595"/>
                  </a:ext>
                </a:extLst>
              </a:tr>
              <a:tr h="1031310">
                <a:tc>
                  <a:txBody>
                    <a:bodyPr/>
                    <a:lstStyle/>
                    <a:p>
                      <a:r>
                        <a:rPr lang="en-US" dirty="0" smtClean="0"/>
                        <a:t>March </a:t>
                      </a:r>
                      <a:endParaRPr lang="en-US" dirty="0"/>
                    </a:p>
                  </a:txBody>
                  <a:tcPr/>
                </a:tc>
                <a:tc>
                  <a:txBody>
                    <a:bodyPr/>
                    <a:lstStyle/>
                    <a:p>
                      <a:r>
                        <a:rPr lang="en-US" dirty="0" smtClean="0"/>
                        <a:t>3.9</a:t>
                      </a:r>
                      <a:endParaRPr lang="en-US" dirty="0"/>
                    </a:p>
                  </a:txBody>
                  <a:tcPr/>
                </a:tc>
                <a:tc>
                  <a:txBody>
                    <a:bodyPr/>
                    <a:lstStyle/>
                    <a:p>
                      <a:r>
                        <a:rPr lang="en-US" dirty="0" smtClean="0"/>
                        <a:t>4.3</a:t>
                      </a:r>
                      <a:endParaRPr lang="en-US" dirty="0"/>
                    </a:p>
                  </a:txBody>
                  <a:tcPr/>
                </a:tc>
                <a:tc>
                  <a:txBody>
                    <a:bodyPr/>
                    <a:lstStyle/>
                    <a:p>
                      <a:r>
                        <a:rPr lang="en-US" dirty="0" smtClean="0"/>
                        <a:t>0.4+</a:t>
                      </a:r>
                      <a:endParaRPr lang="en-US" dirty="0"/>
                    </a:p>
                  </a:txBody>
                  <a:tcPr/>
                </a:tc>
                <a:extLst>
                  <a:ext uri="{0D108BD9-81ED-4DB2-BD59-A6C34878D82A}">
                    <a16:rowId xmlns:a16="http://schemas.microsoft.com/office/drawing/2014/main" val="2364111437"/>
                  </a:ext>
                </a:extLst>
              </a:tr>
              <a:tr h="1031310">
                <a:tc>
                  <a:txBody>
                    <a:bodyPr/>
                    <a:lstStyle/>
                    <a:p>
                      <a:r>
                        <a:rPr lang="en-US" dirty="0" smtClean="0"/>
                        <a:t>April </a:t>
                      </a:r>
                      <a:endParaRPr lang="en-US" dirty="0"/>
                    </a:p>
                  </a:txBody>
                  <a:tcPr/>
                </a:tc>
                <a:tc>
                  <a:txBody>
                    <a:bodyPr/>
                    <a:lstStyle/>
                    <a:p>
                      <a:r>
                        <a:rPr lang="en-US" dirty="0" smtClean="0"/>
                        <a:t>3.8</a:t>
                      </a:r>
                      <a:endParaRPr lang="en-US" dirty="0"/>
                    </a:p>
                  </a:txBody>
                  <a:tcPr/>
                </a:tc>
                <a:tc>
                  <a:txBody>
                    <a:bodyPr/>
                    <a:lstStyle/>
                    <a:p>
                      <a:r>
                        <a:rPr lang="en-US" dirty="0" smtClean="0"/>
                        <a:t>4.2</a:t>
                      </a:r>
                      <a:endParaRPr lang="en-US" dirty="0"/>
                    </a:p>
                  </a:txBody>
                  <a:tcPr/>
                </a:tc>
                <a:tc>
                  <a:txBody>
                    <a:bodyPr/>
                    <a:lstStyle/>
                    <a:p>
                      <a:r>
                        <a:rPr lang="en-US" dirty="0" smtClean="0"/>
                        <a:t>0.4+</a:t>
                      </a:r>
                      <a:endParaRPr lang="en-US" dirty="0"/>
                    </a:p>
                  </a:txBody>
                  <a:tcPr/>
                </a:tc>
                <a:extLst>
                  <a:ext uri="{0D108BD9-81ED-4DB2-BD59-A6C34878D82A}">
                    <a16:rowId xmlns:a16="http://schemas.microsoft.com/office/drawing/2014/main" val="431524430"/>
                  </a:ext>
                </a:extLst>
              </a:tr>
            </a:tbl>
          </a:graphicData>
        </a:graphic>
      </p:graphicFrame>
    </p:spTree>
    <p:extLst>
      <p:ext uri="{BB962C8B-B14F-4D97-AF65-F5344CB8AC3E}">
        <p14:creationId xmlns:p14="http://schemas.microsoft.com/office/powerpoint/2010/main" val="298611372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6000" b="1" dirty="0" smtClean="0">
                <a:effectLst>
                  <a:outerShdw blurRad="38100" dist="38100" dir="2700000" algn="tl">
                    <a:srgbClr val="000000">
                      <a:alpha val="43137"/>
                    </a:srgbClr>
                  </a:outerShdw>
                </a:effectLst>
              </a:rPr>
              <a:t>Conclusion </a:t>
            </a:r>
            <a:endParaRPr lang="en-US" sz="60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pPr algn="just"/>
            <a:r>
              <a:rPr lang="en-US" sz="3200" dirty="0" smtClean="0"/>
              <a:t>Conclude your memo with “thanks” and or direction action. A pleasant conclusion could motivate your readers. </a:t>
            </a:r>
          </a:p>
          <a:p>
            <a:pPr algn="just"/>
            <a:r>
              <a:rPr lang="en-US" sz="3200" dirty="0" smtClean="0"/>
              <a:t>A directive close tells your readers exactly what you want them to do next or what your plans are ( and provides dated action). </a:t>
            </a:r>
          </a:p>
          <a:p>
            <a:pPr marL="0" indent="0">
              <a:buNone/>
            </a:pP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2596372563"/>
              </p:ext>
            </p:extLst>
          </p:nvPr>
        </p:nvGraphicFramePr>
        <p:xfrm>
          <a:off x="368969" y="4200802"/>
          <a:ext cx="11662610" cy="2111097"/>
        </p:xfrm>
        <a:graphic>
          <a:graphicData uri="http://schemas.openxmlformats.org/drawingml/2006/table">
            <a:tbl>
              <a:tblPr firstRow="1" bandRow="1">
                <a:tableStyleId>{5C22544A-7EE6-4342-B048-85BDC9FD1C3A}</a:tableStyleId>
              </a:tblPr>
              <a:tblGrid>
                <a:gridCol w="11662610">
                  <a:extLst>
                    <a:ext uri="{9D8B030D-6E8A-4147-A177-3AD203B41FA5}">
                      <a16:colId xmlns:a16="http://schemas.microsoft.com/office/drawing/2014/main" val="2533604751"/>
                    </a:ext>
                  </a:extLst>
                </a:gridCol>
              </a:tblGrid>
              <a:tr h="2111097">
                <a:tc>
                  <a:txBody>
                    <a:bodyPr/>
                    <a:lstStyle/>
                    <a:p>
                      <a:pPr algn="just"/>
                      <a:r>
                        <a:rPr lang="en-US" sz="3200" dirty="0" smtClean="0"/>
                        <a:t>If our quarterly sales continue to improve at the current rate, we will</a:t>
                      </a:r>
                      <a:r>
                        <a:rPr lang="en-US" sz="3200" baseline="0" dirty="0" smtClean="0"/>
                        <a:t> double our sales expectations by 2024. next Wednesday (12/22/2024), please provide next Quarter’s sales projections and a summary of your sales team’s accomplishments.  </a:t>
                      </a:r>
                      <a:endParaRPr lang="en-US" sz="3200" dirty="0"/>
                    </a:p>
                  </a:txBody>
                  <a:tcPr/>
                </a:tc>
                <a:extLst>
                  <a:ext uri="{0D108BD9-81ED-4DB2-BD59-A6C34878D82A}">
                    <a16:rowId xmlns:a16="http://schemas.microsoft.com/office/drawing/2014/main" val="2322171381"/>
                  </a:ext>
                </a:extLst>
              </a:tr>
            </a:tbl>
          </a:graphicData>
        </a:graphic>
      </p:graphicFrame>
    </p:spTree>
    <p:extLst>
      <p:ext uri="{BB962C8B-B14F-4D97-AF65-F5344CB8AC3E}">
        <p14:creationId xmlns:p14="http://schemas.microsoft.com/office/powerpoint/2010/main" val="22459852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8662"/>
            <a:ext cx="10515600" cy="1030538"/>
          </a:xfrm>
        </p:spPr>
        <p:txBody>
          <a:bodyPr>
            <a:normAutofit/>
          </a:bodyPr>
          <a:lstStyle/>
          <a:p>
            <a:pPr algn="ctr"/>
            <a:r>
              <a:rPr lang="en-US" sz="5400" b="1" dirty="0" smtClean="0">
                <a:effectLst>
                  <a:outerShdw blurRad="38100" dist="38100" dir="2700000" algn="tl">
                    <a:srgbClr val="000000">
                      <a:alpha val="43137"/>
                    </a:srgbClr>
                  </a:outerShdw>
                </a:effectLst>
              </a:rPr>
              <a:t>Audience Recognition </a:t>
            </a:r>
            <a:endParaRPr lang="en-US" sz="54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192505" y="1058778"/>
            <a:ext cx="11774905" cy="5614737"/>
          </a:xfrm>
        </p:spPr>
        <p:txBody>
          <a:bodyPr>
            <a:noAutofit/>
          </a:bodyPr>
          <a:lstStyle/>
          <a:p>
            <a:pPr algn="just"/>
            <a:r>
              <a:rPr lang="en-US" sz="3200" dirty="0" smtClean="0"/>
              <a:t>Since letters go outside your company, your audience is usually a low-tech or lay reader, demanding that you define your terms specifically. </a:t>
            </a:r>
          </a:p>
          <a:p>
            <a:pPr algn="just"/>
            <a:r>
              <a:rPr lang="en-US" sz="3200" dirty="0" smtClean="0"/>
              <a:t>In memos your in-house audience is easier to address (usually high tech or low tech). </a:t>
            </a:r>
          </a:p>
          <a:p>
            <a:pPr algn="just"/>
            <a:r>
              <a:rPr lang="en-US" sz="3200" dirty="0" smtClean="0"/>
              <a:t>You often can use more acronyms and internal abbreviations in memos than you can in letters. </a:t>
            </a:r>
          </a:p>
          <a:p>
            <a:pPr algn="just"/>
            <a:r>
              <a:rPr lang="en-US" sz="3200" dirty="0" smtClean="0"/>
              <a:t>You will write the memo to one reader, but you might “cc” ( send a “complimentary copy”) to other readers. </a:t>
            </a:r>
          </a:p>
          <a:p>
            <a:pPr algn="just"/>
            <a:r>
              <a:rPr lang="en-US" sz="3200" dirty="0" smtClean="0"/>
              <a:t>To accommodate multiple audiences, use parenthetical definitions, such as cash in advance (CIA) or continuing property records (CPR) </a:t>
            </a:r>
            <a:endParaRPr lang="en-US" sz="3200" dirty="0"/>
          </a:p>
        </p:txBody>
      </p:sp>
    </p:spTree>
    <p:extLst>
      <p:ext uri="{BB962C8B-B14F-4D97-AF65-F5344CB8AC3E}">
        <p14:creationId xmlns:p14="http://schemas.microsoft.com/office/powerpoint/2010/main" val="364436581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0535"/>
            <a:ext cx="10515600" cy="902201"/>
          </a:xfrm>
        </p:spPr>
        <p:txBody>
          <a:bodyPr>
            <a:normAutofit/>
          </a:bodyPr>
          <a:lstStyle/>
          <a:p>
            <a:pPr algn="ctr"/>
            <a:r>
              <a:rPr lang="en-US" sz="4800" b="1" dirty="0" smtClean="0">
                <a:effectLst>
                  <a:outerShdw blurRad="38100" dist="38100" dir="2700000" algn="tl">
                    <a:srgbClr val="000000">
                      <a:alpha val="43137"/>
                    </a:srgbClr>
                  </a:outerShdw>
                </a:effectLst>
              </a:rPr>
              <a:t>Style and Tone </a:t>
            </a:r>
            <a:endParaRPr lang="en-US" sz="48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192505" y="1042736"/>
            <a:ext cx="11662611" cy="5550569"/>
          </a:xfrm>
        </p:spPr>
        <p:txBody>
          <a:bodyPr>
            <a:normAutofit/>
          </a:bodyPr>
          <a:lstStyle/>
          <a:p>
            <a:pPr algn="just"/>
            <a:r>
              <a:rPr lang="en-US" sz="3600" dirty="0" smtClean="0"/>
              <a:t>Because memos are usually only one page long, use simple words, short sentences, specific detail, and highlighting techniques. </a:t>
            </a:r>
          </a:p>
          <a:p>
            <a:pPr algn="just"/>
            <a:r>
              <a:rPr lang="en-US" sz="3600" dirty="0" smtClean="0"/>
              <a:t>In addition, strive for an informal, friendly tone. </a:t>
            </a:r>
          </a:p>
          <a:p>
            <a:pPr algn="just"/>
            <a:r>
              <a:rPr lang="en-US" sz="3600" dirty="0" smtClean="0"/>
              <a:t>Memos are part of your interpersonal communication abilities, so a friendly tone will help build rapport with colleagues. </a:t>
            </a:r>
            <a:endParaRPr lang="en-US" sz="3600" dirty="0"/>
          </a:p>
        </p:txBody>
      </p:sp>
    </p:spTree>
    <p:extLst>
      <p:ext uri="{BB962C8B-B14F-4D97-AF65-F5344CB8AC3E}">
        <p14:creationId xmlns:p14="http://schemas.microsoft.com/office/powerpoint/2010/main" val="134123861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6600" b="1" dirty="0" smtClean="0">
                <a:effectLst>
                  <a:outerShdw blurRad="38100" dist="38100" dir="2700000" algn="tl">
                    <a:srgbClr val="000000">
                      <a:alpha val="43137"/>
                    </a:srgbClr>
                  </a:outerShdw>
                </a:effectLst>
              </a:rPr>
              <a:t>Tone </a:t>
            </a:r>
            <a:endParaRPr lang="en-US" sz="66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lnSpcReduction="10000"/>
          </a:bodyPr>
          <a:lstStyle/>
          <a:p>
            <a:pPr algn="just"/>
            <a:r>
              <a:rPr lang="en-US" sz="3600" dirty="0" smtClean="0"/>
              <a:t>In memos, audience determines tone. For example, you cannot write directive correspondence to supervisors mandating action on their part. </a:t>
            </a:r>
          </a:p>
          <a:p>
            <a:pPr algn="just"/>
            <a:r>
              <a:rPr lang="en-US" sz="3600" dirty="0" smtClean="0"/>
              <a:t>It might seem obvious that you can write directives to subordinates, but you should not use a dictatorial tone. </a:t>
            </a:r>
          </a:p>
          <a:p>
            <a:pPr algn="just"/>
            <a:r>
              <a:rPr lang="en-US" sz="3600" dirty="0" smtClean="0"/>
              <a:t>Though the subordinates are under your a authority, they must still be treated with respect. </a:t>
            </a:r>
          </a:p>
          <a:p>
            <a:pPr marL="0" indent="0">
              <a:buNone/>
            </a:pPr>
            <a:r>
              <a:rPr lang="en-US" dirty="0" smtClean="0"/>
              <a:t> </a:t>
            </a:r>
            <a:endParaRPr lang="en-US" dirty="0"/>
          </a:p>
        </p:txBody>
      </p:sp>
    </p:spTree>
    <p:extLst>
      <p:ext uri="{BB962C8B-B14F-4D97-AF65-F5344CB8AC3E}">
        <p14:creationId xmlns:p14="http://schemas.microsoft.com/office/powerpoint/2010/main" val="186173993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116" y="0"/>
            <a:ext cx="11951368" cy="1325563"/>
          </a:xfrm>
        </p:spPr>
        <p:txBody>
          <a:bodyPr>
            <a:normAutofit/>
          </a:bodyPr>
          <a:lstStyle/>
          <a:p>
            <a:pPr algn="ctr"/>
            <a:r>
              <a:rPr lang="en-US" sz="6000" b="1" dirty="0" smtClean="0">
                <a:effectLst>
                  <a:outerShdw blurRad="38100" dist="38100" dir="2700000" algn="tl">
                    <a:srgbClr val="000000">
                      <a:alpha val="43137"/>
                    </a:srgbClr>
                  </a:outerShdw>
                </a:effectLst>
              </a:rPr>
              <a:t>Example </a:t>
            </a:r>
            <a:endParaRPr lang="en-US" sz="6000" b="1" dirty="0">
              <a:effectLst>
                <a:outerShdw blurRad="38100" dist="38100" dir="2700000" algn="tl">
                  <a:srgbClr val="000000">
                    <a:alpha val="43137"/>
                  </a:srgbClr>
                </a:outerShdw>
              </a:effectLst>
            </a:endParaRPr>
          </a:p>
        </p:txBody>
      </p:sp>
      <p:sp>
        <p:nvSpPr>
          <p:cNvPr id="3" name="Content Placeholder 2"/>
          <p:cNvSpPr>
            <a:spLocks noGrp="1"/>
          </p:cNvSpPr>
          <p:nvPr>
            <p:ph sz="half" idx="1"/>
          </p:nvPr>
        </p:nvSpPr>
        <p:spPr>
          <a:xfrm>
            <a:off x="336884" y="1325563"/>
            <a:ext cx="5835316" cy="5251700"/>
          </a:xfrm>
          <a:solidFill>
            <a:srgbClr val="FF99CC"/>
          </a:solidFill>
        </p:spPr>
        <p:txBody>
          <a:bodyPr>
            <a:normAutofit/>
          </a:bodyPr>
          <a:lstStyle/>
          <a:p>
            <a:pPr marL="0" indent="0">
              <a:buNone/>
            </a:pPr>
            <a:r>
              <a:rPr lang="en-US" sz="3600" dirty="0" smtClean="0"/>
              <a:t>Unfriendly, Demanding Style </a:t>
            </a:r>
          </a:p>
          <a:p>
            <a:pPr marL="0" indent="0" algn="just">
              <a:buNone/>
            </a:pPr>
            <a:r>
              <a:rPr lang="en-US" sz="3600" dirty="0" smtClean="0"/>
              <a:t>We will have a meeting next Tuesday, Jan, 11, 2024. Exert every effort to attend this meeting. Plan to make intelligent comments regarding the new quarter projections.</a:t>
            </a:r>
            <a:endParaRPr lang="en-US" sz="3600" dirty="0"/>
          </a:p>
        </p:txBody>
      </p:sp>
      <p:sp>
        <p:nvSpPr>
          <p:cNvPr id="4" name="Content Placeholder 3"/>
          <p:cNvSpPr>
            <a:spLocks noGrp="1"/>
          </p:cNvSpPr>
          <p:nvPr>
            <p:ph sz="half" idx="2"/>
          </p:nvPr>
        </p:nvSpPr>
        <p:spPr>
          <a:xfrm>
            <a:off x="6172200" y="1325563"/>
            <a:ext cx="5823284" cy="5251700"/>
          </a:xfrm>
          <a:solidFill>
            <a:srgbClr val="FFFF00"/>
          </a:solidFill>
        </p:spPr>
        <p:txBody>
          <a:bodyPr>
            <a:normAutofit/>
          </a:bodyPr>
          <a:lstStyle/>
          <a:p>
            <a:pPr marL="0" indent="0">
              <a:buNone/>
            </a:pPr>
            <a:r>
              <a:rPr lang="en-US" sz="3600" dirty="0" smtClean="0"/>
              <a:t>Friendly, Personal Style </a:t>
            </a:r>
          </a:p>
          <a:p>
            <a:pPr marL="0" indent="0" algn="just">
              <a:buNone/>
            </a:pPr>
            <a:r>
              <a:rPr lang="en-US" sz="3600" dirty="0" smtClean="0"/>
              <a:t>Let’s meet next Tuesday (Jan. 11, 2024). Even if you’re late. I’d appreciate your attending. By doing so you can have an opportunity to make an impact on the second quarter projections. I’m looking forward to hearing your comments. </a:t>
            </a:r>
            <a:endParaRPr lang="en-US" sz="3600" dirty="0"/>
          </a:p>
        </p:txBody>
      </p:sp>
    </p:spTree>
    <p:extLst>
      <p:ext uri="{BB962C8B-B14F-4D97-AF65-F5344CB8AC3E}">
        <p14:creationId xmlns:p14="http://schemas.microsoft.com/office/powerpoint/2010/main" val="376223037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9160" y="0"/>
            <a:ext cx="10515600" cy="1325563"/>
          </a:xfrm>
        </p:spPr>
        <p:txBody>
          <a:bodyPr>
            <a:normAutofit/>
          </a:bodyPr>
          <a:lstStyle/>
          <a:p>
            <a:pPr algn="ctr"/>
            <a:r>
              <a:rPr lang="en-US" sz="6000" b="1" dirty="0">
                <a:effectLst>
                  <a:outerShdw blurRad="38100" dist="38100" dir="2700000" algn="tl">
                    <a:srgbClr val="000000">
                      <a:alpha val="43137"/>
                    </a:srgbClr>
                  </a:outerShdw>
                </a:effectLst>
              </a:rPr>
              <a:t>How to format a memo</a:t>
            </a:r>
          </a:p>
        </p:txBody>
      </p:sp>
      <p:sp>
        <p:nvSpPr>
          <p:cNvPr id="3" name="Content Placeholder 2"/>
          <p:cNvSpPr>
            <a:spLocks noGrp="1"/>
          </p:cNvSpPr>
          <p:nvPr>
            <p:ph idx="1"/>
          </p:nvPr>
        </p:nvSpPr>
        <p:spPr>
          <a:xfrm>
            <a:off x="243840" y="1322704"/>
            <a:ext cx="11826240" cy="5535296"/>
          </a:xfrm>
        </p:spPr>
        <p:txBody>
          <a:bodyPr>
            <a:noAutofit/>
          </a:bodyPr>
          <a:lstStyle/>
          <a:p>
            <a:r>
              <a:rPr lang="en-US" sz="3200" dirty="0" smtClean="0"/>
              <a:t>Heading</a:t>
            </a:r>
            <a:endParaRPr lang="en-US" sz="3200" dirty="0"/>
          </a:p>
          <a:p>
            <a:pPr lvl="1"/>
            <a:r>
              <a:rPr lang="en-US" sz="2800" dirty="0"/>
              <a:t>To </a:t>
            </a:r>
          </a:p>
          <a:p>
            <a:pPr lvl="1"/>
            <a:r>
              <a:rPr lang="en-US" sz="2800" dirty="0"/>
              <a:t>From</a:t>
            </a:r>
          </a:p>
          <a:p>
            <a:pPr lvl="1"/>
            <a:r>
              <a:rPr lang="en-US" sz="2800" dirty="0"/>
              <a:t>Date</a:t>
            </a:r>
          </a:p>
          <a:p>
            <a:pPr lvl="1"/>
            <a:r>
              <a:rPr lang="en-US" sz="2800" dirty="0"/>
              <a:t>Subject</a:t>
            </a:r>
          </a:p>
          <a:p>
            <a:r>
              <a:rPr lang="en-US" sz="3200" dirty="0"/>
              <a:t>Opening statement</a:t>
            </a:r>
          </a:p>
          <a:p>
            <a:r>
              <a:rPr lang="en-US" sz="3200" dirty="0"/>
              <a:t>Context</a:t>
            </a:r>
          </a:p>
          <a:p>
            <a:r>
              <a:rPr lang="en-US" sz="3200" dirty="0"/>
              <a:t>Call to action and task statement</a:t>
            </a:r>
          </a:p>
          <a:p>
            <a:r>
              <a:rPr lang="en-US" sz="3200" dirty="0"/>
              <a:t>Discussion</a:t>
            </a:r>
          </a:p>
          <a:p>
            <a:r>
              <a:rPr lang="en-US" sz="3200" dirty="0"/>
              <a:t>Closing</a:t>
            </a:r>
          </a:p>
        </p:txBody>
      </p:sp>
    </p:spTree>
    <p:extLst>
      <p:ext uri="{BB962C8B-B14F-4D97-AF65-F5344CB8AC3E}">
        <p14:creationId xmlns:p14="http://schemas.microsoft.com/office/powerpoint/2010/main" val="7192139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6300" y="121285"/>
            <a:ext cx="10515600" cy="1325563"/>
          </a:xfrm>
        </p:spPr>
        <p:txBody>
          <a:bodyPr>
            <a:normAutofit/>
          </a:bodyPr>
          <a:lstStyle/>
          <a:p>
            <a:pPr algn="ctr"/>
            <a:r>
              <a:rPr lang="en-US" sz="6600" b="1" dirty="0">
                <a:effectLst>
                  <a:outerShdw blurRad="38100" dist="38100" dir="2700000" algn="tl">
                    <a:srgbClr val="000000">
                      <a:alpha val="43137"/>
                    </a:srgbClr>
                  </a:outerShdw>
                </a:effectLst>
              </a:rPr>
              <a:t> Heading</a:t>
            </a:r>
          </a:p>
        </p:txBody>
      </p:sp>
      <p:sp>
        <p:nvSpPr>
          <p:cNvPr id="3" name="Content Placeholder 2"/>
          <p:cNvSpPr>
            <a:spLocks noGrp="1"/>
          </p:cNvSpPr>
          <p:nvPr>
            <p:ph idx="1"/>
          </p:nvPr>
        </p:nvSpPr>
        <p:spPr>
          <a:xfrm>
            <a:off x="365760" y="1676400"/>
            <a:ext cx="11567160" cy="5044439"/>
          </a:xfrm>
        </p:spPr>
        <p:txBody>
          <a:bodyPr/>
          <a:lstStyle/>
          <a:p>
            <a:pPr algn="just"/>
            <a:r>
              <a:rPr lang="en-US" sz="4400" dirty="0"/>
              <a:t>The heading lists who is receiving the memo, who is sending the memo, the date the memo was written, and the subject of the memo. You can view how to format this section below. </a:t>
            </a:r>
          </a:p>
          <a:p>
            <a:r>
              <a:rPr lang="en-US" b="1" dirty="0"/>
              <a:t>To:</a:t>
            </a:r>
            <a:r>
              <a:rPr lang="en-US" dirty="0"/>
              <a:t> [Recipients’ full names and job titles or department]</a:t>
            </a:r>
          </a:p>
          <a:p>
            <a:r>
              <a:rPr lang="en-US" b="1" dirty="0"/>
              <a:t>From:</a:t>
            </a:r>
            <a:r>
              <a:rPr lang="en-US" dirty="0"/>
              <a:t> [Your full name and job title]</a:t>
            </a:r>
          </a:p>
          <a:p>
            <a:r>
              <a:rPr lang="en-US" b="1" dirty="0"/>
              <a:t>Date: </a:t>
            </a:r>
            <a:r>
              <a:rPr lang="en-US" dirty="0"/>
              <a:t>[Today’s date]</a:t>
            </a:r>
          </a:p>
          <a:p>
            <a:r>
              <a:rPr lang="en-US" b="1" dirty="0"/>
              <a:t>Subject:</a:t>
            </a:r>
            <a:r>
              <a:rPr lang="en-US" dirty="0"/>
              <a:t> [What the memo is about]</a:t>
            </a:r>
          </a:p>
        </p:txBody>
      </p:sp>
    </p:spTree>
    <p:extLst>
      <p:ext uri="{BB962C8B-B14F-4D97-AF65-F5344CB8AC3E}">
        <p14:creationId xmlns:p14="http://schemas.microsoft.com/office/powerpoint/2010/main" val="9555400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 </a:t>
            </a:r>
            <a:r>
              <a:rPr lang="en-US" sz="5400" dirty="0"/>
              <a:t>Opening statement </a:t>
            </a:r>
            <a:endParaRPr lang="en-US" b="1" dirty="0"/>
          </a:p>
        </p:txBody>
      </p:sp>
      <p:sp>
        <p:nvSpPr>
          <p:cNvPr id="3" name="Content Placeholder 2"/>
          <p:cNvSpPr>
            <a:spLocks noGrp="1"/>
          </p:cNvSpPr>
          <p:nvPr>
            <p:ph idx="1"/>
          </p:nvPr>
        </p:nvSpPr>
        <p:spPr/>
        <p:txBody>
          <a:bodyPr/>
          <a:lstStyle/>
          <a:p>
            <a:pPr algn="just"/>
            <a:r>
              <a:rPr lang="en-US" sz="4000" dirty="0"/>
              <a:t>This section can be between one and three sentences. The opening statement is where you briefly state the purpose of your memo. Include only a summary of the most crucial information in this section. Later you’ll be able to get into the details.</a:t>
            </a:r>
            <a:r>
              <a:rPr lang="en-US" dirty="0"/>
              <a:t> </a:t>
            </a:r>
          </a:p>
          <a:p>
            <a:r>
              <a:rPr lang="en-US" dirty="0"/>
              <a:t>Try starting with, “I’m writing to inform you . . .”</a:t>
            </a:r>
          </a:p>
          <a:p>
            <a:endParaRPr lang="en-US" dirty="0"/>
          </a:p>
        </p:txBody>
      </p:sp>
    </p:spTree>
    <p:extLst>
      <p:ext uri="{BB962C8B-B14F-4D97-AF65-F5344CB8AC3E}">
        <p14:creationId xmlns:p14="http://schemas.microsoft.com/office/powerpoint/2010/main" val="13934046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21480" y="0"/>
            <a:ext cx="2225040" cy="990600"/>
          </a:xfrm>
          <a:solidFill>
            <a:schemeClr val="accent2">
              <a:lumMod val="20000"/>
              <a:lumOff val="80000"/>
            </a:schemeClr>
          </a:solidFill>
        </p:spPr>
        <p:txBody>
          <a:bodyPr/>
          <a:lstStyle/>
          <a:p>
            <a:r>
              <a:rPr lang="en-US" dirty="0" smtClean="0"/>
              <a:t>Context</a:t>
            </a:r>
            <a:endParaRPr lang="en-US" dirty="0"/>
          </a:p>
        </p:txBody>
      </p:sp>
      <p:sp>
        <p:nvSpPr>
          <p:cNvPr id="3" name="Content Placeholder 2"/>
          <p:cNvSpPr>
            <a:spLocks noGrp="1"/>
          </p:cNvSpPr>
          <p:nvPr>
            <p:ph idx="1"/>
          </p:nvPr>
        </p:nvSpPr>
        <p:spPr>
          <a:xfrm>
            <a:off x="198120" y="990600"/>
            <a:ext cx="11826240" cy="5654040"/>
          </a:xfrm>
        </p:spPr>
        <p:txBody>
          <a:bodyPr>
            <a:normAutofit/>
          </a:bodyPr>
          <a:lstStyle/>
          <a:p>
            <a:pPr algn="just"/>
            <a:r>
              <a:rPr lang="en-US" sz="3200" dirty="0"/>
              <a:t>In three to ten sentences, provide context. Context is where you let people know what you’re writing about, why you’re writing them, and any other critical information.</a:t>
            </a:r>
            <a:r>
              <a:rPr lang="en-US" dirty="0"/>
              <a:t> </a:t>
            </a:r>
          </a:p>
          <a:p>
            <a:r>
              <a:rPr lang="en-US" dirty="0"/>
              <a:t>This section may include the following: </a:t>
            </a:r>
          </a:p>
          <a:p>
            <a:r>
              <a:rPr lang="en-US" dirty="0"/>
              <a:t>supporting evidence</a:t>
            </a:r>
          </a:p>
          <a:p>
            <a:r>
              <a:rPr lang="en-US" dirty="0"/>
              <a:t>why your organization made the decision you’re discussing in the memo</a:t>
            </a:r>
          </a:p>
          <a:p>
            <a:r>
              <a:rPr lang="en-US" dirty="0"/>
              <a:t>background information</a:t>
            </a:r>
          </a:p>
          <a:p>
            <a:r>
              <a:rPr lang="en-US" dirty="0"/>
              <a:t>a problem statement</a:t>
            </a:r>
          </a:p>
          <a:p>
            <a:r>
              <a:rPr lang="en-US" dirty="0"/>
              <a:t>how you found the problem </a:t>
            </a:r>
          </a:p>
          <a:p>
            <a:r>
              <a:rPr lang="en-US" dirty="0"/>
              <a:t>important timing or dates</a:t>
            </a:r>
          </a:p>
          <a:p>
            <a:r>
              <a:rPr lang="en-US" dirty="0"/>
              <a:t>other key points</a:t>
            </a:r>
          </a:p>
        </p:txBody>
      </p:sp>
    </p:spTree>
    <p:extLst>
      <p:ext uri="{BB962C8B-B14F-4D97-AF65-F5344CB8AC3E}">
        <p14:creationId xmlns:p14="http://schemas.microsoft.com/office/powerpoint/2010/main" val="24463303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4860" y="197485"/>
            <a:ext cx="10515600" cy="1325563"/>
          </a:xfrm>
          <a:solidFill>
            <a:schemeClr val="accent2">
              <a:lumMod val="20000"/>
              <a:lumOff val="80000"/>
            </a:schemeClr>
          </a:solidFill>
        </p:spPr>
        <p:txBody>
          <a:bodyPr>
            <a:normAutofit/>
          </a:bodyPr>
          <a:lstStyle/>
          <a:p>
            <a:r>
              <a:rPr lang="en-US" sz="6000" dirty="0"/>
              <a:t> Call to action and task statement</a:t>
            </a:r>
            <a:endParaRPr lang="en-US" sz="6000" b="1" dirty="0"/>
          </a:p>
        </p:txBody>
      </p:sp>
      <p:sp>
        <p:nvSpPr>
          <p:cNvPr id="3" name="Content Placeholder 2"/>
          <p:cNvSpPr>
            <a:spLocks noGrp="1"/>
          </p:cNvSpPr>
          <p:nvPr>
            <p:ph idx="1"/>
          </p:nvPr>
        </p:nvSpPr>
        <p:spPr>
          <a:xfrm>
            <a:off x="137160" y="1825624"/>
            <a:ext cx="11811000" cy="4895215"/>
          </a:xfrm>
        </p:spPr>
        <p:txBody>
          <a:bodyPr>
            <a:noAutofit/>
          </a:bodyPr>
          <a:lstStyle/>
          <a:p>
            <a:pPr algn="just"/>
            <a:r>
              <a:rPr lang="en-US" sz="4000" dirty="0"/>
              <a:t>This section can be either two to three sentences or a bullet-pointed list. This is where you lay out the next steps for your recipients. Write about what the recipient should do after they read the memo or how you plan to solve the problem you’ve described. </a:t>
            </a:r>
          </a:p>
          <a:p>
            <a:pPr algn="just"/>
            <a:r>
              <a:rPr lang="en-US" sz="4000" dirty="0"/>
              <a:t>Try writing, “Please [task you’d like completed] by [due date]” or “I appreciate your cooperation in this matter.”</a:t>
            </a:r>
          </a:p>
        </p:txBody>
      </p:sp>
    </p:spTree>
    <p:extLst>
      <p:ext uri="{BB962C8B-B14F-4D97-AF65-F5344CB8AC3E}">
        <p14:creationId xmlns:p14="http://schemas.microsoft.com/office/powerpoint/2010/main" val="3749225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869315"/>
          </a:xfrm>
          <a:solidFill>
            <a:schemeClr val="accent4"/>
          </a:solidFill>
        </p:spPr>
        <p:txBody>
          <a:bodyPr>
            <a:normAutofit fontScale="90000"/>
          </a:bodyPr>
          <a:lstStyle/>
          <a:p>
            <a:pPr algn="ctr"/>
            <a:r>
              <a:rPr lang="en-US" sz="6000" b="1" dirty="0" smtClean="0">
                <a:effectLst>
                  <a:outerShdw blurRad="38100" dist="38100" dir="2700000" algn="tl">
                    <a:srgbClr val="000000">
                      <a:alpha val="43137"/>
                    </a:srgbClr>
                  </a:outerShdw>
                </a:effectLst>
              </a:rPr>
              <a:t>Discussion</a:t>
            </a:r>
            <a:endParaRPr lang="en-US" sz="60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259080" y="1082040"/>
            <a:ext cx="11704320" cy="5471160"/>
          </a:xfrm>
        </p:spPr>
        <p:txBody>
          <a:bodyPr>
            <a:normAutofit/>
          </a:bodyPr>
          <a:lstStyle/>
          <a:p>
            <a:pPr algn="just"/>
            <a:r>
              <a:rPr lang="en-US" sz="4000" dirty="0"/>
              <a:t>The aim of this portion is to persuade the recipients to follow your recommended actions. </a:t>
            </a:r>
            <a:endParaRPr lang="en-US" sz="4000" dirty="0" smtClean="0"/>
          </a:p>
          <a:p>
            <a:pPr algn="just"/>
            <a:r>
              <a:rPr lang="en-US" sz="4000" dirty="0" smtClean="0"/>
              <a:t>Lay </a:t>
            </a:r>
            <a:r>
              <a:rPr lang="en-US" sz="4000" dirty="0"/>
              <a:t>out all of the details that support your ideas, beginning with the most critical information. </a:t>
            </a:r>
            <a:endParaRPr lang="en-US" sz="4000" dirty="0" smtClean="0"/>
          </a:p>
          <a:p>
            <a:pPr algn="just"/>
            <a:r>
              <a:rPr lang="en-US" sz="4000" dirty="0" smtClean="0"/>
              <a:t>Give </a:t>
            </a:r>
            <a:r>
              <a:rPr lang="en-US" sz="4000" dirty="0"/>
              <a:t>specific supporting facts, ideas, and research that back up your memo, organizing the information from strongest to weakest</a:t>
            </a:r>
            <a:endParaRPr lang="en-US" sz="4000" dirty="0"/>
          </a:p>
        </p:txBody>
      </p:sp>
    </p:spTree>
    <p:extLst>
      <p:ext uri="{BB962C8B-B14F-4D97-AF65-F5344CB8AC3E}">
        <p14:creationId xmlns:p14="http://schemas.microsoft.com/office/powerpoint/2010/main" val="9160594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 </a:t>
            </a:r>
            <a:r>
              <a:rPr lang="en-US" sz="7200" b="1" dirty="0" smtClean="0">
                <a:effectLst>
                  <a:outerShdw blurRad="38100" dist="38100" dir="2700000" algn="tl">
                    <a:srgbClr val="000000">
                      <a:alpha val="43137"/>
                    </a:srgbClr>
                  </a:outerShdw>
                </a:effectLst>
              </a:rPr>
              <a:t>Closing</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121920" y="1569720"/>
            <a:ext cx="11902440" cy="5166359"/>
          </a:xfrm>
        </p:spPr>
        <p:txBody>
          <a:bodyPr>
            <a:normAutofit/>
          </a:bodyPr>
          <a:lstStyle/>
          <a:p>
            <a:pPr algn="just"/>
            <a:r>
              <a:rPr lang="en-US" sz="4000" dirty="0"/>
              <a:t>The closing section is an opportunity to end your memo on a courteous </a:t>
            </a:r>
            <a:r>
              <a:rPr lang="en-US" sz="4000" dirty="0" smtClean="0"/>
              <a:t>note.</a:t>
            </a:r>
          </a:p>
          <a:p>
            <a:pPr algn="just"/>
            <a:r>
              <a:rPr lang="en-US" sz="4000" dirty="0" smtClean="0"/>
              <a:t>We </a:t>
            </a:r>
            <a:r>
              <a:rPr lang="en-US" sz="4000" dirty="0"/>
              <a:t>recommend you share what you want your recipients to take action on one more time here, as well. </a:t>
            </a:r>
            <a:endParaRPr lang="en-US" sz="4000" dirty="0" smtClean="0"/>
          </a:p>
          <a:p>
            <a:pPr algn="just"/>
            <a:r>
              <a:rPr lang="en-US" sz="4000" dirty="0" smtClean="0"/>
              <a:t>Generally</a:t>
            </a:r>
            <a:r>
              <a:rPr lang="en-US" sz="4000" dirty="0"/>
              <a:t>, memos don’t include a farewell. But if you want to have one, make sure to keep it brief. </a:t>
            </a:r>
            <a:endParaRPr lang="en-US" sz="4000" dirty="0"/>
          </a:p>
        </p:txBody>
      </p:sp>
    </p:spTree>
    <p:extLst>
      <p:ext uri="{BB962C8B-B14F-4D97-AF65-F5344CB8AC3E}">
        <p14:creationId xmlns:p14="http://schemas.microsoft.com/office/powerpoint/2010/main" val="18002443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1060" y="0"/>
            <a:ext cx="10515600" cy="1325563"/>
          </a:xfrm>
          <a:solidFill>
            <a:schemeClr val="accent2"/>
          </a:solidFill>
        </p:spPr>
        <p:txBody>
          <a:bodyPr>
            <a:normAutofit/>
          </a:bodyPr>
          <a:lstStyle/>
          <a:p>
            <a:pPr algn="ctr"/>
            <a:r>
              <a:rPr lang="en-US" sz="6600" dirty="0"/>
              <a:t>Optional </a:t>
            </a:r>
            <a:r>
              <a:rPr lang="en-US" sz="6600" dirty="0" smtClean="0"/>
              <a:t>additions</a:t>
            </a:r>
            <a:endParaRPr lang="en-US" sz="6600" dirty="0"/>
          </a:p>
        </p:txBody>
      </p:sp>
      <p:sp>
        <p:nvSpPr>
          <p:cNvPr id="3" name="Content Placeholder 2"/>
          <p:cNvSpPr>
            <a:spLocks noGrp="1"/>
          </p:cNvSpPr>
          <p:nvPr>
            <p:ph idx="1"/>
          </p:nvPr>
        </p:nvSpPr>
        <p:spPr>
          <a:xfrm>
            <a:off x="259080" y="1825625"/>
            <a:ext cx="11719560" cy="4351338"/>
          </a:xfrm>
        </p:spPr>
        <p:txBody>
          <a:bodyPr>
            <a:noAutofit/>
          </a:bodyPr>
          <a:lstStyle/>
          <a:p>
            <a:r>
              <a:rPr lang="en-US" sz="4000" dirty="0"/>
              <a:t>Your supplemental information should include any documentation you want to share, such as graphs, lists, tables, or photos. </a:t>
            </a:r>
            <a:endParaRPr lang="en-US" sz="4000" dirty="0" smtClean="0"/>
          </a:p>
          <a:p>
            <a:r>
              <a:rPr lang="en-US" sz="4000" dirty="0" smtClean="0"/>
              <a:t>If </a:t>
            </a:r>
            <a:r>
              <a:rPr lang="en-US" sz="4000" dirty="0"/>
              <a:t>you choose to include attachments, include a note about what you’ve attached below your closing</a:t>
            </a:r>
            <a:r>
              <a:rPr lang="en-US" sz="4000" dirty="0" smtClean="0"/>
              <a:t>.</a:t>
            </a:r>
          </a:p>
          <a:p>
            <a:r>
              <a:rPr lang="en-US" sz="4000" dirty="0"/>
              <a:t>Refer to your attachments as such: “Attached: [name of attachment], [date created].”</a:t>
            </a:r>
            <a:endParaRPr lang="en-US" sz="4000" dirty="0"/>
          </a:p>
        </p:txBody>
      </p:sp>
    </p:spTree>
    <p:extLst>
      <p:ext uri="{BB962C8B-B14F-4D97-AF65-F5344CB8AC3E}">
        <p14:creationId xmlns:p14="http://schemas.microsoft.com/office/powerpoint/2010/main" val="42456491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95800" y="167005"/>
            <a:ext cx="2590800" cy="1082675"/>
          </a:xfrm>
          <a:solidFill>
            <a:schemeClr val="accent2"/>
          </a:solidFill>
        </p:spPr>
        <p:txBody>
          <a:bodyPr>
            <a:normAutofit/>
          </a:bodyPr>
          <a:lstStyle/>
          <a:p>
            <a:pPr algn="ctr"/>
            <a:r>
              <a:rPr lang="en-US" sz="6600" dirty="0" smtClean="0"/>
              <a:t>Revise</a:t>
            </a:r>
            <a:endParaRPr lang="en-US" sz="6600" dirty="0"/>
          </a:p>
        </p:txBody>
      </p:sp>
      <p:sp>
        <p:nvSpPr>
          <p:cNvPr id="3" name="Content Placeholder 2"/>
          <p:cNvSpPr>
            <a:spLocks noGrp="1"/>
          </p:cNvSpPr>
          <p:nvPr>
            <p:ph idx="1"/>
          </p:nvPr>
        </p:nvSpPr>
        <p:spPr>
          <a:xfrm>
            <a:off x="152400" y="1249680"/>
            <a:ext cx="11780520" cy="5379720"/>
          </a:xfrm>
        </p:spPr>
        <p:txBody>
          <a:bodyPr>
            <a:normAutofit/>
          </a:bodyPr>
          <a:lstStyle/>
          <a:p>
            <a:r>
              <a:rPr lang="en-US" dirty="0"/>
              <a:t>Now that you’ve written your memo, it’s time to revise! Follow the steps below to ensure your memo is as clear and concise as possible. Remember: the shorter, the better. </a:t>
            </a:r>
          </a:p>
          <a:p>
            <a:r>
              <a:rPr lang="en-US" sz="4000" b="1" dirty="0">
                <a:effectLst>
                  <a:outerShdw blurRad="38100" dist="38100" dir="2700000" algn="tl">
                    <a:srgbClr val="000000">
                      <a:alpha val="43137"/>
                    </a:srgbClr>
                  </a:outerShdw>
                </a:effectLst>
              </a:rPr>
              <a:t>Cut out any unnecessary material.</a:t>
            </a:r>
          </a:p>
          <a:p>
            <a:r>
              <a:rPr lang="en-US" sz="4000" b="1" dirty="0">
                <a:effectLst>
                  <a:outerShdw blurRad="38100" dist="38100" dir="2700000" algn="tl">
                    <a:srgbClr val="000000">
                      <a:alpha val="43137"/>
                    </a:srgbClr>
                  </a:outerShdw>
                </a:effectLst>
              </a:rPr>
              <a:t>Clarify your main points.</a:t>
            </a:r>
          </a:p>
          <a:p>
            <a:r>
              <a:rPr lang="en-US" sz="4000" b="1" dirty="0">
                <a:effectLst>
                  <a:outerShdw blurRad="38100" dist="38100" dir="2700000" algn="tl">
                    <a:srgbClr val="000000">
                      <a:alpha val="43137"/>
                    </a:srgbClr>
                  </a:outerShdw>
                </a:effectLst>
              </a:rPr>
              <a:t>Proofread for spelling, grammar, and punctuation mistakes.</a:t>
            </a:r>
          </a:p>
          <a:p>
            <a:r>
              <a:rPr lang="en-US" sz="4000" b="1" dirty="0">
                <a:effectLst>
                  <a:outerShdw blurRad="38100" dist="38100" dir="2700000" algn="tl">
                    <a:srgbClr val="000000">
                      <a:alpha val="43137"/>
                    </a:srgbClr>
                  </a:outerShdw>
                </a:effectLst>
              </a:rPr>
              <a:t>Check your facts and resources.</a:t>
            </a:r>
          </a:p>
          <a:p>
            <a:r>
              <a:rPr lang="en-US" sz="4000" b="1" dirty="0">
                <a:effectLst>
                  <a:outerShdw blurRad="38100" dist="38100" dir="2700000" algn="tl">
                    <a:srgbClr val="000000">
                      <a:alpha val="43137"/>
                    </a:srgbClr>
                  </a:outerShdw>
                </a:effectLst>
              </a:rPr>
              <a:t>Get feedback from a colleague before sending.</a:t>
            </a:r>
          </a:p>
        </p:txBody>
      </p:sp>
    </p:spTree>
    <p:extLst>
      <p:ext uri="{BB962C8B-B14F-4D97-AF65-F5344CB8AC3E}">
        <p14:creationId xmlns:p14="http://schemas.microsoft.com/office/powerpoint/2010/main" val="38463576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6577"/>
            <a:ext cx="10515600" cy="1158875"/>
          </a:xfrm>
          <a:solidFill>
            <a:srgbClr val="FFC000"/>
          </a:solidFill>
        </p:spPr>
        <p:txBody>
          <a:bodyPr>
            <a:normAutofit/>
          </a:bodyPr>
          <a:lstStyle/>
          <a:p>
            <a:pPr algn="ctr"/>
            <a:r>
              <a:rPr lang="en-US" sz="6000" b="1" dirty="0" smtClean="0">
                <a:effectLst>
                  <a:outerShdw blurRad="38100" dist="38100" dir="2700000" algn="tl">
                    <a:srgbClr val="000000">
                      <a:alpha val="43137"/>
                    </a:srgbClr>
                  </a:outerShdw>
                </a:effectLst>
              </a:rPr>
              <a:t>Guidelines and Tips </a:t>
            </a:r>
            <a:endParaRPr lang="en-US" sz="60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838200" y="1315452"/>
            <a:ext cx="10515600" cy="5542547"/>
          </a:xfrm>
        </p:spPr>
        <p:txBody>
          <a:bodyPr>
            <a:normAutofit/>
          </a:bodyPr>
          <a:lstStyle/>
          <a:p>
            <a:r>
              <a:rPr lang="en-US" sz="4000" b="1" dirty="0" smtClean="0">
                <a:effectLst>
                  <a:outerShdw blurRad="38100" dist="38100" dir="2700000" algn="tl">
                    <a:srgbClr val="000000">
                      <a:alpha val="43137"/>
                    </a:srgbClr>
                  </a:outerShdw>
                </a:effectLst>
              </a:rPr>
              <a:t>Clear subject line</a:t>
            </a:r>
          </a:p>
          <a:p>
            <a:r>
              <a:rPr lang="en-US" sz="4000" b="1" dirty="0" smtClean="0">
                <a:effectLst>
                  <a:outerShdw blurRad="38100" dist="38100" dir="2700000" algn="tl">
                    <a:srgbClr val="000000">
                      <a:alpha val="43137"/>
                    </a:srgbClr>
                  </a:outerShdw>
                </a:effectLst>
              </a:rPr>
              <a:t>State your purpose in the first paragraph</a:t>
            </a:r>
          </a:p>
          <a:p>
            <a:r>
              <a:rPr lang="en-US" sz="4000" b="1" dirty="0" smtClean="0">
                <a:effectLst>
                  <a:outerShdw blurRad="38100" dist="38100" dir="2700000" algn="tl">
                    <a:srgbClr val="000000">
                      <a:alpha val="43137"/>
                    </a:srgbClr>
                  </a:outerShdw>
                </a:effectLst>
              </a:rPr>
              <a:t> Summarize any potential objections</a:t>
            </a:r>
          </a:p>
          <a:p>
            <a:r>
              <a:rPr lang="en-US" sz="4000" b="1" dirty="0" smtClean="0">
                <a:effectLst>
                  <a:outerShdw blurRad="38100" dist="38100" dir="2700000" algn="tl">
                    <a:srgbClr val="000000">
                      <a:alpha val="43137"/>
                    </a:srgbClr>
                  </a:outerShdw>
                </a:effectLst>
              </a:rPr>
              <a:t>Keep paragraphs short</a:t>
            </a:r>
          </a:p>
          <a:p>
            <a:r>
              <a:rPr lang="en-US" sz="4000" b="1" dirty="0" smtClean="0">
                <a:effectLst>
                  <a:outerShdw blurRad="38100" dist="38100" dir="2700000" algn="tl">
                    <a:srgbClr val="000000">
                      <a:alpha val="43137"/>
                    </a:srgbClr>
                  </a:outerShdw>
                </a:effectLst>
              </a:rPr>
              <a:t>Use subheads between paragraph groups</a:t>
            </a:r>
          </a:p>
          <a:p>
            <a:r>
              <a:rPr lang="en-US" sz="4000" b="1" dirty="0" smtClean="0">
                <a:effectLst>
                  <a:outerShdw blurRad="38100" dist="38100" dir="2700000" algn="tl">
                    <a:srgbClr val="000000">
                      <a:alpha val="43137"/>
                    </a:srgbClr>
                  </a:outerShdw>
                </a:effectLst>
              </a:rPr>
              <a:t> Use bulleted and numbered lists</a:t>
            </a:r>
          </a:p>
          <a:p>
            <a:r>
              <a:rPr lang="en-US" sz="4000" b="1" dirty="0" smtClean="0">
                <a:effectLst>
                  <a:outerShdw blurRad="38100" dist="38100" dir="2700000" algn="tl">
                    <a:srgbClr val="000000">
                      <a:alpha val="43137"/>
                    </a:srgbClr>
                  </a:outerShdw>
                </a:effectLst>
              </a:rPr>
              <a:t>Request action</a:t>
            </a:r>
          </a:p>
          <a:p>
            <a:r>
              <a:rPr lang="en-US" sz="4000" b="1" dirty="0" smtClean="0">
                <a:effectLst>
                  <a:outerShdw blurRad="38100" dist="38100" dir="2700000" algn="tl">
                    <a:srgbClr val="000000">
                      <a:alpha val="43137"/>
                    </a:srgbClr>
                  </a:outerShdw>
                </a:effectLst>
              </a:rPr>
              <a:t>Be concise</a:t>
            </a:r>
            <a:endParaRPr lang="en-US" sz="4000" b="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06786718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1920" y="289560"/>
            <a:ext cx="11826240" cy="6446519"/>
          </a:xfrm>
        </p:spPr>
        <p:txBody>
          <a:bodyPr>
            <a:normAutofit fontScale="92500" lnSpcReduction="10000"/>
          </a:bodyPr>
          <a:lstStyle/>
          <a:p>
            <a:pPr marL="0" indent="0">
              <a:buNone/>
            </a:pPr>
            <a:r>
              <a:rPr lang="en-US" dirty="0"/>
              <a:t>To: All Employees</a:t>
            </a:r>
          </a:p>
          <a:p>
            <a:pPr marL="0" indent="0">
              <a:buNone/>
            </a:pPr>
            <a:r>
              <a:rPr lang="en-US" dirty="0"/>
              <a:t>From: Kelly Source, Human Resources Manager</a:t>
            </a:r>
          </a:p>
          <a:p>
            <a:pPr marL="0" indent="0">
              <a:buNone/>
            </a:pPr>
            <a:r>
              <a:rPr lang="en-US" dirty="0"/>
              <a:t>Date: July 20, </a:t>
            </a:r>
            <a:r>
              <a:rPr lang="en-US" dirty="0" smtClean="0"/>
              <a:t>2022</a:t>
            </a:r>
          </a:p>
          <a:p>
            <a:pPr marL="0" indent="0">
              <a:buNone/>
            </a:pPr>
            <a:r>
              <a:rPr lang="en-US" dirty="0" smtClean="0"/>
              <a:t>Subject</a:t>
            </a:r>
            <a:r>
              <a:rPr lang="en-US" dirty="0"/>
              <a:t>: Changes to Paid Time Off System</a:t>
            </a:r>
          </a:p>
          <a:p>
            <a:pPr marL="0" indent="0">
              <a:buNone/>
            </a:pPr>
            <a:r>
              <a:rPr lang="en-US" dirty="0"/>
              <a:t>I’m writing to inform you about the recent changes to our PTO system. We are switching platforms to </a:t>
            </a:r>
            <a:r>
              <a:rPr lang="en-US" dirty="0" smtClean="0"/>
              <a:t>PalmLeaf </a:t>
            </a:r>
            <a:r>
              <a:rPr lang="en-US" dirty="0"/>
              <a:t>HR. This system will go into effect on October 1, 2022. </a:t>
            </a:r>
          </a:p>
          <a:p>
            <a:pPr marL="0" indent="0">
              <a:buNone/>
            </a:pPr>
            <a:r>
              <a:rPr lang="en-US" dirty="0"/>
              <a:t>In switching to PalmLeaf HR, our company is attempting to make submitting your PTO requests simpler. You can find tutorials for navigating this easy-to-use platform attached to this memo. </a:t>
            </a:r>
          </a:p>
          <a:p>
            <a:pPr marL="0" indent="0">
              <a:buNone/>
            </a:pPr>
            <a:r>
              <a:rPr lang="en-US" dirty="0"/>
              <a:t>You’ll receive an onboarding email from PalmLeaf HR directly this week. Please be sure to set up your account no later than September 30, 2022. </a:t>
            </a:r>
            <a:endParaRPr lang="en-US" dirty="0" smtClean="0"/>
          </a:p>
          <a:p>
            <a:pPr marL="0" indent="0">
              <a:buNone/>
            </a:pPr>
            <a:r>
              <a:rPr lang="en-US" dirty="0" smtClean="0"/>
              <a:t>If </a:t>
            </a:r>
            <a:r>
              <a:rPr lang="en-US" dirty="0"/>
              <a:t>you’re having trouble setting up your account, please email us with any questions at HR@example.com. </a:t>
            </a:r>
          </a:p>
          <a:p>
            <a:pPr marL="0" indent="0">
              <a:buNone/>
            </a:pPr>
            <a:r>
              <a:rPr lang="en-US" dirty="0"/>
              <a:t>Thank you for your cooperation during this transition. We’re hopeful that this will make managing your PTO easier.</a:t>
            </a:r>
          </a:p>
          <a:p>
            <a:pPr marL="0" indent="0">
              <a:buNone/>
            </a:pPr>
            <a:r>
              <a:rPr lang="en-US" dirty="0"/>
              <a:t>Attached: </a:t>
            </a:r>
            <a:r>
              <a:rPr lang="en-US" dirty="0" err="1"/>
              <a:t>PalmLeafHR</a:t>
            </a:r>
            <a:r>
              <a:rPr lang="en-US" dirty="0"/>
              <a:t> Guide, January 2022</a:t>
            </a:r>
          </a:p>
        </p:txBody>
      </p:sp>
    </p:spTree>
    <p:extLst>
      <p:ext uri="{BB962C8B-B14F-4D97-AF65-F5344CB8AC3E}">
        <p14:creationId xmlns:p14="http://schemas.microsoft.com/office/powerpoint/2010/main" val="4387273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297</TotalTime>
  <Words>1994</Words>
  <Application>Microsoft Office PowerPoint</Application>
  <PresentationFormat>Widescreen</PresentationFormat>
  <Paragraphs>183</Paragraphs>
  <Slides>32</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vt:i4>
      </vt:variant>
    </vt:vector>
  </HeadingPairs>
  <TitlesOfParts>
    <vt:vector size="36" baseType="lpstr">
      <vt:lpstr>Arial</vt:lpstr>
      <vt:lpstr>Calibri</vt:lpstr>
      <vt:lpstr>Calibri Light</vt:lpstr>
      <vt:lpstr>Office Theme</vt:lpstr>
      <vt:lpstr>Memorandum </vt:lpstr>
      <vt:lpstr>What is a Memorandum?</vt:lpstr>
      <vt:lpstr>Characteristics of  Memo </vt:lpstr>
      <vt:lpstr>Reasons for Writing Memo </vt:lpstr>
      <vt:lpstr>Purpose of memos </vt:lpstr>
      <vt:lpstr>Documentation </vt:lpstr>
      <vt:lpstr>Confirmation  </vt:lpstr>
      <vt:lpstr>Procedures  </vt:lpstr>
      <vt:lpstr>Recommendations </vt:lpstr>
      <vt:lpstr>Feasibility </vt:lpstr>
      <vt:lpstr>Status </vt:lpstr>
      <vt:lpstr>Criteria for Writing Memos </vt:lpstr>
      <vt:lpstr>Subject lines </vt:lpstr>
      <vt:lpstr>Introduction </vt:lpstr>
      <vt:lpstr>Discussion </vt:lpstr>
      <vt:lpstr>Example </vt:lpstr>
      <vt:lpstr>Conclusion </vt:lpstr>
      <vt:lpstr>Audience Recognition </vt:lpstr>
      <vt:lpstr>Style and Tone </vt:lpstr>
      <vt:lpstr>Tone </vt:lpstr>
      <vt:lpstr>Example </vt:lpstr>
      <vt:lpstr>How to format a memo</vt:lpstr>
      <vt:lpstr> Heading</vt:lpstr>
      <vt:lpstr> Opening statement </vt:lpstr>
      <vt:lpstr>Context</vt:lpstr>
      <vt:lpstr> Call to action and task statement</vt:lpstr>
      <vt:lpstr>Discussion</vt:lpstr>
      <vt:lpstr> Closing</vt:lpstr>
      <vt:lpstr>Optional additions</vt:lpstr>
      <vt:lpstr>Revise</vt:lpstr>
      <vt:lpstr>Guidelines and Tips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Memorandum </dc:title>
  <dc:creator>Tab &amp; Tech</dc:creator>
  <cp:lastModifiedBy>Tab &amp; Tech</cp:lastModifiedBy>
  <cp:revision>29</cp:revision>
  <dcterms:created xsi:type="dcterms:W3CDTF">2025-04-07T03:25:02Z</dcterms:created>
  <dcterms:modified xsi:type="dcterms:W3CDTF">2025-11-11T10:33:07Z</dcterms:modified>
</cp:coreProperties>
</file>